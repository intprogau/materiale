
<file path=[Content_Types].xml><?xml version="1.0" encoding="utf-8"?>
<Types xmlns="http://schemas.openxmlformats.org/package/2006/content-types">
  <Default Extension="jpg" ContentType="image/jpeg"/>
  <Default Extension="rels" ContentType="application/vnd.openxmlformats-package.relationships+xml"/>
  <Default Extension="wmf" ContentType="image/x-wmf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 autoCompressPictures="0">
  <p:sldMasterIdLst>
    <p:sldMasterId id="2147483648" r:id="rId4"/>
  </p:sldMasterIdLst>
  <p:notesMasterIdLst>
    <p:notesMasterId r:id="rId25"/>
  </p:notesMasterIdLst>
  <p:handoutMasterIdLst>
    <p:handoutMasterId r:id="rId26"/>
  </p:handoutMasterIdLst>
  <p:sldIdLst>
    <p:sldId id="375" r:id="rId5"/>
    <p:sldId id="423" r:id="rId6"/>
    <p:sldId id="410" r:id="rId7"/>
    <p:sldId id="426" r:id="rId8"/>
    <p:sldId id="412" r:id="rId9"/>
    <p:sldId id="413" r:id="rId10"/>
    <p:sldId id="414" r:id="rId11"/>
    <p:sldId id="411" r:id="rId12"/>
    <p:sldId id="416" r:id="rId13"/>
    <p:sldId id="418" r:id="rId14"/>
    <p:sldId id="419" r:id="rId15"/>
    <p:sldId id="420" r:id="rId16"/>
    <p:sldId id="417" r:id="rId17"/>
    <p:sldId id="421" r:id="rId18"/>
    <p:sldId id="424" r:id="rId19"/>
    <p:sldId id="425" r:id="rId20"/>
    <p:sldId id="406" r:id="rId21"/>
    <p:sldId id="409" r:id="rId22"/>
    <p:sldId id="427" r:id="rId23"/>
    <p:sldId id="334" r:id="rId24"/>
  </p:sldIdLst>
  <p:sldSz cx="9144000" cy="6858000" type="screen4x3"/>
  <p:notesSz cx="7099300" cy="10234613"/>
  <p:defaultTextStyle>
    <a:defPPr>
      <a:defRPr lang="da-DK"/>
    </a:defPPr>
    <a:lvl1pPr algn="l" rtl="0" fontAlgn="base">
      <a:spcBef>
        <a:spcPct val="0"/>
      </a:spcBef>
      <a:spcAft>
        <a:spcPct val="0"/>
      </a:spcAft>
      <a:defRPr sz="2000" kern="1200">
        <a:solidFill>
          <a:srgbClr val="A50021"/>
        </a:solidFill>
        <a:latin typeface="Arial" charset="0"/>
        <a:ea typeface="ＭＳ Ｐゴシック" pitchFamily="34" charset="-128"/>
        <a:cs typeface="+mn-cs"/>
      </a:defRPr>
    </a:lvl1pPr>
    <a:lvl2pPr marL="457200" algn="l" rtl="0" fontAlgn="base">
      <a:spcBef>
        <a:spcPct val="0"/>
      </a:spcBef>
      <a:spcAft>
        <a:spcPct val="0"/>
      </a:spcAft>
      <a:defRPr sz="2000" kern="1200">
        <a:solidFill>
          <a:srgbClr val="A50021"/>
        </a:solidFill>
        <a:latin typeface="Arial" charset="0"/>
        <a:ea typeface="ＭＳ Ｐゴシック" pitchFamily="34" charset="-128"/>
        <a:cs typeface="+mn-cs"/>
      </a:defRPr>
    </a:lvl2pPr>
    <a:lvl3pPr marL="914400" algn="l" rtl="0" fontAlgn="base">
      <a:spcBef>
        <a:spcPct val="0"/>
      </a:spcBef>
      <a:spcAft>
        <a:spcPct val="0"/>
      </a:spcAft>
      <a:defRPr sz="2000" kern="1200">
        <a:solidFill>
          <a:srgbClr val="A50021"/>
        </a:solidFill>
        <a:latin typeface="Arial" charset="0"/>
        <a:ea typeface="ＭＳ Ｐゴシック" pitchFamily="34" charset="-128"/>
        <a:cs typeface="+mn-cs"/>
      </a:defRPr>
    </a:lvl3pPr>
    <a:lvl4pPr marL="1371600" algn="l" rtl="0" fontAlgn="base">
      <a:spcBef>
        <a:spcPct val="0"/>
      </a:spcBef>
      <a:spcAft>
        <a:spcPct val="0"/>
      </a:spcAft>
      <a:defRPr sz="2000" kern="1200">
        <a:solidFill>
          <a:srgbClr val="A50021"/>
        </a:solidFill>
        <a:latin typeface="Arial" charset="0"/>
        <a:ea typeface="ＭＳ Ｐゴシック" pitchFamily="34" charset="-128"/>
        <a:cs typeface="+mn-cs"/>
      </a:defRPr>
    </a:lvl4pPr>
    <a:lvl5pPr marL="1828800" algn="l" rtl="0" fontAlgn="base">
      <a:spcBef>
        <a:spcPct val="0"/>
      </a:spcBef>
      <a:spcAft>
        <a:spcPct val="0"/>
      </a:spcAft>
      <a:defRPr sz="2000" kern="1200">
        <a:solidFill>
          <a:srgbClr val="A50021"/>
        </a:solidFill>
        <a:latin typeface="Arial" charset="0"/>
        <a:ea typeface="ＭＳ Ｐゴシック" pitchFamily="34" charset="-128"/>
        <a:cs typeface="+mn-cs"/>
      </a:defRPr>
    </a:lvl5pPr>
    <a:lvl6pPr marL="2286000" algn="l" defTabSz="914400" rtl="0" eaLnBrk="1" latinLnBrk="0" hangingPunct="1">
      <a:defRPr sz="2000" kern="1200">
        <a:solidFill>
          <a:srgbClr val="A50021"/>
        </a:solidFill>
        <a:latin typeface="Arial" charset="0"/>
        <a:ea typeface="ＭＳ Ｐゴシック" pitchFamily="34" charset="-128"/>
        <a:cs typeface="+mn-cs"/>
      </a:defRPr>
    </a:lvl6pPr>
    <a:lvl7pPr marL="2743200" algn="l" defTabSz="914400" rtl="0" eaLnBrk="1" latinLnBrk="0" hangingPunct="1">
      <a:defRPr sz="2000" kern="1200">
        <a:solidFill>
          <a:srgbClr val="A50021"/>
        </a:solidFill>
        <a:latin typeface="Arial" charset="0"/>
        <a:ea typeface="ＭＳ Ｐゴシック" pitchFamily="34" charset="-128"/>
        <a:cs typeface="+mn-cs"/>
      </a:defRPr>
    </a:lvl7pPr>
    <a:lvl8pPr marL="3200400" algn="l" defTabSz="914400" rtl="0" eaLnBrk="1" latinLnBrk="0" hangingPunct="1">
      <a:defRPr sz="2000" kern="1200">
        <a:solidFill>
          <a:srgbClr val="A50021"/>
        </a:solidFill>
        <a:latin typeface="Arial" charset="0"/>
        <a:ea typeface="ＭＳ Ｐゴシック" pitchFamily="34" charset="-128"/>
        <a:cs typeface="+mn-cs"/>
      </a:defRPr>
    </a:lvl8pPr>
    <a:lvl9pPr marL="3657600" algn="l" defTabSz="914400" rtl="0" eaLnBrk="1" latinLnBrk="0" hangingPunct="1">
      <a:defRPr sz="2000" kern="1200">
        <a:solidFill>
          <a:srgbClr val="A50021"/>
        </a:solidFill>
        <a:latin typeface="Arial" charset="0"/>
        <a:ea typeface="ＭＳ Ｐゴシック" pitchFamily="34" charset="-128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Default Section" id="{6DAA713F-5F37-409B-BE0B-0BDA6802FF5C}">
          <p14:sldIdLst>
            <p14:sldId id="375"/>
            <p14:sldId id="423"/>
            <p14:sldId id="410"/>
            <p14:sldId id="426"/>
            <p14:sldId id="412"/>
            <p14:sldId id="413"/>
            <p14:sldId id="414"/>
            <p14:sldId id="411"/>
            <p14:sldId id="416"/>
            <p14:sldId id="418"/>
            <p14:sldId id="419"/>
            <p14:sldId id="420"/>
            <p14:sldId id="417"/>
            <p14:sldId id="421"/>
            <p14:sldId id="424"/>
            <p14:sldId id="425"/>
            <p14:sldId id="406"/>
            <p14:sldId id="409"/>
            <p14:sldId id="427"/>
            <p14:sldId id="334"/>
          </p14:sldIdLst>
        </p14:section>
      </p14:sectionLst>
    </p:ex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>
        <p15:guide id="1" orient="horz" pos="3224" userDrawn="1">
          <p15:clr>
            <a:srgbClr val="A4A3A4"/>
          </p15:clr>
        </p15:guide>
        <p15:guide id="2" pos="2237" userDrawn="1">
          <p15:clr>
            <a:srgbClr val="A4A3A4"/>
          </p15:clr>
        </p15:guide>
      </p15:notes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8000"/>
    <a:srgbClr val="000066"/>
    <a:srgbClr val="CCECFF"/>
    <a:srgbClr val="A50021"/>
    <a:srgbClr val="FFFFCC"/>
    <a:srgbClr val="92D050"/>
    <a:srgbClr val="0000CC"/>
    <a:srgbClr val="CCFFCC"/>
    <a:srgbClr val="66CCFF"/>
    <a:srgbClr val="FF00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3F0ACD90-A549-456B-9DA0-0982E4694747}" v="1" dt="2026-01-26T14:19:34.715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20024" autoAdjust="0"/>
    <p:restoredTop sz="94726" autoAdjust="0"/>
  </p:normalViewPr>
  <p:slideViewPr>
    <p:cSldViewPr>
      <p:cViewPr varScale="1">
        <p:scale>
          <a:sx n="125" d="100"/>
          <a:sy n="125" d="100"/>
        </p:scale>
        <p:origin x="504" y="102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-4722"/>
    </p:cViewPr>
  </p:outlin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150" d="100"/>
        <a:sy n="150" d="100"/>
      </p:scale>
      <p:origin x="0" y="-11832"/>
    </p:cViewPr>
  </p:sorterViewPr>
  <p:notesViewPr>
    <p:cSldViewPr>
      <p:cViewPr varScale="1">
        <p:scale>
          <a:sx n="88" d="100"/>
          <a:sy n="88" d="100"/>
        </p:scale>
        <p:origin x="-2220" y="-102"/>
      </p:cViewPr>
      <p:guideLst>
        <p:guide orient="horz" pos="3224"/>
        <p:guide pos="2237"/>
      </p:guideLst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slide" Target="slides/slide9.xml"/><Relationship Id="rId18" Type="http://schemas.openxmlformats.org/officeDocument/2006/relationships/slide" Target="slides/slide14.xml"/><Relationship Id="rId26" Type="http://schemas.openxmlformats.org/officeDocument/2006/relationships/handoutMaster" Target="handoutMasters/handoutMaster1.xml"/><Relationship Id="rId3" Type="http://schemas.openxmlformats.org/officeDocument/2006/relationships/customXml" Target="../customXml/item3.xml"/><Relationship Id="rId21" Type="http://schemas.openxmlformats.org/officeDocument/2006/relationships/slide" Target="slides/slide17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25" Type="http://schemas.openxmlformats.org/officeDocument/2006/relationships/notesMaster" Target="notesMasters/notesMaster1.xml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0" Type="http://schemas.openxmlformats.org/officeDocument/2006/relationships/slide" Target="slides/slide16.xml"/><Relationship Id="rId29" Type="http://schemas.openxmlformats.org/officeDocument/2006/relationships/theme" Target="theme/theme1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24" Type="http://schemas.openxmlformats.org/officeDocument/2006/relationships/slide" Target="slides/slide20.xml"/><Relationship Id="rId32" Type="http://schemas.microsoft.com/office/2015/10/relationships/revisionInfo" Target="revisionInfo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23" Type="http://schemas.openxmlformats.org/officeDocument/2006/relationships/slide" Target="slides/slide19.xml"/><Relationship Id="rId28" Type="http://schemas.openxmlformats.org/officeDocument/2006/relationships/viewProps" Target="viewProps.xml"/><Relationship Id="rId10" Type="http://schemas.openxmlformats.org/officeDocument/2006/relationships/slide" Target="slides/slide6.xml"/><Relationship Id="rId19" Type="http://schemas.openxmlformats.org/officeDocument/2006/relationships/slide" Target="slides/slide15.xml"/><Relationship Id="rId31" Type="http://schemas.microsoft.com/office/2016/11/relationships/changesInfo" Target="changesInfos/changesInfo1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openxmlformats.org/officeDocument/2006/relationships/slide" Target="slides/slide18.xml"/><Relationship Id="rId27" Type="http://schemas.openxmlformats.org/officeDocument/2006/relationships/presProps" Target="presProps.xml"/><Relationship Id="rId30" Type="http://schemas.openxmlformats.org/officeDocument/2006/relationships/tableStyles" Target="tableStyle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Kurt Jensen" userId="536d7847-4321-45c6-997a-4b9f60543789" providerId="ADAL" clId="{E17C5AF6-11E3-421A-B6F2-416B0C981305}"/>
    <pc:docChg chg="custSel modSld">
      <pc:chgData name="Kurt Jensen" userId="536d7847-4321-45c6-997a-4b9f60543789" providerId="ADAL" clId="{E17C5AF6-11E3-421A-B6F2-416B0C981305}" dt="2026-01-26T14:20:13.350" v="84" actId="113"/>
      <pc:docMkLst>
        <pc:docMk/>
      </pc:docMkLst>
      <pc:sldChg chg="modSp mod">
        <pc:chgData name="Kurt Jensen" userId="536d7847-4321-45c6-997a-4b9f60543789" providerId="ADAL" clId="{E17C5AF6-11E3-421A-B6F2-416B0C981305}" dt="2026-01-26T14:16:40.111" v="53" actId="20577"/>
        <pc:sldMkLst>
          <pc:docMk/>
          <pc:sldMk cId="8328397" sldId="406"/>
        </pc:sldMkLst>
        <pc:spChg chg="mod">
          <ac:chgData name="Kurt Jensen" userId="536d7847-4321-45c6-997a-4b9f60543789" providerId="ADAL" clId="{E17C5AF6-11E3-421A-B6F2-416B0C981305}" dt="2026-01-26T14:16:40.111" v="53" actId="20577"/>
          <ac:spMkLst>
            <pc:docMk/>
            <pc:sldMk cId="8328397" sldId="406"/>
            <ac:spMk id="10244" creationId="{00000000-0000-0000-0000-000000000000}"/>
          </ac:spMkLst>
        </pc:spChg>
      </pc:sldChg>
      <pc:sldChg chg="modSp mod">
        <pc:chgData name="Kurt Jensen" userId="536d7847-4321-45c6-997a-4b9f60543789" providerId="ADAL" clId="{E17C5AF6-11E3-421A-B6F2-416B0C981305}" dt="2026-01-26T14:18:01.884" v="68" actId="33524"/>
        <pc:sldMkLst>
          <pc:docMk/>
          <pc:sldMk cId="2489968259" sldId="409"/>
        </pc:sldMkLst>
        <pc:spChg chg="mod">
          <ac:chgData name="Kurt Jensen" userId="536d7847-4321-45c6-997a-4b9f60543789" providerId="ADAL" clId="{E17C5AF6-11E3-421A-B6F2-416B0C981305}" dt="2026-01-26T14:18:01.884" v="68" actId="33524"/>
          <ac:spMkLst>
            <pc:docMk/>
            <pc:sldMk cId="2489968259" sldId="409"/>
            <ac:spMk id="10244" creationId="{00000000-0000-0000-0000-000000000000}"/>
          </ac:spMkLst>
        </pc:spChg>
      </pc:sldChg>
      <pc:sldChg chg="modSp mod">
        <pc:chgData name="Kurt Jensen" userId="536d7847-4321-45c6-997a-4b9f60543789" providerId="ADAL" clId="{E17C5AF6-11E3-421A-B6F2-416B0C981305}" dt="2026-01-26T14:05:12.528" v="14" actId="20577"/>
        <pc:sldMkLst>
          <pc:docMk/>
          <pc:sldMk cId="3066548639" sldId="426"/>
        </pc:sldMkLst>
        <pc:spChg chg="mod">
          <ac:chgData name="Kurt Jensen" userId="536d7847-4321-45c6-997a-4b9f60543789" providerId="ADAL" clId="{E17C5AF6-11E3-421A-B6F2-416B0C981305}" dt="2026-01-26T14:05:12.528" v="14" actId="20577"/>
          <ac:spMkLst>
            <pc:docMk/>
            <pc:sldMk cId="3066548639" sldId="426"/>
            <ac:spMk id="10244" creationId="{00000000-0000-0000-0000-000000000000}"/>
          </ac:spMkLst>
        </pc:spChg>
      </pc:sldChg>
      <pc:sldChg chg="modSp mod">
        <pc:chgData name="Kurt Jensen" userId="536d7847-4321-45c6-997a-4b9f60543789" providerId="ADAL" clId="{E17C5AF6-11E3-421A-B6F2-416B0C981305}" dt="2026-01-26T14:20:13.350" v="84" actId="113"/>
        <pc:sldMkLst>
          <pc:docMk/>
          <pc:sldMk cId="1950783611" sldId="427"/>
        </pc:sldMkLst>
        <pc:spChg chg="mod">
          <ac:chgData name="Kurt Jensen" userId="536d7847-4321-45c6-997a-4b9f60543789" providerId="ADAL" clId="{E17C5AF6-11E3-421A-B6F2-416B0C981305}" dt="2026-01-26T14:20:13.350" v="84" actId="113"/>
          <ac:spMkLst>
            <pc:docMk/>
            <pc:sldMk cId="1950783611" sldId="427"/>
            <ac:spMk id="10244" creationId="{00000000-0000-0000-0000-000000000000}"/>
          </ac:spMkLst>
        </pc:spChg>
      </pc:sldChg>
    </pc:docChg>
  </pc:docChgLst>
</pc:chgInfo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42" name="Rectangle 2"/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1" y="0"/>
            <a:ext cx="3077085" cy="511486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  <a:ext uri="{FAA26D3D-D897-4be2-8F04-BA451C77F1D7}"/>
          </a:extLst>
        </p:spPr>
        <p:txBody>
          <a:bodyPr vert="horz" wrap="square" lIns="99041" tIns="49520" rIns="99041" bIns="49520" numCol="1" anchor="t" anchorCtr="0" compatLnSpc="1">
            <a:prstTxWarp prst="textNoShape">
              <a:avLst/>
            </a:prstTxWarp>
          </a:bodyPr>
          <a:lstStyle>
            <a:lvl1pPr defTabSz="990528">
              <a:defRPr sz="1300">
                <a:solidFill>
                  <a:schemeClr val="tx1"/>
                </a:solidFill>
                <a:latin typeface="Times New Roman" charset="0"/>
                <a:ea typeface="ＭＳ Ｐゴシック" charset="0"/>
                <a:cs typeface="+mn-cs"/>
              </a:defRPr>
            </a:lvl1pPr>
          </a:lstStyle>
          <a:p>
            <a:pPr>
              <a:defRPr/>
            </a:pPr>
            <a:endParaRPr lang="da-DK"/>
          </a:p>
        </p:txBody>
      </p:sp>
      <p:sp>
        <p:nvSpPr>
          <p:cNvPr id="61443" name="Rectangle 3"/>
          <p:cNvSpPr>
            <a:spLocks noGrp="1" noChangeArrowheads="1"/>
          </p:cNvSpPr>
          <p:nvPr>
            <p:ph type="dt" sz="quarter" idx="1"/>
          </p:nvPr>
        </p:nvSpPr>
        <p:spPr bwMode="auto">
          <a:xfrm>
            <a:off x="4020548" y="0"/>
            <a:ext cx="3077085" cy="511486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  <a:ext uri="{FAA26D3D-D897-4be2-8F04-BA451C77F1D7}"/>
          </a:extLst>
        </p:spPr>
        <p:txBody>
          <a:bodyPr vert="horz" wrap="square" lIns="99041" tIns="49520" rIns="99041" bIns="49520" numCol="1" anchor="t" anchorCtr="0" compatLnSpc="1">
            <a:prstTxWarp prst="textNoShape">
              <a:avLst/>
            </a:prstTxWarp>
          </a:bodyPr>
          <a:lstStyle>
            <a:lvl1pPr algn="r" defTabSz="990528">
              <a:defRPr sz="1300">
                <a:solidFill>
                  <a:schemeClr val="tx1"/>
                </a:solidFill>
                <a:latin typeface="Times New Roman" charset="0"/>
                <a:ea typeface="ＭＳ Ｐゴシック" charset="0"/>
                <a:cs typeface="+mn-cs"/>
              </a:defRPr>
            </a:lvl1pPr>
          </a:lstStyle>
          <a:p>
            <a:pPr>
              <a:defRPr/>
            </a:pPr>
            <a:endParaRPr lang="da-DK"/>
          </a:p>
        </p:txBody>
      </p:sp>
      <p:sp>
        <p:nvSpPr>
          <p:cNvPr id="61444" name="Rectangle 4"/>
          <p:cNvSpPr>
            <a:spLocks noGrp="1" noChangeArrowheads="1"/>
          </p:cNvSpPr>
          <p:nvPr>
            <p:ph type="ftr" sz="quarter" idx="2"/>
          </p:nvPr>
        </p:nvSpPr>
        <p:spPr bwMode="auto">
          <a:xfrm>
            <a:off x="1" y="9721494"/>
            <a:ext cx="3077085" cy="51148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  <a:ext uri="{FAA26D3D-D897-4be2-8F04-BA451C77F1D7}"/>
          </a:extLst>
        </p:spPr>
        <p:txBody>
          <a:bodyPr vert="horz" wrap="square" lIns="99041" tIns="49520" rIns="99041" bIns="49520" numCol="1" anchor="b" anchorCtr="0" compatLnSpc="1">
            <a:prstTxWarp prst="textNoShape">
              <a:avLst/>
            </a:prstTxWarp>
          </a:bodyPr>
          <a:lstStyle>
            <a:lvl1pPr defTabSz="990528">
              <a:defRPr sz="1300">
                <a:solidFill>
                  <a:schemeClr val="tx1"/>
                </a:solidFill>
                <a:latin typeface="Times New Roman" charset="0"/>
                <a:ea typeface="ＭＳ Ｐゴシック" charset="0"/>
                <a:cs typeface="+mn-cs"/>
              </a:defRPr>
            </a:lvl1pPr>
          </a:lstStyle>
          <a:p>
            <a:pPr>
              <a:defRPr/>
            </a:pPr>
            <a:endParaRPr lang="da-DK"/>
          </a:p>
        </p:txBody>
      </p:sp>
      <p:sp>
        <p:nvSpPr>
          <p:cNvPr id="61445" name="Rectangle 5"/>
          <p:cNvSpPr>
            <a:spLocks noGrp="1" noChangeArrowheads="1"/>
          </p:cNvSpPr>
          <p:nvPr>
            <p:ph type="sldNum" sz="quarter" idx="3"/>
          </p:nvPr>
        </p:nvSpPr>
        <p:spPr bwMode="auto">
          <a:xfrm>
            <a:off x="4020548" y="9721494"/>
            <a:ext cx="3077085" cy="51148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  <a:ext uri="{FAA26D3D-D897-4be2-8F04-BA451C77F1D7}"/>
          </a:extLst>
        </p:spPr>
        <p:txBody>
          <a:bodyPr vert="horz" wrap="square" lIns="99041" tIns="49520" rIns="99041" bIns="49520" numCol="1" anchor="b" anchorCtr="0" compatLnSpc="1">
            <a:prstTxWarp prst="textNoShape">
              <a:avLst/>
            </a:prstTxWarp>
          </a:bodyPr>
          <a:lstStyle>
            <a:lvl1pPr algn="r" defTabSz="990528">
              <a:defRPr sz="1300">
                <a:solidFill>
                  <a:schemeClr val="tx1"/>
                </a:solidFill>
                <a:latin typeface="Times New Roman" pitchFamily="18" charset="0"/>
              </a:defRPr>
            </a:lvl1pPr>
          </a:lstStyle>
          <a:p>
            <a:pPr>
              <a:defRPr/>
            </a:pPr>
            <a:fld id="{39B72E09-9C15-4F53-91FA-378928BEE7AC}" type="slidenum">
              <a:rPr lang="da-DK" altLang="da-DK"/>
              <a:pPr>
                <a:defRPr/>
              </a:pPr>
              <a:t>‹#›</a:t>
            </a:fld>
            <a:endParaRPr lang="da-DK" altLang="da-DK"/>
          </a:p>
        </p:txBody>
      </p:sp>
    </p:spTree>
    <p:extLst>
      <p:ext uri="{BB962C8B-B14F-4D97-AF65-F5344CB8AC3E}">
        <p14:creationId xmlns:p14="http://schemas.microsoft.com/office/powerpoint/2010/main" val="901749624"/>
      </p:ext>
    </p:extLst>
  </p:cSld>
  <p:clrMap bg1="lt1" tx1="dk1" bg2="lt2" tx2="dk2" accent1="accent1" accent2="accent2" accent3="accent3" accent4="accent4" accent5="accent5" accent6="accent6" hlink="hlink" folHlink="folHlink"/>
  <p:hf hdr="0" ftr="0" dt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22" name="Rectangle 2"/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1" y="0"/>
            <a:ext cx="3077085" cy="511486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  <a:ext uri="{FAA26D3D-D897-4be2-8F04-BA451C77F1D7}"/>
          </a:extLst>
        </p:spPr>
        <p:txBody>
          <a:bodyPr vert="horz" wrap="square" lIns="99041" tIns="49520" rIns="99041" bIns="49520" numCol="1" anchor="t" anchorCtr="0" compatLnSpc="1">
            <a:prstTxWarp prst="textNoShape">
              <a:avLst/>
            </a:prstTxWarp>
          </a:bodyPr>
          <a:lstStyle>
            <a:lvl1pPr defTabSz="990528">
              <a:defRPr sz="1300" b="1">
                <a:solidFill>
                  <a:srgbClr val="CC0000"/>
                </a:solidFill>
                <a:latin typeface="Times New Roman" charset="0"/>
                <a:ea typeface="ＭＳ Ｐゴシック" charset="0"/>
                <a:cs typeface="+mn-cs"/>
              </a:defRPr>
            </a:lvl1pPr>
          </a:lstStyle>
          <a:p>
            <a:pPr>
              <a:defRPr/>
            </a:pPr>
            <a:endParaRPr lang="da-DK"/>
          </a:p>
        </p:txBody>
      </p:sp>
      <p:sp>
        <p:nvSpPr>
          <p:cNvPr id="5123" name="Rectangle 3"/>
          <p:cNvSpPr>
            <a:spLocks noGrp="1" noChangeArrowheads="1"/>
          </p:cNvSpPr>
          <p:nvPr>
            <p:ph type="dt" idx="1"/>
          </p:nvPr>
        </p:nvSpPr>
        <p:spPr bwMode="auto">
          <a:xfrm>
            <a:off x="4022215" y="0"/>
            <a:ext cx="3077085" cy="511486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  <a:ext uri="{FAA26D3D-D897-4be2-8F04-BA451C77F1D7}"/>
          </a:extLst>
        </p:spPr>
        <p:txBody>
          <a:bodyPr vert="horz" wrap="square" lIns="99041" tIns="49520" rIns="99041" bIns="49520" numCol="1" anchor="t" anchorCtr="0" compatLnSpc="1">
            <a:prstTxWarp prst="textNoShape">
              <a:avLst/>
            </a:prstTxWarp>
          </a:bodyPr>
          <a:lstStyle>
            <a:lvl1pPr algn="r" defTabSz="990528">
              <a:defRPr sz="1300" b="1">
                <a:solidFill>
                  <a:srgbClr val="CC0000"/>
                </a:solidFill>
                <a:latin typeface="Times New Roman" charset="0"/>
                <a:ea typeface="ＭＳ Ｐゴシック" charset="0"/>
                <a:cs typeface="+mn-cs"/>
              </a:defRPr>
            </a:lvl1pPr>
          </a:lstStyle>
          <a:p>
            <a:pPr>
              <a:defRPr/>
            </a:pPr>
            <a:endParaRPr lang="da-DK"/>
          </a:p>
        </p:txBody>
      </p:sp>
      <p:sp>
        <p:nvSpPr>
          <p:cNvPr id="5124" name="Rectangle 4"/>
          <p:cNvSpPr>
            <a:spLocks noGrp="1" noRot="1" noChangeAspect="1" noChangeArrowheads="1" noTextEdit="1"/>
          </p:cNvSpPr>
          <p:nvPr>
            <p:ph type="sldImg" idx="2"/>
          </p:nvPr>
        </p:nvSpPr>
        <p:spPr bwMode="auto">
          <a:xfrm>
            <a:off x="992188" y="768350"/>
            <a:ext cx="5114925" cy="3836988"/>
          </a:xfrm>
          <a:prstGeom prst="rect">
            <a:avLst/>
          </a:prstGeom>
          <a:noFill/>
          <a:ln w="9525">
            <a:solidFill>
              <a:srgbClr val="000000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rgbClr val="000000">
                      <a:alpha val="74998"/>
                    </a:srgbClr>
                  </a:outerShdw>
                </a:effectLst>
              </a14:hiddenEffects>
            </a:ext>
            <a:ext uri="{53640926-AAD7-44D8-BBD7-CCE9431645EC}">
              <a14:shadowObscured xmlns:a14="http://schemas.microsoft.com/office/drawing/2010/main" val="1"/>
            </a:ext>
          </a:extLst>
        </p:spPr>
      </p:sp>
      <p:sp>
        <p:nvSpPr>
          <p:cNvPr id="5125" name="Rectangle 5"/>
          <p:cNvSpPr>
            <a:spLocks noGrp="1" noChangeArrowheads="1"/>
          </p:cNvSpPr>
          <p:nvPr>
            <p:ph type="body" sz="quarter" idx="3"/>
          </p:nvPr>
        </p:nvSpPr>
        <p:spPr bwMode="auto">
          <a:xfrm>
            <a:off x="946796" y="4861564"/>
            <a:ext cx="5205709" cy="4605004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  <a:ext uri="{FAA26D3D-D897-4be2-8F04-BA451C77F1D7}"/>
          </a:extLst>
        </p:spPr>
        <p:txBody>
          <a:bodyPr vert="horz" wrap="square" lIns="99041" tIns="49520" rIns="99041" bIns="495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da-DK" noProof="0"/>
              <a:t>Klik for at redigere teksttypografierne i masteren</a:t>
            </a:r>
          </a:p>
          <a:p>
            <a:pPr lvl="1"/>
            <a:r>
              <a:rPr lang="da-DK" noProof="0"/>
              <a:t>Andet niveau</a:t>
            </a:r>
          </a:p>
          <a:p>
            <a:pPr lvl="2"/>
            <a:r>
              <a:rPr lang="da-DK" noProof="0"/>
              <a:t>Tredje niveau</a:t>
            </a:r>
          </a:p>
          <a:p>
            <a:pPr lvl="3"/>
            <a:r>
              <a:rPr lang="da-DK" noProof="0"/>
              <a:t>Fjerde niveau</a:t>
            </a:r>
          </a:p>
          <a:p>
            <a:pPr lvl="4"/>
            <a:r>
              <a:rPr lang="da-DK" noProof="0"/>
              <a:t>Femte niveau</a:t>
            </a:r>
          </a:p>
        </p:txBody>
      </p:sp>
      <p:sp>
        <p:nvSpPr>
          <p:cNvPr id="5126" name="Rectangle 6"/>
          <p:cNvSpPr>
            <a:spLocks noGrp="1" noChangeArrowheads="1"/>
          </p:cNvSpPr>
          <p:nvPr>
            <p:ph type="ftr" sz="quarter" idx="4"/>
          </p:nvPr>
        </p:nvSpPr>
        <p:spPr bwMode="auto">
          <a:xfrm>
            <a:off x="1" y="9723127"/>
            <a:ext cx="3077085" cy="511486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  <a:ext uri="{FAA26D3D-D897-4be2-8F04-BA451C77F1D7}"/>
          </a:extLst>
        </p:spPr>
        <p:txBody>
          <a:bodyPr vert="horz" wrap="square" lIns="99041" tIns="49520" rIns="99041" bIns="49520" numCol="1" anchor="b" anchorCtr="0" compatLnSpc="1">
            <a:prstTxWarp prst="textNoShape">
              <a:avLst/>
            </a:prstTxWarp>
          </a:bodyPr>
          <a:lstStyle>
            <a:lvl1pPr defTabSz="990528">
              <a:defRPr sz="1300" b="1">
                <a:solidFill>
                  <a:srgbClr val="CC0000"/>
                </a:solidFill>
                <a:latin typeface="Times New Roman" charset="0"/>
                <a:ea typeface="ＭＳ Ｐゴシック" charset="0"/>
                <a:cs typeface="+mn-cs"/>
              </a:defRPr>
            </a:lvl1pPr>
          </a:lstStyle>
          <a:p>
            <a:pPr>
              <a:defRPr/>
            </a:pPr>
            <a:endParaRPr lang="da-DK"/>
          </a:p>
        </p:txBody>
      </p:sp>
      <p:sp>
        <p:nvSpPr>
          <p:cNvPr id="5127" name="Rectangle 7"/>
          <p:cNvSpPr>
            <a:spLocks noGrp="1" noChangeArrowheads="1"/>
          </p:cNvSpPr>
          <p:nvPr>
            <p:ph type="sldNum" sz="quarter" idx="5"/>
          </p:nvPr>
        </p:nvSpPr>
        <p:spPr bwMode="auto">
          <a:xfrm>
            <a:off x="4022215" y="9723127"/>
            <a:ext cx="3077085" cy="511486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  <a:ext uri="{FAA26D3D-D897-4be2-8F04-BA451C77F1D7}"/>
          </a:extLst>
        </p:spPr>
        <p:txBody>
          <a:bodyPr vert="horz" wrap="square" lIns="99041" tIns="49520" rIns="99041" bIns="49520" numCol="1" anchor="b" anchorCtr="0" compatLnSpc="1">
            <a:prstTxWarp prst="textNoShape">
              <a:avLst/>
            </a:prstTxWarp>
          </a:bodyPr>
          <a:lstStyle>
            <a:lvl1pPr algn="r" defTabSz="990528">
              <a:defRPr sz="1300" b="1">
                <a:solidFill>
                  <a:srgbClr val="CC0000"/>
                </a:solidFill>
                <a:latin typeface="Times New Roman" pitchFamily="18" charset="0"/>
              </a:defRPr>
            </a:lvl1pPr>
          </a:lstStyle>
          <a:p>
            <a:pPr>
              <a:defRPr/>
            </a:pPr>
            <a:fld id="{E392DC24-3004-4372-BE92-7F24D50BA456}" type="slidenum">
              <a:rPr lang="da-DK" altLang="da-DK"/>
              <a:pPr>
                <a:defRPr/>
              </a:pPr>
              <a:t>‹#›</a:t>
            </a:fld>
            <a:endParaRPr lang="da-DK" altLang="da-DK"/>
          </a:p>
        </p:txBody>
      </p:sp>
    </p:spTree>
    <p:extLst>
      <p:ext uri="{BB962C8B-B14F-4D97-AF65-F5344CB8AC3E}">
        <p14:creationId xmlns:p14="http://schemas.microsoft.com/office/powerpoint/2010/main" val="712826252"/>
      </p:ext>
    </p:extLst>
  </p:cSld>
  <p:clrMap bg1="lt1" tx1="dk1" bg2="lt2" tx2="dk2" accent1="accent1" accent2="accent2" accent3="accent3" accent4="accent4" accent5="accent5" accent6="accent6" hlink="hlink" folHlink="folHlink"/>
  <p:hf hdr="0" ftr="0" dt="0"/>
  <p:notesStyle>
    <a:lvl1pPr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Times New Roman" charset="0"/>
        <a:ea typeface="ＭＳ Ｐゴシック" charset="0"/>
        <a:cs typeface="ＭＳ Ｐゴシック" charset="0"/>
      </a:defRPr>
    </a:lvl1pPr>
    <a:lvl2pPr marL="4572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Times New Roman" charset="0"/>
        <a:ea typeface="ＭＳ Ｐゴシック" charset="0"/>
        <a:cs typeface="+mn-cs"/>
      </a:defRPr>
    </a:lvl2pPr>
    <a:lvl3pPr marL="9144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Times New Roman" charset="0"/>
        <a:ea typeface="ＭＳ Ｐゴシック" charset="0"/>
        <a:cs typeface="+mn-cs"/>
      </a:defRPr>
    </a:lvl3pPr>
    <a:lvl4pPr marL="13716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Times New Roman" charset="0"/>
        <a:ea typeface="ＭＳ Ｐゴシック" charset="0"/>
        <a:cs typeface="+mn-cs"/>
      </a:defRPr>
    </a:lvl4pPr>
    <a:lvl5pPr marL="18288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Times New Roman" charset="0"/>
        <a:ea typeface="ＭＳ Ｐゴシック" charset="0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30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90528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pitchFamily="18" charset="0"/>
                <a:ea typeface="ＭＳ Ｐゴシック" pitchFamily="34" charset="-128"/>
              </a:defRPr>
            </a:lvl1pPr>
            <a:lvl2pPr marL="742897" indent="-285730" defTabSz="990528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pitchFamily="18" charset="0"/>
                <a:ea typeface="ＭＳ Ｐゴシック" pitchFamily="34" charset="-128"/>
              </a:defRPr>
            </a:lvl2pPr>
            <a:lvl3pPr marL="1142918" indent="-228584" defTabSz="990528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pitchFamily="18" charset="0"/>
                <a:ea typeface="ＭＳ Ｐゴシック" pitchFamily="34" charset="-128"/>
              </a:defRPr>
            </a:lvl3pPr>
            <a:lvl4pPr marL="1600085" indent="-228584" defTabSz="990528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pitchFamily="18" charset="0"/>
                <a:ea typeface="ＭＳ Ｐゴシック" pitchFamily="34" charset="-128"/>
              </a:defRPr>
            </a:lvl4pPr>
            <a:lvl5pPr marL="2057252" indent="-228584" defTabSz="990528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pitchFamily="18" charset="0"/>
                <a:ea typeface="ＭＳ Ｐゴシック" pitchFamily="34" charset="-128"/>
              </a:defRPr>
            </a:lvl5pPr>
            <a:lvl6pPr marL="2514419" indent="-228584" defTabSz="990528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Times New Roman" pitchFamily="18" charset="0"/>
                <a:ea typeface="ＭＳ Ｐゴシック" pitchFamily="34" charset="-128"/>
              </a:defRPr>
            </a:lvl6pPr>
            <a:lvl7pPr marL="2971585" indent="-228584" defTabSz="990528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Times New Roman" pitchFamily="18" charset="0"/>
                <a:ea typeface="ＭＳ Ｐゴシック" pitchFamily="34" charset="-128"/>
              </a:defRPr>
            </a:lvl7pPr>
            <a:lvl8pPr marL="3428752" indent="-228584" defTabSz="990528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Times New Roman" pitchFamily="18" charset="0"/>
                <a:ea typeface="ＭＳ Ｐゴシック" pitchFamily="34" charset="-128"/>
              </a:defRPr>
            </a:lvl8pPr>
            <a:lvl9pPr marL="3885919" indent="-228584" defTabSz="990528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Times New Roman" pitchFamily="18" charset="0"/>
                <a:ea typeface="ＭＳ Ｐゴシック" pitchFamily="34" charset="-128"/>
              </a:defRPr>
            </a:lvl9pPr>
          </a:lstStyle>
          <a:p>
            <a:pPr eaLnBrk="1" hangingPunct="1">
              <a:spcBef>
                <a:spcPct val="0"/>
              </a:spcBef>
            </a:pPr>
            <a:fld id="{392CB419-FA32-4238-A473-EBED58FF00DE}" type="slidenum">
              <a:rPr lang="da-DK" altLang="da-DK" sz="1300">
                <a:solidFill>
                  <a:srgbClr val="CC0000"/>
                </a:solidFill>
              </a:rPr>
              <a:pPr eaLnBrk="1" hangingPunct="1">
                <a:spcBef>
                  <a:spcPct val="0"/>
                </a:spcBef>
              </a:pPr>
              <a:t>1</a:t>
            </a:fld>
            <a:endParaRPr lang="da-DK" altLang="da-DK" sz="1300">
              <a:solidFill>
                <a:srgbClr val="CC0000"/>
              </a:solidFill>
            </a:endParaRPr>
          </a:p>
        </p:txBody>
      </p:sp>
      <p:sp>
        <p:nvSpPr>
          <p:cNvPr id="22531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xfrm>
            <a:off x="992188" y="768350"/>
            <a:ext cx="5114925" cy="3836988"/>
          </a:xfrm>
          <a:ln/>
        </p:spPr>
      </p:sp>
      <p:sp>
        <p:nvSpPr>
          <p:cNvPr id="22532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endParaRPr lang="en-US" altLang="da-DK" dirty="0">
              <a:latin typeface="Times New Roman" pitchFamily="18" charset="0"/>
              <a:ea typeface="ＭＳ Ｐゴシック" pitchFamily="34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1852312775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a-DK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E392DC24-3004-4372-BE92-7F24D50BA456}" type="slidenum">
              <a:rPr lang="da-DK" altLang="da-DK" smtClean="0"/>
              <a:pPr>
                <a:defRPr/>
              </a:pPr>
              <a:t>2</a:t>
            </a:fld>
            <a:endParaRPr lang="da-DK" altLang="da-DK"/>
          </a:p>
        </p:txBody>
      </p:sp>
    </p:spTree>
    <p:extLst>
      <p:ext uri="{BB962C8B-B14F-4D97-AF65-F5344CB8AC3E}">
        <p14:creationId xmlns:p14="http://schemas.microsoft.com/office/powerpoint/2010/main" val="282784194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a-DK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E392DC24-3004-4372-BE92-7F24D50BA456}" type="slidenum">
              <a:rPr lang="da-DK" altLang="da-DK" smtClean="0"/>
              <a:pPr>
                <a:defRPr/>
              </a:pPr>
              <a:t>3</a:t>
            </a:fld>
            <a:endParaRPr lang="da-DK" altLang="da-DK"/>
          </a:p>
        </p:txBody>
      </p:sp>
    </p:spTree>
    <p:extLst>
      <p:ext uri="{BB962C8B-B14F-4D97-AF65-F5344CB8AC3E}">
        <p14:creationId xmlns:p14="http://schemas.microsoft.com/office/powerpoint/2010/main" val="2965696860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a-DK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E392DC24-3004-4372-BE92-7F24D50BA456}" type="slidenum">
              <a:rPr lang="da-DK" altLang="da-DK" smtClean="0"/>
              <a:pPr>
                <a:defRPr/>
              </a:pPr>
              <a:t>4</a:t>
            </a:fld>
            <a:endParaRPr lang="da-DK" altLang="da-DK"/>
          </a:p>
        </p:txBody>
      </p:sp>
    </p:spTree>
    <p:extLst>
      <p:ext uri="{BB962C8B-B14F-4D97-AF65-F5344CB8AC3E}">
        <p14:creationId xmlns:p14="http://schemas.microsoft.com/office/powerpoint/2010/main" val="366418820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a-DK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E392DC24-3004-4372-BE92-7F24D50BA456}" type="slidenum">
              <a:rPr lang="da-DK" altLang="da-DK" smtClean="0"/>
              <a:pPr>
                <a:defRPr/>
              </a:pPr>
              <a:t>5</a:t>
            </a:fld>
            <a:endParaRPr lang="da-DK" altLang="da-DK"/>
          </a:p>
        </p:txBody>
      </p:sp>
    </p:spTree>
    <p:extLst>
      <p:ext uri="{BB962C8B-B14F-4D97-AF65-F5344CB8AC3E}">
        <p14:creationId xmlns:p14="http://schemas.microsoft.com/office/powerpoint/2010/main" val="2591892433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a-DK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E392DC24-3004-4372-BE92-7F24D50BA456}" type="slidenum">
              <a:rPr lang="da-DK" altLang="da-DK" smtClean="0"/>
              <a:pPr>
                <a:defRPr/>
              </a:pPr>
              <a:t>6</a:t>
            </a:fld>
            <a:endParaRPr lang="da-DK" altLang="da-DK"/>
          </a:p>
        </p:txBody>
      </p:sp>
    </p:spTree>
    <p:extLst>
      <p:ext uri="{BB962C8B-B14F-4D97-AF65-F5344CB8AC3E}">
        <p14:creationId xmlns:p14="http://schemas.microsoft.com/office/powerpoint/2010/main" val="4070095327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a-DK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E392DC24-3004-4372-BE92-7F24D50BA456}" type="slidenum">
              <a:rPr lang="da-DK" altLang="da-DK" smtClean="0"/>
              <a:pPr>
                <a:defRPr/>
              </a:pPr>
              <a:t>7</a:t>
            </a:fld>
            <a:endParaRPr lang="da-DK" altLang="da-DK"/>
          </a:p>
        </p:txBody>
      </p:sp>
    </p:spTree>
    <p:extLst>
      <p:ext uri="{BB962C8B-B14F-4D97-AF65-F5344CB8AC3E}">
        <p14:creationId xmlns:p14="http://schemas.microsoft.com/office/powerpoint/2010/main" val="2976514649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a-DK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E392DC24-3004-4372-BE92-7F24D50BA456}" type="slidenum">
              <a:rPr lang="da-DK" altLang="da-DK" smtClean="0"/>
              <a:pPr>
                <a:defRPr/>
              </a:pPr>
              <a:t>8</a:t>
            </a:fld>
            <a:endParaRPr lang="da-DK" altLang="da-DK"/>
          </a:p>
        </p:txBody>
      </p:sp>
    </p:spTree>
    <p:extLst>
      <p:ext uri="{BB962C8B-B14F-4D97-AF65-F5344CB8AC3E}">
        <p14:creationId xmlns:p14="http://schemas.microsoft.com/office/powerpoint/2010/main" val="1740370035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a-DK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E392DC24-3004-4372-BE92-7F24D50BA456}" type="slidenum">
              <a:rPr lang="da-DK" altLang="da-DK" smtClean="0"/>
              <a:pPr>
                <a:defRPr/>
              </a:pPr>
              <a:t>9</a:t>
            </a:fld>
            <a:endParaRPr lang="da-DK" altLang="da-DK"/>
          </a:p>
        </p:txBody>
      </p:sp>
    </p:spTree>
    <p:extLst>
      <p:ext uri="{BB962C8B-B14F-4D97-AF65-F5344CB8AC3E}">
        <p14:creationId xmlns:p14="http://schemas.microsoft.com/office/powerpoint/2010/main" val="156940841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a-DK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E392DC24-3004-4372-BE92-7F24D50BA456}" type="slidenum">
              <a:rPr lang="da-DK" altLang="da-DK" smtClean="0"/>
              <a:pPr>
                <a:defRPr/>
              </a:pPr>
              <a:t>10</a:t>
            </a:fld>
            <a:endParaRPr lang="da-DK" altLang="da-DK"/>
          </a:p>
        </p:txBody>
      </p:sp>
    </p:spTree>
    <p:extLst>
      <p:ext uri="{BB962C8B-B14F-4D97-AF65-F5344CB8AC3E}">
        <p14:creationId xmlns:p14="http://schemas.microsoft.com/office/powerpoint/2010/main" val="180403418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a-DK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E392DC24-3004-4372-BE92-7F24D50BA456}" type="slidenum">
              <a:rPr lang="da-DK" altLang="da-DK" smtClean="0"/>
              <a:pPr>
                <a:defRPr/>
              </a:pPr>
              <a:t>11</a:t>
            </a:fld>
            <a:endParaRPr lang="da-DK" altLang="da-DK"/>
          </a:p>
        </p:txBody>
      </p:sp>
    </p:spTree>
    <p:extLst>
      <p:ext uri="{BB962C8B-B14F-4D97-AF65-F5344CB8AC3E}">
        <p14:creationId xmlns:p14="http://schemas.microsoft.com/office/powerpoint/2010/main" val="1044010456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a-DK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E392DC24-3004-4372-BE92-7F24D50BA456}" type="slidenum">
              <a:rPr lang="da-DK" altLang="da-DK" smtClean="0"/>
              <a:pPr>
                <a:defRPr/>
              </a:pPr>
              <a:t>12</a:t>
            </a:fld>
            <a:endParaRPr lang="da-DK" altLang="da-DK"/>
          </a:p>
        </p:txBody>
      </p:sp>
    </p:spTree>
    <p:extLst>
      <p:ext uri="{BB962C8B-B14F-4D97-AF65-F5344CB8AC3E}">
        <p14:creationId xmlns:p14="http://schemas.microsoft.com/office/powerpoint/2010/main" val="2153384269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a-DK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E392DC24-3004-4372-BE92-7F24D50BA456}" type="slidenum">
              <a:rPr lang="da-DK" altLang="da-DK" smtClean="0"/>
              <a:pPr>
                <a:defRPr/>
              </a:pPr>
              <a:t>13</a:t>
            </a:fld>
            <a:endParaRPr lang="da-DK" altLang="da-DK"/>
          </a:p>
        </p:txBody>
      </p:sp>
    </p:spTree>
    <p:extLst>
      <p:ext uri="{BB962C8B-B14F-4D97-AF65-F5344CB8AC3E}">
        <p14:creationId xmlns:p14="http://schemas.microsoft.com/office/powerpoint/2010/main" val="1893014847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a-DK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E392DC24-3004-4372-BE92-7F24D50BA456}" type="slidenum">
              <a:rPr lang="da-DK" altLang="da-DK" smtClean="0"/>
              <a:pPr>
                <a:defRPr/>
              </a:pPr>
              <a:t>14</a:t>
            </a:fld>
            <a:endParaRPr lang="da-DK" altLang="da-DK"/>
          </a:p>
        </p:txBody>
      </p:sp>
    </p:spTree>
    <p:extLst>
      <p:ext uri="{BB962C8B-B14F-4D97-AF65-F5344CB8AC3E}">
        <p14:creationId xmlns:p14="http://schemas.microsoft.com/office/powerpoint/2010/main" val="3202833406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a-DK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E392DC24-3004-4372-BE92-7F24D50BA456}" type="slidenum">
              <a:rPr lang="da-DK" altLang="da-DK" smtClean="0"/>
              <a:pPr>
                <a:defRPr/>
              </a:pPr>
              <a:t>15</a:t>
            </a:fld>
            <a:endParaRPr lang="da-DK" altLang="da-DK"/>
          </a:p>
        </p:txBody>
      </p:sp>
    </p:spTree>
    <p:extLst>
      <p:ext uri="{BB962C8B-B14F-4D97-AF65-F5344CB8AC3E}">
        <p14:creationId xmlns:p14="http://schemas.microsoft.com/office/powerpoint/2010/main" val="448148755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a-DK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E392DC24-3004-4372-BE92-7F24D50BA456}" type="slidenum">
              <a:rPr lang="da-DK" altLang="da-DK" smtClean="0"/>
              <a:pPr>
                <a:defRPr/>
              </a:pPr>
              <a:t>16</a:t>
            </a:fld>
            <a:endParaRPr lang="da-DK" altLang="da-DK"/>
          </a:p>
        </p:txBody>
      </p:sp>
    </p:spTree>
    <p:extLst>
      <p:ext uri="{BB962C8B-B14F-4D97-AF65-F5344CB8AC3E}">
        <p14:creationId xmlns:p14="http://schemas.microsoft.com/office/powerpoint/2010/main" val="1555358959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a-DK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E392DC24-3004-4372-BE92-7F24D50BA456}" type="slidenum">
              <a:rPr lang="da-DK" altLang="da-DK" smtClean="0"/>
              <a:pPr>
                <a:defRPr/>
              </a:pPr>
              <a:t>17</a:t>
            </a:fld>
            <a:endParaRPr lang="da-DK" altLang="da-DK"/>
          </a:p>
        </p:txBody>
      </p:sp>
    </p:spTree>
    <p:extLst>
      <p:ext uri="{BB962C8B-B14F-4D97-AF65-F5344CB8AC3E}">
        <p14:creationId xmlns:p14="http://schemas.microsoft.com/office/powerpoint/2010/main" val="493939979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a-DK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E392DC24-3004-4372-BE92-7F24D50BA456}" type="slidenum">
              <a:rPr lang="da-DK" altLang="da-DK" smtClean="0"/>
              <a:pPr>
                <a:defRPr/>
              </a:pPr>
              <a:t>18</a:t>
            </a:fld>
            <a:endParaRPr lang="da-DK" altLang="da-DK"/>
          </a:p>
        </p:txBody>
      </p:sp>
    </p:spTree>
    <p:extLst>
      <p:ext uri="{BB962C8B-B14F-4D97-AF65-F5344CB8AC3E}">
        <p14:creationId xmlns:p14="http://schemas.microsoft.com/office/powerpoint/2010/main" val="424120063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a-DK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E392DC24-3004-4372-BE92-7F24D50BA456}" type="slidenum">
              <a:rPr lang="da-DK" altLang="da-DK" smtClean="0"/>
              <a:pPr>
                <a:defRPr/>
              </a:pPr>
              <a:t>19</a:t>
            </a:fld>
            <a:endParaRPr lang="da-DK" altLang="da-DK"/>
          </a:p>
        </p:txBody>
      </p:sp>
    </p:spTree>
    <p:extLst>
      <p:ext uri="{BB962C8B-B14F-4D97-AF65-F5344CB8AC3E}">
        <p14:creationId xmlns:p14="http://schemas.microsoft.com/office/powerpoint/2010/main" val="1315659212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42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90528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pitchFamily="18" charset="0"/>
                <a:ea typeface="ＭＳ Ｐゴシック" pitchFamily="34" charset="-128"/>
              </a:defRPr>
            </a:lvl1pPr>
            <a:lvl2pPr marL="742897" indent="-285730" defTabSz="990528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pitchFamily="18" charset="0"/>
                <a:ea typeface="ＭＳ Ｐゴシック" pitchFamily="34" charset="-128"/>
              </a:defRPr>
            </a:lvl2pPr>
            <a:lvl3pPr marL="1142918" indent="-228584" defTabSz="990528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pitchFamily="18" charset="0"/>
                <a:ea typeface="ＭＳ Ｐゴシック" pitchFamily="34" charset="-128"/>
              </a:defRPr>
            </a:lvl3pPr>
            <a:lvl4pPr marL="1600085" indent="-228584" defTabSz="990528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pitchFamily="18" charset="0"/>
                <a:ea typeface="ＭＳ Ｐゴシック" pitchFamily="34" charset="-128"/>
              </a:defRPr>
            </a:lvl4pPr>
            <a:lvl5pPr marL="2057252" indent="-228584" defTabSz="990528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pitchFamily="18" charset="0"/>
                <a:ea typeface="ＭＳ Ｐゴシック" pitchFamily="34" charset="-128"/>
              </a:defRPr>
            </a:lvl5pPr>
            <a:lvl6pPr marL="2514419" indent="-228584" defTabSz="990528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Times New Roman" pitchFamily="18" charset="0"/>
                <a:ea typeface="ＭＳ Ｐゴシック" pitchFamily="34" charset="-128"/>
              </a:defRPr>
            </a:lvl6pPr>
            <a:lvl7pPr marL="2971585" indent="-228584" defTabSz="990528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Times New Roman" pitchFamily="18" charset="0"/>
                <a:ea typeface="ＭＳ Ｐゴシック" pitchFamily="34" charset="-128"/>
              </a:defRPr>
            </a:lvl7pPr>
            <a:lvl8pPr marL="3428752" indent="-228584" defTabSz="990528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Times New Roman" pitchFamily="18" charset="0"/>
                <a:ea typeface="ＭＳ Ｐゴシック" pitchFamily="34" charset="-128"/>
              </a:defRPr>
            </a:lvl8pPr>
            <a:lvl9pPr marL="3885919" indent="-228584" defTabSz="990528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Times New Roman" pitchFamily="18" charset="0"/>
                <a:ea typeface="ＭＳ Ｐゴシック" pitchFamily="34" charset="-128"/>
              </a:defRPr>
            </a:lvl9pPr>
          </a:lstStyle>
          <a:p>
            <a:pPr eaLnBrk="1" hangingPunct="1">
              <a:spcBef>
                <a:spcPct val="0"/>
              </a:spcBef>
            </a:pPr>
            <a:fld id="{0A7C83F2-97F6-4FF2-A03C-029400408B2C}" type="slidenum">
              <a:rPr lang="da-DK" altLang="da-DK" sz="1300">
                <a:solidFill>
                  <a:srgbClr val="CC0000"/>
                </a:solidFill>
              </a:rPr>
              <a:pPr eaLnBrk="1" hangingPunct="1">
                <a:spcBef>
                  <a:spcPct val="0"/>
                </a:spcBef>
              </a:pPr>
              <a:t>20</a:t>
            </a:fld>
            <a:endParaRPr lang="da-DK" altLang="da-DK" sz="1300">
              <a:solidFill>
                <a:srgbClr val="CC0000"/>
              </a:solidFill>
            </a:endParaRPr>
          </a:p>
        </p:txBody>
      </p:sp>
      <p:sp>
        <p:nvSpPr>
          <p:cNvPr id="10243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xfrm>
            <a:off x="992188" y="768350"/>
            <a:ext cx="5114925" cy="3836988"/>
          </a:xfrm>
          <a:ln/>
        </p:spPr>
      </p:sp>
      <p:sp>
        <p:nvSpPr>
          <p:cNvPr id="10244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endParaRPr lang="en-US" altLang="da-DK">
              <a:latin typeface="Times New Roman" pitchFamily="18" charset="0"/>
              <a:ea typeface="ＭＳ Ｐゴシック" pitchFamily="34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349708455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da-DK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/>
            </a:lvl1pPr>
            <a:lvl2pPr marL="457200" indent="0" algn="ctr">
              <a:buNone/>
              <a:defRPr/>
            </a:lvl2pPr>
            <a:lvl3pPr marL="914400" indent="0" algn="ctr">
              <a:buNone/>
              <a:defRPr/>
            </a:lvl3pPr>
            <a:lvl4pPr marL="1371600" indent="0" algn="ctr">
              <a:buNone/>
              <a:defRPr/>
            </a:lvl4pPr>
            <a:lvl5pPr marL="1828800" indent="0" algn="ctr">
              <a:buNone/>
              <a:defRPr/>
            </a:lvl5pPr>
            <a:lvl6pPr marL="2286000" indent="0" algn="ctr">
              <a:buNone/>
              <a:defRPr/>
            </a:lvl6pPr>
            <a:lvl7pPr marL="2743200" indent="0" algn="ctr">
              <a:buNone/>
              <a:defRPr/>
            </a:lvl7pPr>
            <a:lvl8pPr marL="3200400" indent="0" algn="ctr">
              <a:buNone/>
              <a:defRPr/>
            </a:lvl8pPr>
            <a:lvl9pPr marL="3657600" indent="0" algn="ctr">
              <a:buNone/>
              <a:defRPr/>
            </a:lvl9pPr>
          </a:lstStyle>
          <a:p>
            <a:r>
              <a:rPr lang="da-DK"/>
              <a:t>Click to edit Master subtitle style</a:t>
            </a:r>
            <a:endParaRPr lang="en-US"/>
          </a:p>
        </p:txBody>
      </p:sp>
      <p:sp>
        <p:nvSpPr>
          <p:cNvPr id="7" name="Slide Number Placeholder 6"/>
          <p:cNvSpPr>
            <a:spLocks noGrp="1" noChangeArrowheads="1"/>
          </p:cNvSpPr>
          <p:nvPr>
            <p:ph type="sldNum" sz="quarter" idx="12"/>
          </p:nvPr>
        </p:nvSpPr>
        <p:spPr>
          <a:xfrm>
            <a:off x="8532440" y="6400800"/>
            <a:ext cx="611560" cy="457200"/>
          </a:xfrm>
          <a:prstGeom prst="rect">
            <a:avLst/>
          </a:prstGeom>
          <a:ln/>
        </p:spPr>
        <p:txBody>
          <a:bodyPr/>
          <a:lstStyle>
            <a:lvl1pPr algn="l">
              <a:defRPr sz="1800" b="1">
                <a:solidFill>
                  <a:srgbClr val="003399"/>
                </a:solidFill>
                <a:latin typeface="+mn-lt"/>
              </a:defRPr>
            </a:lvl1pPr>
          </a:lstStyle>
          <a:p>
            <a:pPr>
              <a:defRPr/>
            </a:pPr>
            <a:fld id="{3A57ADD0-007F-4610-9D7D-5E5ADEAA50E0}" type="slidenum">
              <a:rPr lang="da-DK" altLang="da-DK" smtClean="0"/>
              <a:pPr>
                <a:defRPr/>
              </a:pPr>
              <a:t>‹#›</a:t>
            </a:fld>
            <a:endParaRPr lang="da-DK" altLang="da-DK" dirty="0"/>
          </a:p>
        </p:txBody>
      </p:sp>
    </p:spTree>
    <p:extLst>
      <p:ext uri="{BB962C8B-B14F-4D97-AF65-F5344CB8AC3E}">
        <p14:creationId xmlns:p14="http://schemas.microsoft.com/office/powerpoint/2010/main" val="251983688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a-DK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da-DK" dirty="0" err="1"/>
              <a:t>Click</a:t>
            </a:r>
            <a:r>
              <a:rPr lang="da-DK" dirty="0"/>
              <a:t> to </a:t>
            </a:r>
            <a:r>
              <a:rPr lang="da-DK" dirty="0" err="1"/>
              <a:t>edit</a:t>
            </a:r>
            <a:r>
              <a:rPr lang="da-DK" dirty="0"/>
              <a:t> Master </a:t>
            </a:r>
            <a:r>
              <a:rPr lang="da-DK" dirty="0" err="1"/>
              <a:t>text</a:t>
            </a:r>
            <a:r>
              <a:rPr lang="da-DK" dirty="0"/>
              <a:t> </a:t>
            </a:r>
            <a:r>
              <a:rPr lang="da-DK" dirty="0" err="1"/>
              <a:t>styles</a:t>
            </a:r>
            <a:endParaRPr lang="da-DK" dirty="0"/>
          </a:p>
          <a:p>
            <a:pPr lvl="1"/>
            <a:r>
              <a:rPr lang="da-DK" dirty="0"/>
              <a:t>Second </a:t>
            </a:r>
            <a:r>
              <a:rPr lang="da-DK" dirty="0" err="1"/>
              <a:t>level</a:t>
            </a:r>
            <a:endParaRPr lang="da-DK" dirty="0"/>
          </a:p>
          <a:p>
            <a:pPr lvl="2"/>
            <a:r>
              <a:rPr lang="da-DK" dirty="0"/>
              <a:t>Third </a:t>
            </a:r>
            <a:r>
              <a:rPr lang="da-DK" dirty="0" err="1"/>
              <a:t>level</a:t>
            </a:r>
            <a:endParaRPr lang="da-DK" dirty="0"/>
          </a:p>
          <a:p>
            <a:pPr lvl="3"/>
            <a:r>
              <a:rPr lang="da-DK" dirty="0" err="1"/>
              <a:t>Fourth</a:t>
            </a:r>
            <a:r>
              <a:rPr lang="da-DK" dirty="0"/>
              <a:t> </a:t>
            </a:r>
            <a:r>
              <a:rPr lang="da-DK" dirty="0" err="1"/>
              <a:t>level</a:t>
            </a:r>
            <a:endParaRPr lang="da-DK" dirty="0"/>
          </a:p>
          <a:p>
            <a:pPr lvl="4"/>
            <a:r>
              <a:rPr lang="da-DK" dirty="0"/>
              <a:t>Fifth </a:t>
            </a:r>
            <a:r>
              <a:rPr lang="da-DK" dirty="0" err="1"/>
              <a:t>level</a:t>
            </a:r>
            <a:endParaRPr lang="en-US" dirty="0"/>
          </a:p>
        </p:txBody>
      </p:sp>
      <p:sp>
        <p:nvSpPr>
          <p:cNvPr id="6" name="Rectangle 6"/>
          <p:cNvSpPr>
            <a:spLocks noGrp="1" noChangeArrowheads="1"/>
          </p:cNvSpPr>
          <p:nvPr>
            <p:ph type="sldNum" sz="quarter" idx="12"/>
          </p:nvPr>
        </p:nvSpPr>
        <p:spPr>
          <a:xfrm>
            <a:off x="8460432" y="6400800"/>
            <a:ext cx="683568" cy="457200"/>
          </a:xfrm>
          <a:prstGeom prst="rect">
            <a:avLst/>
          </a:prstGeom>
          <a:ln>
            <a:noFill/>
          </a:ln>
        </p:spPr>
        <p:txBody>
          <a:bodyPr/>
          <a:lstStyle>
            <a:lvl1pPr algn="ctr">
              <a:defRPr sz="1800" b="1">
                <a:solidFill>
                  <a:srgbClr val="003399"/>
                </a:solidFill>
                <a:latin typeface="+mn-lt"/>
              </a:defRPr>
            </a:lvl1pPr>
          </a:lstStyle>
          <a:p>
            <a:pPr>
              <a:defRPr/>
            </a:pPr>
            <a:fld id="{3A57ADD0-007F-4610-9D7D-5E5ADEAA50E0}" type="slidenum">
              <a:rPr lang="da-DK" altLang="da-DK" smtClean="0"/>
              <a:pPr>
                <a:defRPr/>
              </a:pPr>
              <a:t>‹#›</a:t>
            </a:fld>
            <a:endParaRPr lang="da-DK" altLang="da-DK" dirty="0"/>
          </a:p>
        </p:txBody>
      </p:sp>
    </p:spTree>
    <p:extLst>
      <p:ext uri="{BB962C8B-B14F-4D97-AF65-F5344CB8AC3E}">
        <p14:creationId xmlns:p14="http://schemas.microsoft.com/office/powerpoint/2010/main" val="309467525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a-DK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68313" y="1052513"/>
            <a:ext cx="4027487" cy="5195887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da-DK" dirty="0" err="1"/>
              <a:t>Click</a:t>
            </a:r>
            <a:r>
              <a:rPr lang="da-DK" dirty="0"/>
              <a:t> to </a:t>
            </a:r>
            <a:r>
              <a:rPr lang="da-DK" dirty="0" err="1"/>
              <a:t>edit</a:t>
            </a:r>
            <a:r>
              <a:rPr lang="da-DK" dirty="0"/>
              <a:t> Master </a:t>
            </a:r>
            <a:r>
              <a:rPr lang="da-DK" dirty="0" err="1"/>
              <a:t>text</a:t>
            </a:r>
            <a:r>
              <a:rPr lang="da-DK" dirty="0"/>
              <a:t> </a:t>
            </a:r>
            <a:r>
              <a:rPr lang="da-DK" dirty="0" err="1"/>
              <a:t>styles</a:t>
            </a:r>
            <a:endParaRPr lang="da-DK" dirty="0"/>
          </a:p>
          <a:p>
            <a:pPr lvl="1"/>
            <a:r>
              <a:rPr lang="da-DK" dirty="0"/>
              <a:t>Second </a:t>
            </a:r>
            <a:r>
              <a:rPr lang="da-DK" dirty="0" err="1"/>
              <a:t>level</a:t>
            </a:r>
            <a:endParaRPr lang="da-DK" dirty="0"/>
          </a:p>
          <a:p>
            <a:pPr lvl="2"/>
            <a:r>
              <a:rPr lang="da-DK" dirty="0"/>
              <a:t>Third </a:t>
            </a:r>
            <a:r>
              <a:rPr lang="da-DK" dirty="0" err="1"/>
              <a:t>level</a:t>
            </a:r>
            <a:endParaRPr lang="da-DK" dirty="0"/>
          </a:p>
          <a:p>
            <a:pPr lvl="3"/>
            <a:r>
              <a:rPr lang="da-DK" dirty="0" err="1"/>
              <a:t>Fourth</a:t>
            </a:r>
            <a:r>
              <a:rPr lang="da-DK" dirty="0"/>
              <a:t> </a:t>
            </a:r>
            <a:r>
              <a:rPr lang="da-DK" dirty="0" err="1"/>
              <a:t>level</a:t>
            </a:r>
            <a:endParaRPr lang="da-DK" dirty="0"/>
          </a:p>
          <a:p>
            <a:pPr lvl="4"/>
            <a:r>
              <a:rPr lang="da-DK" dirty="0"/>
              <a:t>Fifth </a:t>
            </a:r>
            <a:r>
              <a:rPr lang="da-DK" dirty="0" err="1"/>
              <a:t>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052513"/>
            <a:ext cx="4027488" cy="5195887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da-DK"/>
              <a:t>Click to edit Master text styles</a:t>
            </a:r>
          </a:p>
          <a:p>
            <a:pPr lvl="1"/>
            <a:r>
              <a:rPr lang="da-DK"/>
              <a:t>Second level</a:t>
            </a:r>
          </a:p>
          <a:p>
            <a:pPr lvl="2"/>
            <a:r>
              <a:rPr lang="da-DK"/>
              <a:t>Third level</a:t>
            </a:r>
          </a:p>
          <a:p>
            <a:pPr lvl="3"/>
            <a:r>
              <a:rPr lang="da-DK"/>
              <a:t>Fourth level</a:t>
            </a:r>
          </a:p>
          <a:p>
            <a:pPr lvl="4"/>
            <a:r>
              <a:rPr lang="da-DK"/>
              <a:t>Fifth level</a:t>
            </a:r>
            <a:endParaRPr lang="en-US"/>
          </a:p>
        </p:txBody>
      </p:sp>
      <p:sp>
        <p:nvSpPr>
          <p:cNvPr id="8" name="Rectangle 6"/>
          <p:cNvSpPr>
            <a:spLocks noGrp="1" noChangeArrowheads="1"/>
          </p:cNvSpPr>
          <p:nvPr>
            <p:ph type="sldNum" sz="quarter" idx="12"/>
          </p:nvPr>
        </p:nvSpPr>
        <p:spPr>
          <a:xfrm>
            <a:off x="8532440" y="6400800"/>
            <a:ext cx="611560" cy="457200"/>
          </a:xfrm>
          <a:ln/>
        </p:spPr>
        <p:txBody>
          <a:bodyPr/>
          <a:lstStyle>
            <a:lvl1pPr algn="l">
              <a:defRPr sz="1800" b="1">
                <a:solidFill>
                  <a:srgbClr val="003399"/>
                </a:solidFill>
                <a:latin typeface="+mn-lt"/>
              </a:defRPr>
            </a:lvl1pPr>
          </a:lstStyle>
          <a:p>
            <a:pPr>
              <a:defRPr/>
            </a:pPr>
            <a:fld id="{3A57ADD0-007F-4610-9D7D-5E5ADEAA50E0}" type="slidenum">
              <a:rPr lang="da-DK" altLang="da-DK" smtClean="0"/>
              <a:pPr>
                <a:defRPr/>
              </a:pPr>
              <a:t>‹#›</a:t>
            </a:fld>
            <a:endParaRPr lang="da-DK" altLang="da-DK" dirty="0"/>
          </a:p>
        </p:txBody>
      </p:sp>
    </p:spTree>
    <p:extLst>
      <p:ext uri="{BB962C8B-B14F-4D97-AF65-F5344CB8AC3E}">
        <p14:creationId xmlns:p14="http://schemas.microsoft.com/office/powerpoint/2010/main" val="20487145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a-DK"/>
              <a:t>Click to edit Master title style</a:t>
            </a:r>
            <a:endParaRPr lang="en-US"/>
          </a:p>
        </p:txBody>
      </p:sp>
      <p:sp>
        <p:nvSpPr>
          <p:cNvPr id="6" name="Rectangle 6"/>
          <p:cNvSpPr>
            <a:spLocks noGrp="1" noChangeArrowheads="1"/>
          </p:cNvSpPr>
          <p:nvPr>
            <p:ph type="sldNum" sz="quarter" idx="12"/>
          </p:nvPr>
        </p:nvSpPr>
        <p:spPr>
          <a:xfrm>
            <a:off x="8532440" y="6400800"/>
            <a:ext cx="611560" cy="457200"/>
          </a:xfrm>
          <a:ln/>
        </p:spPr>
        <p:txBody>
          <a:bodyPr/>
          <a:lstStyle>
            <a:lvl1pPr algn="l">
              <a:defRPr sz="1800" b="1">
                <a:solidFill>
                  <a:srgbClr val="003399"/>
                </a:solidFill>
                <a:latin typeface="+mn-lt"/>
              </a:defRPr>
            </a:lvl1pPr>
          </a:lstStyle>
          <a:p>
            <a:pPr>
              <a:defRPr/>
            </a:pPr>
            <a:fld id="{3A57ADD0-007F-4610-9D7D-5E5ADEAA50E0}" type="slidenum">
              <a:rPr lang="da-DK" altLang="da-DK" smtClean="0"/>
              <a:pPr>
                <a:defRPr/>
              </a:pPr>
              <a:t>‹#›</a:t>
            </a:fld>
            <a:endParaRPr lang="da-DK" altLang="da-DK" dirty="0"/>
          </a:p>
        </p:txBody>
      </p:sp>
    </p:spTree>
    <p:extLst>
      <p:ext uri="{BB962C8B-B14F-4D97-AF65-F5344CB8AC3E}">
        <p14:creationId xmlns:p14="http://schemas.microsoft.com/office/powerpoint/2010/main" val="426023232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5" Type="http://schemas.openxmlformats.org/officeDocument/2006/relationships/theme" Target="../theme/theme1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Rectangle 2"/>
          <p:cNvSpPr>
            <a:spLocks noGrp="1" noChangeArrowheads="1"/>
          </p:cNvSpPr>
          <p:nvPr>
            <p:ph type="title"/>
          </p:nvPr>
        </p:nvSpPr>
        <p:spPr bwMode="auto">
          <a:xfrm>
            <a:off x="468313" y="333375"/>
            <a:ext cx="8207375" cy="6096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  <a:ext uri="{FAA26D3D-D897-4be2-8F04-BA451C77F1D7}"/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da-DK"/>
              <a:t>Click to edit Master title style</a:t>
            </a:r>
          </a:p>
        </p:txBody>
      </p:sp>
      <p:sp>
        <p:nvSpPr>
          <p:cNvPr id="1027" name="Rectangle 3"/>
          <p:cNvSpPr>
            <a:spLocks noGrp="1" noChangeArrowheads="1"/>
          </p:cNvSpPr>
          <p:nvPr>
            <p:ph type="body" idx="1"/>
          </p:nvPr>
        </p:nvSpPr>
        <p:spPr bwMode="auto">
          <a:xfrm>
            <a:off x="468313" y="1052513"/>
            <a:ext cx="8207375" cy="519588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  <a:ext uri="{FAA26D3D-D897-4be2-8F04-BA451C77F1D7}"/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da-DK" dirty="0" err="1"/>
              <a:t>Click</a:t>
            </a:r>
            <a:r>
              <a:rPr lang="da-DK" dirty="0"/>
              <a:t> to </a:t>
            </a:r>
            <a:r>
              <a:rPr lang="da-DK" dirty="0" err="1"/>
              <a:t>edit</a:t>
            </a:r>
            <a:r>
              <a:rPr lang="da-DK" dirty="0"/>
              <a:t> Master </a:t>
            </a:r>
            <a:r>
              <a:rPr lang="da-DK" dirty="0" err="1"/>
              <a:t>text</a:t>
            </a:r>
            <a:r>
              <a:rPr lang="da-DK" dirty="0"/>
              <a:t> </a:t>
            </a:r>
            <a:r>
              <a:rPr lang="da-DK" dirty="0" err="1"/>
              <a:t>styles</a:t>
            </a:r>
            <a:endParaRPr lang="da-DK" dirty="0"/>
          </a:p>
          <a:p>
            <a:pPr lvl="1"/>
            <a:r>
              <a:rPr lang="da-DK" dirty="0"/>
              <a:t>Second </a:t>
            </a:r>
            <a:r>
              <a:rPr lang="da-DK" dirty="0" err="1"/>
              <a:t>level</a:t>
            </a:r>
            <a:endParaRPr lang="da-DK" dirty="0"/>
          </a:p>
          <a:p>
            <a:pPr lvl="2"/>
            <a:r>
              <a:rPr lang="da-DK" dirty="0"/>
              <a:t>Third </a:t>
            </a:r>
            <a:r>
              <a:rPr lang="da-DK" dirty="0" err="1"/>
              <a:t>level</a:t>
            </a:r>
            <a:endParaRPr lang="da-DK" dirty="0"/>
          </a:p>
          <a:p>
            <a:pPr lvl="3"/>
            <a:r>
              <a:rPr lang="da-DK" dirty="0" err="1"/>
              <a:t>Fourth</a:t>
            </a:r>
            <a:r>
              <a:rPr lang="da-DK" dirty="0"/>
              <a:t> </a:t>
            </a:r>
            <a:r>
              <a:rPr lang="da-DK" dirty="0" err="1"/>
              <a:t>level</a:t>
            </a:r>
            <a:endParaRPr lang="da-DK" dirty="0"/>
          </a:p>
          <a:p>
            <a:pPr lvl="4"/>
            <a:r>
              <a:rPr lang="da-DK" dirty="0"/>
              <a:t>Fifth </a:t>
            </a:r>
            <a:r>
              <a:rPr lang="da-DK" dirty="0" err="1"/>
              <a:t>level</a:t>
            </a:r>
            <a:endParaRPr lang="da-DK" dirty="0"/>
          </a:p>
        </p:txBody>
      </p:sp>
      <p:sp>
        <p:nvSpPr>
          <p:cNvPr id="1033" name="Line 9"/>
          <p:cNvSpPr>
            <a:spLocks noChangeShapeType="1"/>
          </p:cNvSpPr>
          <p:nvPr userDrawn="1"/>
        </p:nvSpPr>
        <p:spPr bwMode="auto">
          <a:xfrm flipV="1">
            <a:off x="468313" y="981075"/>
            <a:ext cx="8207375" cy="0"/>
          </a:xfrm>
          <a:prstGeom prst="line">
            <a:avLst/>
          </a:prstGeom>
          <a:noFill/>
          <a:ln w="25400">
            <a:solidFill>
              <a:srgbClr val="000066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/>
          <a:lstStyle/>
          <a:p>
            <a:pPr>
              <a:defRPr/>
            </a:pPr>
            <a:endParaRPr lang="en-US">
              <a:ea typeface="ＭＳ Ｐゴシック" charset="0"/>
            </a:endParaRPr>
          </a:p>
        </p:txBody>
      </p:sp>
      <p:sp>
        <p:nvSpPr>
          <p:cNvPr id="8" name="Rectangle 6"/>
          <p:cNvSpPr>
            <a:spLocks noGrp="1" noChangeArrowheads="1"/>
          </p:cNvSpPr>
          <p:nvPr>
            <p:ph type="sldNum" sz="quarter" idx="4"/>
          </p:nvPr>
        </p:nvSpPr>
        <p:spPr>
          <a:xfrm>
            <a:off x="8532440" y="6400800"/>
            <a:ext cx="611560" cy="457200"/>
          </a:xfrm>
          <a:prstGeom prst="rect">
            <a:avLst/>
          </a:prstGeom>
          <a:ln/>
        </p:spPr>
        <p:txBody>
          <a:bodyPr/>
          <a:lstStyle>
            <a:lvl1pPr algn="l">
              <a:defRPr sz="1800" b="1">
                <a:solidFill>
                  <a:srgbClr val="003399"/>
                </a:solidFill>
                <a:latin typeface="+mn-lt"/>
              </a:defRPr>
            </a:lvl1pPr>
          </a:lstStyle>
          <a:p>
            <a:pPr>
              <a:defRPr/>
            </a:pPr>
            <a:fld id="{3A57ADD0-007F-4610-9D7D-5E5ADEAA50E0}" type="slidenum">
              <a:rPr lang="da-DK" altLang="da-DK" smtClean="0"/>
              <a:pPr>
                <a:defRPr/>
              </a:pPr>
              <a:t>‹#›</a:t>
            </a:fld>
            <a:endParaRPr lang="da-DK" altLang="da-DK" dirty="0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2" r:id="rId3"/>
    <p:sldLayoutId id="2147483654" r:id="rId4"/>
  </p:sldLayoutIdLst>
  <p:hf hdr="0" ftr="0" dt="0"/>
  <p:txStyles>
    <p:titleStyle>
      <a:lvl1pPr algn="l" rtl="0" eaLnBrk="0" fontAlgn="base" hangingPunct="0">
        <a:spcBef>
          <a:spcPct val="0"/>
        </a:spcBef>
        <a:spcAft>
          <a:spcPct val="0"/>
        </a:spcAft>
        <a:defRPr sz="3600" b="1">
          <a:solidFill>
            <a:srgbClr val="000066"/>
          </a:solidFill>
          <a:latin typeface="+mj-lt"/>
          <a:ea typeface="+mj-ea"/>
          <a:cs typeface="ＭＳ Ｐゴシック" charset="0"/>
        </a:defRPr>
      </a:lvl1pPr>
      <a:lvl2pPr algn="l" rtl="0" eaLnBrk="0" fontAlgn="base" hangingPunct="0">
        <a:spcBef>
          <a:spcPct val="0"/>
        </a:spcBef>
        <a:spcAft>
          <a:spcPct val="0"/>
        </a:spcAft>
        <a:defRPr sz="3600" b="1">
          <a:solidFill>
            <a:srgbClr val="000066"/>
          </a:solidFill>
          <a:latin typeface="Arial" charset="0"/>
          <a:ea typeface="ＭＳ Ｐゴシック" charset="0"/>
          <a:cs typeface="ＭＳ Ｐゴシック" charset="0"/>
        </a:defRPr>
      </a:lvl2pPr>
      <a:lvl3pPr algn="l" rtl="0" eaLnBrk="0" fontAlgn="base" hangingPunct="0">
        <a:spcBef>
          <a:spcPct val="0"/>
        </a:spcBef>
        <a:spcAft>
          <a:spcPct val="0"/>
        </a:spcAft>
        <a:defRPr sz="3600" b="1">
          <a:solidFill>
            <a:srgbClr val="000066"/>
          </a:solidFill>
          <a:latin typeface="Arial" charset="0"/>
          <a:ea typeface="ＭＳ Ｐゴシック" charset="0"/>
          <a:cs typeface="ＭＳ Ｐゴシック" charset="0"/>
        </a:defRPr>
      </a:lvl3pPr>
      <a:lvl4pPr algn="l" rtl="0" eaLnBrk="0" fontAlgn="base" hangingPunct="0">
        <a:spcBef>
          <a:spcPct val="0"/>
        </a:spcBef>
        <a:spcAft>
          <a:spcPct val="0"/>
        </a:spcAft>
        <a:defRPr sz="3600" b="1">
          <a:solidFill>
            <a:srgbClr val="000066"/>
          </a:solidFill>
          <a:latin typeface="Arial" charset="0"/>
          <a:ea typeface="ＭＳ Ｐゴシック" charset="0"/>
          <a:cs typeface="ＭＳ Ｐゴシック" charset="0"/>
        </a:defRPr>
      </a:lvl4pPr>
      <a:lvl5pPr algn="l" rtl="0" eaLnBrk="0" fontAlgn="base" hangingPunct="0">
        <a:spcBef>
          <a:spcPct val="0"/>
        </a:spcBef>
        <a:spcAft>
          <a:spcPct val="0"/>
        </a:spcAft>
        <a:defRPr sz="3600" b="1">
          <a:solidFill>
            <a:srgbClr val="000066"/>
          </a:solidFill>
          <a:latin typeface="Arial" charset="0"/>
          <a:ea typeface="ＭＳ Ｐゴシック" charset="0"/>
          <a:cs typeface="ＭＳ Ｐゴシック" charset="0"/>
        </a:defRPr>
      </a:lvl5pPr>
      <a:lvl6pPr marL="457200" algn="l" rtl="0" fontAlgn="base">
        <a:spcBef>
          <a:spcPct val="0"/>
        </a:spcBef>
        <a:spcAft>
          <a:spcPct val="0"/>
        </a:spcAft>
        <a:defRPr sz="3600" b="1">
          <a:solidFill>
            <a:srgbClr val="000066"/>
          </a:solidFill>
          <a:latin typeface="Arial" charset="0"/>
          <a:ea typeface="ＭＳ Ｐゴシック" charset="0"/>
        </a:defRPr>
      </a:lvl6pPr>
      <a:lvl7pPr marL="914400" algn="l" rtl="0" fontAlgn="base">
        <a:spcBef>
          <a:spcPct val="0"/>
        </a:spcBef>
        <a:spcAft>
          <a:spcPct val="0"/>
        </a:spcAft>
        <a:defRPr sz="3600" b="1">
          <a:solidFill>
            <a:srgbClr val="000066"/>
          </a:solidFill>
          <a:latin typeface="Arial" charset="0"/>
          <a:ea typeface="ＭＳ Ｐゴシック" charset="0"/>
        </a:defRPr>
      </a:lvl7pPr>
      <a:lvl8pPr marL="1371600" algn="l" rtl="0" fontAlgn="base">
        <a:spcBef>
          <a:spcPct val="0"/>
        </a:spcBef>
        <a:spcAft>
          <a:spcPct val="0"/>
        </a:spcAft>
        <a:defRPr sz="3600" b="1">
          <a:solidFill>
            <a:srgbClr val="000066"/>
          </a:solidFill>
          <a:latin typeface="Arial" charset="0"/>
          <a:ea typeface="ＭＳ Ｐゴシック" charset="0"/>
        </a:defRPr>
      </a:lvl8pPr>
      <a:lvl9pPr marL="1828800" algn="l" rtl="0" fontAlgn="base">
        <a:spcBef>
          <a:spcPct val="0"/>
        </a:spcBef>
        <a:spcAft>
          <a:spcPct val="0"/>
        </a:spcAft>
        <a:defRPr sz="3600" b="1">
          <a:solidFill>
            <a:srgbClr val="000066"/>
          </a:solidFill>
          <a:latin typeface="Arial" charset="0"/>
          <a:ea typeface="ＭＳ Ｐゴシック" charset="0"/>
        </a:defRPr>
      </a:lvl9pPr>
    </p:titleStyle>
    <p:bodyStyle>
      <a:lvl1pPr marL="342900" indent="-342900" algn="l" rtl="0" eaLnBrk="0" fontAlgn="base" hangingPunct="0">
        <a:spcBef>
          <a:spcPct val="20000"/>
        </a:spcBef>
        <a:spcAft>
          <a:spcPct val="0"/>
        </a:spcAft>
        <a:buChar char="•"/>
        <a:defRPr sz="2400" b="1">
          <a:solidFill>
            <a:srgbClr val="A50021"/>
          </a:solidFill>
          <a:latin typeface="+mn-lt"/>
          <a:ea typeface="+mn-ea"/>
          <a:cs typeface="ＭＳ Ｐゴシック" charset="0"/>
        </a:defRPr>
      </a:lvl1pPr>
      <a:lvl2pPr marL="742950" indent="-285750" algn="l" rtl="0" eaLnBrk="0" fontAlgn="base" hangingPunct="0">
        <a:spcBef>
          <a:spcPct val="20000"/>
        </a:spcBef>
        <a:spcAft>
          <a:spcPct val="0"/>
        </a:spcAft>
        <a:buChar char="–"/>
        <a:defRPr sz="2000">
          <a:solidFill>
            <a:srgbClr val="000066"/>
          </a:solidFill>
          <a:latin typeface="+mn-lt"/>
          <a:ea typeface="+mn-ea"/>
        </a:defRPr>
      </a:lvl2pPr>
      <a:lvl3pPr marL="1143000" indent="-228600" algn="l" rtl="0" eaLnBrk="0" fontAlgn="base" hangingPunct="0">
        <a:spcBef>
          <a:spcPct val="20000"/>
        </a:spcBef>
        <a:spcAft>
          <a:spcPct val="0"/>
        </a:spcAft>
        <a:buChar char="•"/>
        <a:defRPr sz="1600">
          <a:solidFill>
            <a:srgbClr val="000066"/>
          </a:solidFill>
          <a:latin typeface="+mn-lt"/>
          <a:ea typeface="+mn-ea"/>
        </a:defRPr>
      </a:lvl3pPr>
      <a:lvl4pPr marL="1600200" indent="-228600" algn="l" rtl="0" eaLnBrk="0" fontAlgn="base" hangingPunct="0">
        <a:spcBef>
          <a:spcPct val="20000"/>
        </a:spcBef>
        <a:spcAft>
          <a:spcPct val="0"/>
        </a:spcAft>
        <a:buChar char="–"/>
        <a:defRPr sz="1600">
          <a:solidFill>
            <a:schemeClr val="tx1"/>
          </a:solidFill>
          <a:latin typeface="Times New Roman" charset="0"/>
          <a:ea typeface="+mn-ea"/>
        </a:defRPr>
      </a:lvl4pPr>
      <a:lvl5pPr marL="2057400" indent="-228600" algn="l" rtl="0" eaLnBrk="0" fontAlgn="base" hangingPunct="0">
        <a:spcBef>
          <a:spcPct val="20000"/>
        </a:spcBef>
        <a:spcAft>
          <a:spcPct val="0"/>
        </a:spcAft>
        <a:buChar char="»"/>
        <a:defRPr sz="1200">
          <a:solidFill>
            <a:schemeClr val="tx1"/>
          </a:solidFill>
          <a:latin typeface="Times New Roman" charset="0"/>
          <a:ea typeface="+mn-ea"/>
        </a:defRPr>
      </a:lvl5pPr>
      <a:lvl6pPr marL="2514600" indent="-228600" algn="l" rtl="0" fontAlgn="base">
        <a:spcBef>
          <a:spcPct val="20000"/>
        </a:spcBef>
        <a:spcAft>
          <a:spcPct val="0"/>
        </a:spcAft>
        <a:buChar char="»"/>
        <a:defRPr sz="1200">
          <a:solidFill>
            <a:schemeClr val="tx1"/>
          </a:solidFill>
          <a:latin typeface="Times New Roman" charset="0"/>
          <a:ea typeface="+mn-ea"/>
        </a:defRPr>
      </a:lvl6pPr>
      <a:lvl7pPr marL="2971800" indent="-228600" algn="l" rtl="0" fontAlgn="base">
        <a:spcBef>
          <a:spcPct val="20000"/>
        </a:spcBef>
        <a:spcAft>
          <a:spcPct val="0"/>
        </a:spcAft>
        <a:buChar char="»"/>
        <a:defRPr sz="1200">
          <a:solidFill>
            <a:schemeClr val="tx1"/>
          </a:solidFill>
          <a:latin typeface="Times New Roman" charset="0"/>
          <a:ea typeface="+mn-ea"/>
        </a:defRPr>
      </a:lvl7pPr>
      <a:lvl8pPr marL="3429000" indent="-228600" algn="l" rtl="0" fontAlgn="base">
        <a:spcBef>
          <a:spcPct val="20000"/>
        </a:spcBef>
        <a:spcAft>
          <a:spcPct val="0"/>
        </a:spcAft>
        <a:buChar char="»"/>
        <a:defRPr sz="1200">
          <a:solidFill>
            <a:schemeClr val="tx1"/>
          </a:solidFill>
          <a:latin typeface="Times New Roman" charset="0"/>
          <a:ea typeface="+mn-ea"/>
        </a:defRPr>
      </a:lvl8pPr>
      <a:lvl9pPr marL="3886200" indent="-228600" algn="l" rtl="0" fontAlgn="base">
        <a:spcBef>
          <a:spcPct val="20000"/>
        </a:spcBef>
        <a:spcAft>
          <a:spcPct val="0"/>
        </a:spcAft>
        <a:buChar char="»"/>
        <a:defRPr sz="1200">
          <a:solidFill>
            <a:schemeClr val="tx1"/>
          </a:solidFill>
          <a:latin typeface="Times New Roman" charset="0"/>
          <a:ea typeface="+mn-ea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wmf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Content Placeholder 2"/>
          <p:cNvSpPr txBox="1">
            <a:spLocks/>
          </p:cNvSpPr>
          <p:nvPr/>
        </p:nvSpPr>
        <p:spPr bwMode="auto">
          <a:xfrm>
            <a:off x="683568" y="1165049"/>
            <a:ext cx="7200800" cy="417646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spcBef>
                <a:spcPct val="20000"/>
              </a:spcBef>
              <a:buChar char="•"/>
              <a:defRPr sz="2400" b="1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1pPr>
            <a:lvl2pPr eaLnBrk="0" hangingPunct="0">
              <a:spcBef>
                <a:spcPct val="20000"/>
              </a:spcBef>
              <a:buChar char="–"/>
              <a:defRPr sz="2000">
                <a:solidFill>
                  <a:srgbClr val="000066"/>
                </a:solidFill>
                <a:latin typeface="Arial" pitchFamily="34" charset="0"/>
                <a:ea typeface="ＭＳ Ｐゴシック" pitchFamily="34" charset="-128"/>
              </a:defRPr>
            </a:lvl2pPr>
            <a:lvl3pPr eaLnBrk="0" hangingPunct="0">
              <a:spcBef>
                <a:spcPct val="20000"/>
              </a:spcBef>
              <a:buChar char="•"/>
              <a:defRPr sz="1600">
                <a:solidFill>
                  <a:schemeClr val="tx1"/>
                </a:solidFill>
                <a:latin typeface="Arial" pitchFamily="34" charset="0"/>
                <a:ea typeface="ＭＳ Ｐゴシック" pitchFamily="34" charset="-128"/>
              </a:defRPr>
            </a:lvl3pPr>
            <a:lvl4pPr eaLnBrk="0" hangingPunct="0">
              <a:spcBef>
                <a:spcPct val="20000"/>
              </a:spcBef>
              <a:buChar char="–"/>
              <a:defRPr sz="1600">
                <a:solidFill>
                  <a:schemeClr val="tx1"/>
                </a:solidFill>
                <a:latin typeface="Times New Roman" pitchFamily="18" charset="0"/>
                <a:ea typeface="ＭＳ Ｐゴシック" pitchFamily="34" charset="-128"/>
              </a:defRPr>
            </a:lvl4pPr>
            <a:lvl5pPr eaLnBrk="0" hangingPunct="0">
              <a:spcBef>
                <a:spcPct val="20000"/>
              </a:spcBef>
              <a:buChar char="»"/>
              <a:defRPr sz="1200">
                <a:solidFill>
                  <a:schemeClr val="tx1"/>
                </a:solidFill>
                <a:latin typeface="Times New Roman" pitchFamily="18" charset="0"/>
                <a:ea typeface="ＭＳ Ｐゴシック" pitchFamily="34" charset="-128"/>
              </a:defRPr>
            </a:lvl5pPr>
            <a:lvl6pPr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200">
                <a:solidFill>
                  <a:schemeClr val="tx1"/>
                </a:solidFill>
                <a:latin typeface="Times New Roman" pitchFamily="18" charset="0"/>
                <a:ea typeface="ＭＳ Ｐゴシック" pitchFamily="34" charset="-128"/>
              </a:defRPr>
            </a:lvl6pPr>
            <a:lvl7pPr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200">
                <a:solidFill>
                  <a:schemeClr val="tx1"/>
                </a:solidFill>
                <a:latin typeface="Times New Roman" pitchFamily="18" charset="0"/>
                <a:ea typeface="ＭＳ Ｐゴシック" pitchFamily="34" charset="-128"/>
              </a:defRPr>
            </a:lvl7pPr>
            <a:lvl8pPr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200">
                <a:solidFill>
                  <a:schemeClr val="tx1"/>
                </a:solidFill>
                <a:latin typeface="Times New Roman" pitchFamily="18" charset="0"/>
                <a:ea typeface="ＭＳ Ｐゴシック" pitchFamily="34" charset="-128"/>
              </a:defRPr>
            </a:lvl8pPr>
            <a:lvl9pPr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200">
                <a:solidFill>
                  <a:schemeClr val="tx1"/>
                </a:solidFill>
                <a:latin typeface="Times New Roman" pitchFamily="18" charset="0"/>
                <a:ea typeface="ＭＳ Ｐゴシック" pitchFamily="34" charset="-128"/>
              </a:defRPr>
            </a:lvl9pPr>
          </a:lstStyle>
          <a:p>
            <a:pPr marL="271463" indent="-271463">
              <a:spcBef>
                <a:spcPts val="1200"/>
              </a:spcBef>
            </a:pPr>
            <a:r>
              <a:rPr lang="en-GB" altLang="da-DK" sz="1800" dirty="0"/>
              <a:t>Bachelor project contract</a:t>
            </a:r>
          </a:p>
          <a:p>
            <a:pPr marL="728663" lvl="1" indent="-271463">
              <a:spcBef>
                <a:spcPts val="300"/>
              </a:spcBef>
            </a:pPr>
            <a:r>
              <a:rPr lang="en-GB" altLang="da-DK" sz="1600" dirty="0">
                <a:latin typeface="+mn-lt"/>
                <a:ea typeface="+mn-ea"/>
              </a:rPr>
              <a:t>Language for the report (Danish / English)</a:t>
            </a:r>
          </a:p>
          <a:p>
            <a:pPr marL="728663" lvl="1" indent="-271463">
              <a:spcBef>
                <a:spcPts val="300"/>
              </a:spcBef>
            </a:pPr>
            <a:r>
              <a:rPr lang="en-GB" altLang="da-DK" sz="1600" dirty="0">
                <a:latin typeface="+mn-lt"/>
                <a:ea typeface="+mn-ea"/>
              </a:rPr>
              <a:t>Title of report (in Danish and English)</a:t>
            </a:r>
          </a:p>
          <a:p>
            <a:pPr marL="728663" lvl="1" indent="-271463">
              <a:spcBef>
                <a:spcPts val="300"/>
              </a:spcBef>
            </a:pPr>
            <a:r>
              <a:rPr lang="en-GB" altLang="da-DK" sz="1600" dirty="0">
                <a:latin typeface="+mn-lt"/>
                <a:ea typeface="+mn-ea"/>
              </a:rPr>
              <a:t>Tools to be used (for text processing / for programming)</a:t>
            </a:r>
          </a:p>
          <a:p>
            <a:pPr marL="728663" lvl="1" indent="-271463">
              <a:spcBef>
                <a:spcPts val="300"/>
              </a:spcBef>
            </a:pPr>
            <a:r>
              <a:rPr lang="en-GB" altLang="da-DK" sz="1600" dirty="0">
                <a:latin typeface="+mn-lt"/>
                <a:ea typeface="+mn-ea"/>
              </a:rPr>
              <a:t>Description of your project</a:t>
            </a:r>
          </a:p>
          <a:p>
            <a:pPr marL="728663" lvl="1" indent="-271463">
              <a:spcBef>
                <a:spcPts val="300"/>
              </a:spcBef>
            </a:pPr>
            <a:r>
              <a:rPr lang="en-GB" altLang="da-DK" sz="1600" b="1" dirty="0">
                <a:latin typeface="+mn-lt"/>
                <a:ea typeface="+mn-ea"/>
              </a:rPr>
              <a:t>Work tasks (things to be done)</a:t>
            </a:r>
          </a:p>
          <a:p>
            <a:pPr marL="728663" lvl="1" indent="-271463">
              <a:spcBef>
                <a:spcPts val="300"/>
              </a:spcBef>
            </a:pPr>
            <a:r>
              <a:rPr lang="en-GB" altLang="da-DK" sz="1600" b="1" dirty="0">
                <a:latin typeface="+mn-lt"/>
                <a:ea typeface="+mn-ea"/>
              </a:rPr>
              <a:t>Time plan (deadlines)</a:t>
            </a:r>
          </a:p>
          <a:p>
            <a:pPr marL="728663" lvl="1" indent="-271463">
              <a:spcBef>
                <a:spcPts val="300"/>
              </a:spcBef>
            </a:pPr>
            <a:r>
              <a:rPr lang="en-GB" altLang="da-DK" sz="1600" b="1" dirty="0">
                <a:latin typeface="+mn-lt"/>
                <a:ea typeface="+mn-ea"/>
              </a:rPr>
              <a:t>Table of contents (with estimated number of pages)</a:t>
            </a:r>
          </a:p>
          <a:p>
            <a:pPr marL="271463" lvl="1" indent="-271463">
              <a:spcBef>
                <a:spcPts val="1200"/>
              </a:spcBef>
              <a:buChar char="•"/>
            </a:pPr>
            <a:r>
              <a:rPr lang="en-GB" altLang="da-DK" sz="1800" b="1" dirty="0">
                <a:solidFill>
                  <a:srgbClr val="A50021"/>
                </a:solidFill>
              </a:rPr>
              <a:t>You need to write things down</a:t>
            </a:r>
          </a:p>
          <a:p>
            <a:pPr marL="728663" lvl="1" indent="-271463">
              <a:spcBef>
                <a:spcPts val="300"/>
              </a:spcBef>
            </a:pPr>
            <a:r>
              <a:rPr lang="en-US" altLang="da-DK" sz="1600" dirty="0">
                <a:latin typeface="+mn-lt"/>
                <a:ea typeface="+mn-ea"/>
              </a:rPr>
              <a:t>The importance of written notes cannot be overestimated</a:t>
            </a:r>
          </a:p>
          <a:p>
            <a:pPr marL="271463" lvl="1" indent="-271463">
              <a:spcBef>
                <a:spcPts val="1200"/>
              </a:spcBef>
              <a:buChar char="•"/>
            </a:pPr>
            <a:r>
              <a:rPr lang="en-US" altLang="da-DK" sz="1800" b="1" dirty="0">
                <a:solidFill>
                  <a:srgbClr val="A50021"/>
                </a:solidFill>
              </a:rPr>
              <a:t>Bachelor project course</a:t>
            </a:r>
          </a:p>
          <a:p>
            <a:pPr marL="728663" lvl="1" indent="-271463">
              <a:spcBef>
                <a:spcPts val="300"/>
              </a:spcBef>
            </a:pPr>
            <a:r>
              <a:rPr lang="en-US" altLang="da-DK" sz="1600" dirty="0">
                <a:latin typeface="+mn-lt"/>
                <a:ea typeface="+mn-ea"/>
              </a:rPr>
              <a:t>Deadlines and lectures</a:t>
            </a:r>
          </a:p>
          <a:p>
            <a:pPr marL="728663" lvl="1" indent="-271463">
              <a:spcBef>
                <a:spcPts val="300"/>
              </a:spcBef>
            </a:pPr>
            <a:r>
              <a:rPr lang="en-US" altLang="da-DK" sz="1600" dirty="0">
                <a:latin typeface="+mn-lt"/>
                <a:ea typeface="+mn-ea"/>
              </a:rPr>
              <a:t>Use the </a:t>
            </a:r>
            <a:r>
              <a:rPr lang="en-US" altLang="da-DK" sz="1600" b="1" dirty="0">
                <a:latin typeface="+mn-lt"/>
                <a:ea typeface="+mn-ea"/>
              </a:rPr>
              <a:t>Discussion forum</a:t>
            </a:r>
            <a:r>
              <a:rPr lang="en-US" altLang="da-DK" sz="1600" dirty="0">
                <a:latin typeface="+mn-lt"/>
                <a:ea typeface="+mn-ea"/>
              </a:rPr>
              <a:t> and read the </a:t>
            </a:r>
            <a:r>
              <a:rPr lang="en-US" altLang="da-DK" sz="1600" b="1" dirty="0">
                <a:latin typeface="+mn-lt"/>
                <a:ea typeface="+mn-ea"/>
              </a:rPr>
              <a:t>Announcements</a:t>
            </a:r>
            <a:endParaRPr lang="en-GB" altLang="da-DK" sz="1600" dirty="0">
              <a:latin typeface="+mn-lt"/>
              <a:ea typeface="+mn-ea"/>
            </a:endParaRPr>
          </a:p>
          <a:p>
            <a:pPr marL="1185863" lvl="2" indent="-271463">
              <a:spcBef>
                <a:spcPts val="300"/>
              </a:spcBef>
            </a:pPr>
            <a:endParaRPr lang="en-GB" altLang="da-DK" sz="1400" dirty="0">
              <a:solidFill>
                <a:srgbClr val="002060"/>
              </a:solidFill>
            </a:endParaRPr>
          </a:p>
          <a:p>
            <a:pPr marL="728663" lvl="1" indent="-271463">
              <a:spcBef>
                <a:spcPts val="300"/>
              </a:spcBef>
            </a:pPr>
            <a:endParaRPr lang="da-DK" altLang="da-DK" sz="2000" dirty="0"/>
          </a:p>
          <a:p>
            <a:pPr>
              <a:buFontTx/>
              <a:buNone/>
            </a:pPr>
            <a:endParaRPr lang="da-DK" altLang="da-DK" sz="2000" dirty="0"/>
          </a:p>
          <a:p>
            <a:pPr>
              <a:buFontTx/>
              <a:buNone/>
            </a:pPr>
            <a:endParaRPr lang="da-DK" altLang="da-DK" sz="2000" dirty="0"/>
          </a:p>
        </p:txBody>
      </p:sp>
      <p:sp>
        <p:nvSpPr>
          <p:cNvPr id="5" name="Rectangle 2"/>
          <p:cNvSpPr txBox="1">
            <a:spLocks noChangeArrowheads="1"/>
          </p:cNvSpPr>
          <p:nvPr/>
        </p:nvSpPr>
        <p:spPr bwMode="auto">
          <a:xfrm>
            <a:off x="467544" y="260648"/>
            <a:ext cx="8529426" cy="6096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  <a:ext uri="{FAA26D3D-D897-4be2-8F04-BA451C77F1D7}"/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 algn="l" rtl="0" eaLnBrk="0" fontAlgn="base" hangingPunct="0">
              <a:spcBef>
                <a:spcPct val="0"/>
              </a:spcBef>
              <a:spcAft>
                <a:spcPct val="0"/>
              </a:spcAft>
              <a:defRPr sz="3600" b="1">
                <a:solidFill>
                  <a:srgbClr val="000066"/>
                </a:solidFill>
                <a:latin typeface="+mj-lt"/>
                <a:ea typeface="+mj-ea"/>
                <a:cs typeface="ＭＳ Ｐゴシック" charset="0"/>
              </a:defRPr>
            </a:lvl1pPr>
            <a:lvl2pPr algn="l" rtl="0" eaLnBrk="0" fontAlgn="base" hangingPunct="0">
              <a:spcBef>
                <a:spcPct val="0"/>
              </a:spcBef>
              <a:spcAft>
                <a:spcPct val="0"/>
              </a:spcAft>
              <a:defRPr sz="3600" b="1">
                <a:solidFill>
                  <a:srgbClr val="000066"/>
                </a:solidFill>
                <a:latin typeface="Arial" charset="0"/>
                <a:ea typeface="ＭＳ Ｐゴシック" charset="0"/>
                <a:cs typeface="ＭＳ Ｐゴシック" charset="0"/>
              </a:defRPr>
            </a:lvl2pPr>
            <a:lvl3pPr algn="l" rtl="0" eaLnBrk="0" fontAlgn="base" hangingPunct="0">
              <a:spcBef>
                <a:spcPct val="0"/>
              </a:spcBef>
              <a:spcAft>
                <a:spcPct val="0"/>
              </a:spcAft>
              <a:defRPr sz="3600" b="1">
                <a:solidFill>
                  <a:srgbClr val="000066"/>
                </a:solidFill>
                <a:latin typeface="Arial" charset="0"/>
                <a:ea typeface="ＭＳ Ｐゴシック" charset="0"/>
                <a:cs typeface="ＭＳ Ｐゴシック" charset="0"/>
              </a:defRPr>
            </a:lvl3pPr>
            <a:lvl4pPr algn="l" rtl="0" eaLnBrk="0" fontAlgn="base" hangingPunct="0">
              <a:spcBef>
                <a:spcPct val="0"/>
              </a:spcBef>
              <a:spcAft>
                <a:spcPct val="0"/>
              </a:spcAft>
              <a:defRPr sz="3600" b="1">
                <a:solidFill>
                  <a:srgbClr val="000066"/>
                </a:solidFill>
                <a:latin typeface="Arial" charset="0"/>
                <a:ea typeface="ＭＳ Ｐゴシック" charset="0"/>
                <a:cs typeface="ＭＳ Ｐゴシック" charset="0"/>
              </a:defRPr>
            </a:lvl4pPr>
            <a:lvl5pPr algn="l" rtl="0" eaLnBrk="0" fontAlgn="base" hangingPunct="0">
              <a:spcBef>
                <a:spcPct val="0"/>
              </a:spcBef>
              <a:spcAft>
                <a:spcPct val="0"/>
              </a:spcAft>
              <a:defRPr sz="3600" b="1">
                <a:solidFill>
                  <a:srgbClr val="000066"/>
                </a:solidFill>
                <a:latin typeface="Arial" charset="0"/>
                <a:ea typeface="ＭＳ Ｐゴシック" charset="0"/>
                <a:cs typeface="ＭＳ Ｐゴシック" charset="0"/>
              </a:defRPr>
            </a:lvl5pPr>
            <a:lvl6pPr marL="457200" algn="l" rtl="0" fontAlgn="base">
              <a:spcBef>
                <a:spcPct val="0"/>
              </a:spcBef>
              <a:spcAft>
                <a:spcPct val="0"/>
              </a:spcAft>
              <a:defRPr sz="3600" b="1">
                <a:solidFill>
                  <a:srgbClr val="000066"/>
                </a:solidFill>
                <a:latin typeface="Arial" charset="0"/>
                <a:ea typeface="ＭＳ Ｐゴシック" charset="0"/>
              </a:defRPr>
            </a:lvl6pPr>
            <a:lvl7pPr marL="914400" algn="l" rtl="0" fontAlgn="base">
              <a:spcBef>
                <a:spcPct val="0"/>
              </a:spcBef>
              <a:spcAft>
                <a:spcPct val="0"/>
              </a:spcAft>
              <a:defRPr sz="3600" b="1">
                <a:solidFill>
                  <a:srgbClr val="000066"/>
                </a:solidFill>
                <a:latin typeface="Arial" charset="0"/>
                <a:ea typeface="ＭＳ Ｐゴシック" charset="0"/>
              </a:defRPr>
            </a:lvl7pPr>
            <a:lvl8pPr marL="1371600" algn="l" rtl="0" fontAlgn="base">
              <a:spcBef>
                <a:spcPct val="0"/>
              </a:spcBef>
              <a:spcAft>
                <a:spcPct val="0"/>
              </a:spcAft>
              <a:defRPr sz="3600" b="1">
                <a:solidFill>
                  <a:srgbClr val="000066"/>
                </a:solidFill>
                <a:latin typeface="Arial" charset="0"/>
                <a:ea typeface="ＭＳ Ｐゴシック" charset="0"/>
              </a:defRPr>
            </a:lvl8pPr>
            <a:lvl9pPr marL="1828800" algn="l" rtl="0" fontAlgn="base">
              <a:spcBef>
                <a:spcPct val="0"/>
              </a:spcBef>
              <a:spcAft>
                <a:spcPct val="0"/>
              </a:spcAft>
              <a:defRPr sz="3600" b="1">
                <a:solidFill>
                  <a:srgbClr val="000066"/>
                </a:solidFill>
                <a:latin typeface="Arial" charset="0"/>
                <a:ea typeface="ＭＳ Ｐゴシック" charset="0"/>
              </a:defRPr>
            </a:lvl9pPr>
          </a:lstStyle>
          <a:p>
            <a:pPr>
              <a:spcBef>
                <a:spcPts val="1200"/>
              </a:spcBef>
            </a:pPr>
            <a:r>
              <a:rPr lang="en-GB" altLang="da-DK" sz="2800" dirty="0"/>
              <a:t>How to make a useful bachelor project contract</a:t>
            </a:r>
          </a:p>
        </p:txBody>
      </p:sp>
      <p:sp>
        <p:nvSpPr>
          <p:cNvPr id="4" name="Rectangle 3"/>
          <p:cNvSpPr txBox="1">
            <a:spLocks noChangeArrowheads="1"/>
          </p:cNvSpPr>
          <p:nvPr/>
        </p:nvSpPr>
        <p:spPr bwMode="auto">
          <a:xfrm>
            <a:off x="4732257" y="5373216"/>
            <a:ext cx="4088215" cy="1246495"/>
          </a:xfrm>
          <a:prstGeom prst="rect">
            <a:avLst/>
          </a:prstGeom>
          <a:solidFill>
            <a:srgbClr val="DDF2FF"/>
          </a:solidFill>
          <a:ln w="28575">
            <a:solidFill>
              <a:srgbClr val="0000FF"/>
            </a:solidFill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  <a:spAutoFit/>
          </a:bodyPr>
          <a:lstStyle>
            <a:lvl1pPr marL="0" indent="0" algn="ctr" rtl="0" eaLnBrk="0" fontAlgn="base" hangingPunct="0">
              <a:spcBef>
                <a:spcPct val="20000"/>
              </a:spcBef>
              <a:spcAft>
                <a:spcPct val="0"/>
              </a:spcAft>
              <a:buNone/>
              <a:defRPr sz="2400" b="1">
                <a:solidFill>
                  <a:srgbClr val="A50021"/>
                </a:solidFill>
                <a:latin typeface="+mn-lt"/>
                <a:ea typeface="ＭＳ Ｐゴシック" pitchFamily="-107" charset="-128"/>
                <a:cs typeface="ＭＳ Ｐゴシック" pitchFamily="-107" charset="-128"/>
              </a:defRPr>
            </a:lvl1pPr>
            <a:lvl2pPr marL="457200" indent="0" algn="ctr" rtl="0" eaLnBrk="0" fontAlgn="base" hangingPunct="0">
              <a:spcBef>
                <a:spcPct val="20000"/>
              </a:spcBef>
              <a:spcAft>
                <a:spcPct val="0"/>
              </a:spcAft>
              <a:buNone/>
              <a:defRPr sz="2000">
                <a:solidFill>
                  <a:srgbClr val="000066"/>
                </a:solidFill>
                <a:latin typeface="+mn-lt"/>
                <a:ea typeface="ＭＳ Ｐゴシック" charset="-128"/>
              </a:defRPr>
            </a:lvl2pPr>
            <a:lvl3pPr marL="914400" indent="0" algn="ctr" rtl="0" eaLnBrk="0" fontAlgn="base" hangingPunct="0">
              <a:spcBef>
                <a:spcPct val="20000"/>
              </a:spcBef>
              <a:spcAft>
                <a:spcPct val="0"/>
              </a:spcAft>
              <a:buNone/>
              <a:defRPr sz="1600">
                <a:solidFill>
                  <a:schemeClr val="tx1"/>
                </a:solidFill>
                <a:latin typeface="+mn-lt"/>
                <a:ea typeface="ＭＳ Ｐゴシック" charset="-128"/>
              </a:defRPr>
            </a:lvl3pPr>
            <a:lvl4pPr marL="1371600" indent="0" algn="ctr" rtl="0" eaLnBrk="0" fontAlgn="base" hangingPunct="0">
              <a:spcBef>
                <a:spcPct val="20000"/>
              </a:spcBef>
              <a:spcAft>
                <a:spcPct val="0"/>
              </a:spcAft>
              <a:buNone/>
              <a:defRPr sz="1600">
                <a:solidFill>
                  <a:schemeClr val="tx1"/>
                </a:solidFill>
                <a:latin typeface="Times New Roman" charset="0"/>
                <a:ea typeface="ＭＳ Ｐゴシック" charset="-128"/>
              </a:defRPr>
            </a:lvl4pPr>
            <a:lvl5pPr marL="1828800" indent="0" algn="ctr" rtl="0" eaLnBrk="0" fontAlgn="base" hangingPunct="0">
              <a:spcBef>
                <a:spcPct val="20000"/>
              </a:spcBef>
              <a:spcAft>
                <a:spcPct val="0"/>
              </a:spcAft>
              <a:buNone/>
              <a:defRPr sz="1200">
                <a:solidFill>
                  <a:schemeClr val="tx1"/>
                </a:solidFill>
                <a:latin typeface="Times New Roman" charset="0"/>
                <a:ea typeface="ＭＳ Ｐゴシック" charset="-128"/>
              </a:defRPr>
            </a:lvl5pPr>
            <a:lvl6pPr marL="2286000" indent="0" algn="ctr" rtl="0" fontAlgn="base">
              <a:spcBef>
                <a:spcPct val="20000"/>
              </a:spcBef>
              <a:spcAft>
                <a:spcPct val="0"/>
              </a:spcAft>
              <a:buNone/>
              <a:defRPr sz="1200">
                <a:solidFill>
                  <a:schemeClr val="tx1"/>
                </a:solidFill>
                <a:latin typeface="Times New Roman" charset="0"/>
                <a:ea typeface="ＭＳ Ｐゴシック" charset="-128"/>
              </a:defRPr>
            </a:lvl6pPr>
            <a:lvl7pPr marL="2743200" indent="0" algn="ctr" rtl="0" fontAlgn="base">
              <a:spcBef>
                <a:spcPct val="20000"/>
              </a:spcBef>
              <a:spcAft>
                <a:spcPct val="0"/>
              </a:spcAft>
              <a:buNone/>
              <a:defRPr sz="1200">
                <a:solidFill>
                  <a:schemeClr val="tx1"/>
                </a:solidFill>
                <a:latin typeface="Times New Roman" charset="0"/>
                <a:ea typeface="ＭＳ Ｐゴシック" charset="-128"/>
              </a:defRPr>
            </a:lvl7pPr>
            <a:lvl8pPr marL="3200400" indent="0" algn="ctr" rtl="0" fontAlgn="base">
              <a:spcBef>
                <a:spcPct val="20000"/>
              </a:spcBef>
              <a:spcAft>
                <a:spcPct val="0"/>
              </a:spcAft>
              <a:buNone/>
              <a:defRPr sz="1200">
                <a:solidFill>
                  <a:schemeClr val="tx1"/>
                </a:solidFill>
                <a:latin typeface="Times New Roman" charset="0"/>
                <a:ea typeface="ＭＳ Ｐゴシック" charset="-128"/>
              </a:defRPr>
            </a:lvl8pPr>
            <a:lvl9pPr marL="3657600" indent="0" algn="ctr" rtl="0" fontAlgn="base">
              <a:spcBef>
                <a:spcPct val="20000"/>
              </a:spcBef>
              <a:spcAft>
                <a:spcPct val="0"/>
              </a:spcAft>
              <a:buNone/>
              <a:defRPr sz="1200">
                <a:solidFill>
                  <a:schemeClr val="tx1"/>
                </a:solidFill>
                <a:latin typeface="Times New Roman" charset="0"/>
                <a:ea typeface="ＭＳ Ｐゴシック" charset="-128"/>
              </a:defRPr>
            </a:lvl9pPr>
          </a:lstStyle>
          <a:p>
            <a:pPr marL="179388" indent="-179388" algn="l" eaLnBrk="1" hangingPunct="1">
              <a:spcBef>
                <a:spcPts val="300"/>
              </a:spcBef>
              <a:buFont typeface="Arial" panose="020B0604020202020204" pitchFamily="34" charset="0"/>
              <a:buChar char="•"/>
            </a:pPr>
            <a:r>
              <a:rPr lang="en-GB" altLang="da-DK" sz="1400" kern="0" dirty="0">
                <a:solidFill>
                  <a:srgbClr val="0000FF"/>
                </a:solidFill>
                <a:ea typeface="ＭＳ Ｐゴシック" pitchFamily="34" charset="-128"/>
              </a:rPr>
              <a:t>Lecture is in Danish</a:t>
            </a:r>
          </a:p>
          <a:p>
            <a:pPr marL="179388" indent="-179388" algn="l" eaLnBrk="1" hangingPunct="1">
              <a:spcBef>
                <a:spcPts val="300"/>
              </a:spcBef>
              <a:buFont typeface="Arial" panose="020B0604020202020204" pitchFamily="34" charset="0"/>
              <a:buChar char="•"/>
            </a:pPr>
            <a:r>
              <a:rPr lang="en-GB" altLang="da-DK" sz="1400" kern="0" dirty="0">
                <a:solidFill>
                  <a:srgbClr val="0000FF"/>
                </a:solidFill>
                <a:ea typeface="ＭＳ Ｐゴシック" pitchFamily="34" charset="-128"/>
              </a:rPr>
              <a:t>Slides are in English (since we have a lot of advisors, who do not speak Danish)</a:t>
            </a:r>
          </a:p>
          <a:p>
            <a:pPr marL="179388" indent="-179388" algn="l" eaLnBrk="1" hangingPunct="1">
              <a:spcBef>
                <a:spcPts val="300"/>
              </a:spcBef>
              <a:buFont typeface="Arial" panose="020B0604020202020204" pitchFamily="34" charset="0"/>
              <a:buChar char="•"/>
            </a:pPr>
            <a:r>
              <a:rPr lang="en-GB" altLang="da-DK" sz="1400" kern="0" dirty="0">
                <a:solidFill>
                  <a:srgbClr val="0000FF"/>
                </a:solidFill>
                <a:ea typeface="ＭＳ Ｐゴシック" pitchFamily="34" charset="-128"/>
              </a:rPr>
              <a:t>Questions can be asked during the lecture or via the discussion forum “Lectures”</a:t>
            </a:r>
            <a:endParaRPr lang="en-GB" altLang="da-DK" sz="1400" kern="0" dirty="0">
              <a:solidFill>
                <a:srgbClr val="0000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82802473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43" name="Rectangle 2"/>
          <p:cNvSpPr>
            <a:spLocks noGrp="1" noChangeArrowheads="1"/>
          </p:cNvSpPr>
          <p:nvPr>
            <p:ph type="title"/>
          </p:nvPr>
        </p:nvSpPr>
        <p:spPr>
          <a:xfrm>
            <a:off x="468313" y="333375"/>
            <a:ext cx="8784207" cy="609600"/>
          </a:xfrm>
        </p:spPr>
        <p:txBody>
          <a:bodyPr/>
          <a:lstStyle/>
          <a:p>
            <a:pPr eaLnBrk="1" hangingPunct="1">
              <a:defRPr/>
            </a:pPr>
            <a:r>
              <a:rPr lang="en-GB" altLang="da-DK" sz="2800" dirty="0"/>
              <a:t>DISCLAIMER</a:t>
            </a:r>
          </a:p>
        </p:txBody>
      </p:sp>
      <p:sp>
        <p:nvSpPr>
          <p:cNvPr id="10244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468313" y="1052736"/>
            <a:ext cx="8280151" cy="5256584"/>
          </a:xfrm>
          <a:noFill/>
        </p:spPr>
        <p:txBody>
          <a:bodyPr/>
          <a:lstStyle/>
          <a:p>
            <a:pPr marL="271463" lvl="1" indent="-271463">
              <a:spcBef>
                <a:spcPts val="1200"/>
              </a:spcBef>
              <a:buChar char="•"/>
            </a:pPr>
            <a:r>
              <a:rPr lang="en-GB" altLang="da-DK" sz="1800" b="1" dirty="0">
                <a:solidFill>
                  <a:srgbClr val="A50021"/>
                </a:solidFill>
                <a:cs typeface="ＭＳ Ｐゴシック" charset="0"/>
              </a:rPr>
              <a:t>Traditions and work methods vary a lot from research area to research area (and from advisor to advisor)</a:t>
            </a:r>
          </a:p>
          <a:p>
            <a:pPr marL="728663" lvl="1" indent="-271463">
              <a:spcBef>
                <a:spcPts val="300"/>
              </a:spcBef>
            </a:pPr>
            <a:r>
              <a:rPr lang="en-GB" altLang="da-DK" sz="1600" dirty="0"/>
              <a:t>If there is a conflict between the </a:t>
            </a:r>
            <a:r>
              <a:rPr lang="en-GB" altLang="da-DK" sz="1600" b="1" dirty="0">
                <a:solidFill>
                  <a:srgbClr val="008000"/>
                </a:solidFill>
              </a:rPr>
              <a:t>general</a:t>
            </a:r>
            <a:r>
              <a:rPr lang="en-GB" altLang="da-DK" sz="1600" dirty="0"/>
              <a:t> advise and directions in this talk, and the more </a:t>
            </a:r>
            <a:r>
              <a:rPr lang="en-GB" altLang="da-DK" sz="1600" b="1" dirty="0">
                <a:solidFill>
                  <a:srgbClr val="008000"/>
                </a:solidFill>
              </a:rPr>
              <a:t>specific</a:t>
            </a:r>
            <a:r>
              <a:rPr lang="en-GB" altLang="da-DK" sz="1600" dirty="0"/>
              <a:t> advise and directions given by your advisor, you should always do as your advisor tells you</a:t>
            </a:r>
          </a:p>
          <a:p>
            <a:pPr marL="271463" lvl="1" indent="-271463">
              <a:spcBef>
                <a:spcPts val="1200"/>
              </a:spcBef>
              <a:buChar char="•"/>
            </a:pPr>
            <a:r>
              <a:rPr lang="en-GB" altLang="da-DK" sz="1800" b="1" dirty="0">
                <a:solidFill>
                  <a:srgbClr val="A50021"/>
                </a:solidFill>
                <a:cs typeface="ＭＳ Ｐゴシック" charset="0"/>
              </a:rPr>
              <a:t>The advice and directions given in this talk have proved to be valuable for many students</a:t>
            </a:r>
          </a:p>
          <a:p>
            <a:pPr marL="728663" lvl="1" indent="-271463">
              <a:spcBef>
                <a:spcPts val="300"/>
              </a:spcBef>
            </a:pPr>
            <a:r>
              <a:rPr lang="en-GB" altLang="da-DK" sz="1600" dirty="0"/>
              <a:t>I do not care whether you follow my advice</a:t>
            </a:r>
          </a:p>
          <a:p>
            <a:pPr marL="728663" lvl="1" indent="-271463">
              <a:spcBef>
                <a:spcPts val="300"/>
              </a:spcBef>
            </a:pPr>
            <a:r>
              <a:rPr lang="en-GB" altLang="da-DK" sz="1600" dirty="0"/>
              <a:t>It is up to </a:t>
            </a:r>
            <a:r>
              <a:rPr lang="en-GB" altLang="da-DK" sz="1600" b="1" dirty="0">
                <a:solidFill>
                  <a:srgbClr val="008000"/>
                </a:solidFill>
              </a:rPr>
              <a:t>you</a:t>
            </a:r>
            <a:r>
              <a:rPr lang="en-GB" altLang="da-DK" sz="1600" dirty="0"/>
              <a:t> (and your advisor) to optimize your working methods, so that you get the best result out of your bachelor project</a:t>
            </a:r>
          </a:p>
          <a:p>
            <a:pPr marL="728663" lvl="1" indent="-271463">
              <a:spcBef>
                <a:spcPts val="300"/>
              </a:spcBef>
            </a:pPr>
            <a:r>
              <a:rPr lang="en-GB" altLang="da-DK" sz="1600" dirty="0"/>
              <a:t>However, it is stupid to reject the advise in this talk – without due consideration</a:t>
            </a:r>
          </a:p>
        </p:txBody>
      </p:sp>
      <p:sp>
        <p:nvSpPr>
          <p:cNvPr id="8" name="Slide Number Placeholder 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3A57ADD0-007F-4610-9D7D-5E5ADEAA50E0}" type="slidenum">
              <a:rPr lang="da-DK" altLang="da-DK" smtClean="0"/>
              <a:pPr>
                <a:defRPr/>
              </a:pPr>
              <a:t>2</a:t>
            </a:fld>
            <a:endParaRPr lang="da-DK" altLang="da-DK" dirty="0"/>
          </a:p>
        </p:txBody>
      </p:sp>
      <p:pic>
        <p:nvPicPr>
          <p:cNvPr id="2" name="Picture 1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148064" y="3068960"/>
            <a:ext cx="526860" cy="36427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3019155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43" name="Rectangle 2"/>
          <p:cNvSpPr>
            <a:spLocks noGrp="1" noChangeArrowheads="1"/>
          </p:cNvSpPr>
          <p:nvPr>
            <p:ph type="title"/>
          </p:nvPr>
        </p:nvSpPr>
        <p:spPr>
          <a:xfrm>
            <a:off x="468313" y="333375"/>
            <a:ext cx="8784207" cy="609600"/>
          </a:xfrm>
        </p:spPr>
        <p:txBody>
          <a:bodyPr/>
          <a:lstStyle/>
          <a:p>
            <a:pPr eaLnBrk="1" hangingPunct="1">
              <a:defRPr/>
            </a:pPr>
            <a:r>
              <a:rPr lang="en-GB" altLang="da-DK" sz="2800" dirty="0"/>
              <a:t>Bachelor project contract</a:t>
            </a:r>
          </a:p>
        </p:txBody>
      </p:sp>
      <p:sp>
        <p:nvSpPr>
          <p:cNvPr id="10244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468313" y="1052736"/>
            <a:ext cx="8496175" cy="5905026"/>
          </a:xfrm>
          <a:noFill/>
        </p:spPr>
        <p:txBody>
          <a:bodyPr/>
          <a:lstStyle/>
          <a:p>
            <a:pPr marL="271463" lvl="1" indent="-271463">
              <a:spcBef>
                <a:spcPts val="1200"/>
              </a:spcBef>
              <a:buChar char="•"/>
            </a:pPr>
            <a:r>
              <a:rPr lang="en-GB" altLang="da-DK" sz="1800" b="1" dirty="0">
                <a:solidFill>
                  <a:srgbClr val="A50021"/>
                </a:solidFill>
                <a:cs typeface="ＭＳ Ｐゴシック" charset="0"/>
              </a:rPr>
              <a:t>It is time to make the first version of your </a:t>
            </a:r>
            <a:r>
              <a:rPr lang="en-GB" altLang="da-DK" sz="1800" b="1" dirty="0">
                <a:solidFill>
                  <a:srgbClr val="008000"/>
                </a:solidFill>
                <a:cs typeface="ＭＳ Ｐゴシック" charset="0"/>
              </a:rPr>
              <a:t>bachelor project contract</a:t>
            </a:r>
          </a:p>
          <a:p>
            <a:pPr marL="271463" lvl="1" indent="-271463">
              <a:spcBef>
                <a:spcPts val="1200"/>
              </a:spcBef>
              <a:buChar char="•"/>
            </a:pPr>
            <a:r>
              <a:rPr lang="en-GB" altLang="da-DK" sz="1800" b="1" dirty="0">
                <a:solidFill>
                  <a:srgbClr val="A50021"/>
                </a:solidFill>
                <a:cs typeface="ＭＳ Ｐゴシック" charset="0"/>
              </a:rPr>
              <a:t>The contract will help you</a:t>
            </a:r>
          </a:p>
          <a:p>
            <a:pPr marL="728663" lvl="1" indent="-271463">
              <a:spcBef>
                <a:spcPts val="300"/>
              </a:spcBef>
            </a:pPr>
            <a:r>
              <a:rPr lang="en-GB" altLang="da-DK" sz="1600" dirty="0"/>
              <a:t>organise your work in a suitable way, so that you achieve a good final result</a:t>
            </a:r>
          </a:p>
          <a:p>
            <a:pPr marL="728663" lvl="1" indent="-271463">
              <a:spcBef>
                <a:spcPts val="300"/>
              </a:spcBef>
            </a:pPr>
            <a:r>
              <a:rPr lang="en-GB" altLang="da-DK" sz="1600" spc="-50" dirty="0"/>
              <a:t>adjust expectations between the group members and between the group and the advisor</a:t>
            </a:r>
          </a:p>
          <a:p>
            <a:pPr marL="728663" lvl="1" indent="-271463">
              <a:spcBef>
                <a:spcPts val="300"/>
              </a:spcBef>
            </a:pPr>
            <a:r>
              <a:rPr lang="en-GB" altLang="da-DK" sz="1600" dirty="0"/>
              <a:t>make an informed judgement of how much you will be able to do within your project</a:t>
            </a:r>
          </a:p>
          <a:p>
            <a:pPr marL="271463" lvl="1" indent="-271463">
              <a:spcBef>
                <a:spcPts val="1200"/>
              </a:spcBef>
              <a:buChar char="•"/>
            </a:pPr>
            <a:r>
              <a:rPr lang="en-GB" altLang="da-DK" sz="1800" b="1" dirty="0">
                <a:solidFill>
                  <a:srgbClr val="A50021"/>
                </a:solidFill>
                <a:cs typeface="ＭＳ Ｐゴシック" charset="0"/>
              </a:rPr>
              <a:t>Having 4½ months may seem as "infinite time"</a:t>
            </a:r>
          </a:p>
          <a:p>
            <a:pPr marL="728663" lvl="1" indent="-271463">
              <a:spcBef>
                <a:spcPts val="300"/>
              </a:spcBef>
            </a:pPr>
            <a:r>
              <a:rPr lang="en-GB" altLang="da-DK" sz="1600" dirty="0"/>
              <a:t>But with 4 work tasks and time to write the introduction and summary, plus time to collect existing drafts of sections into the final report, you actually have at most</a:t>
            </a:r>
            <a:br>
              <a:rPr lang="en-GB" altLang="da-DK" sz="1600" dirty="0"/>
            </a:br>
            <a:r>
              <a:rPr lang="en-GB" altLang="da-DK" sz="1600" dirty="0"/>
              <a:t>2 full time weeks per work task</a:t>
            </a:r>
          </a:p>
          <a:p>
            <a:pPr marL="271463" lvl="1" indent="-271463">
              <a:spcBef>
                <a:spcPts val="1200"/>
              </a:spcBef>
              <a:buChar char="•"/>
            </a:pPr>
            <a:r>
              <a:rPr lang="en-GB" altLang="da-DK" sz="1800" b="1" dirty="0">
                <a:solidFill>
                  <a:srgbClr val="A50021"/>
                </a:solidFill>
                <a:cs typeface="ＭＳ Ｐゴシック" charset="0"/>
              </a:rPr>
              <a:t>The contract is a 1-3 page document containing</a:t>
            </a:r>
            <a:endParaRPr lang="en-GB" altLang="da-DK" sz="1600" dirty="0"/>
          </a:p>
          <a:p>
            <a:pPr marL="728663" lvl="1" indent="-271463">
              <a:spcBef>
                <a:spcPts val="300"/>
              </a:spcBef>
            </a:pPr>
            <a:r>
              <a:rPr lang="en-GB" altLang="da-DK" sz="1600" dirty="0"/>
              <a:t>Provisional title, advisor(s), group members, language, word processing tool and other tools to be used in the project</a:t>
            </a:r>
          </a:p>
          <a:p>
            <a:pPr marL="728663" lvl="1" indent="-271463">
              <a:spcBef>
                <a:spcPts val="300"/>
              </a:spcBef>
            </a:pPr>
            <a:r>
              <a:rPr lang="en-GB" altLang="da-DK" sz="1600" dirty="0"/>
              <a:t>A short description of your project (at least 10-20 lines, which may be a slightly modified version of the project proposal)</a:t>
            </a:r>
          </a:p>
          <a:p>
            <a:pPr marL="728663" lvl="1" indent="-271463">
              <a:spcBef>
                <a:spcPts val="300"/>
              </a:spcBef>
            </a:pPr>
            <a:r>
              <a:rPr lang="en-GB" altLang="da-DK" sz="1600" dirty="0"/>
              <a:t>A list of work tasks to be done during your project</a:t>
            </a:r>
          </a:p>
          <a:p>
            <a:pPr marL="728663" lvl="1" indent="-271463">
              <a:spcBef>
                <a:spcPts val="300"/>
              </a:spcBef>
            </a:pPr>
            <a:r>
              <a:rPr lang="en-GB" altLang="da-DK" sz="1600" dirty="0"/>
              <a:t>Provisional table of contents with a number of sections (corresponding to work tasks), and the proposed number of pages for each section</a:t>
            </a:r>
          </a:p>
          <a:p>
            <a:pPr marL="728663" lvl="1" indent="-271463">
              <a:spcBef>
                <a:spcPts val="300"/>
              </a:spcBef>
            </a:pPr>
            <a:r>
              <a:rPr lang="en-GB" altLang="da-DK" sz="1600" dirty="0"/>
              <a:t>A time plan describing when the different work tasks should be finished</a:t>
            </a:r>
          </a:p>
          <a:p>
            <a:pPr marL="271463" lvl="1" indent="-271463">
              <a:spcBef>
                <a:spcPts val="800"/>
              </a:spcBef>
              <a:buChar char="•"/>
            </a:pPr>
            <a:endParaRPr lang="en-GB" altLang="da-DK" sz="1800" b="1" dirty="0">
              <a:solidFill>
                <a:srgbClr val="A50021"/>
              </a:solidFill>
              <a:cs typeface="ＭＳ Ｐゴシック" charset="0"/>
            </a:endParaRPr>
          </a:p>
        </p:txBody>
      </p:sp>
      <p:sp>
        <p:nvSpPr>
          <p:cNvPr id="8" name="Slide Number Placeholder 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3A57ADD0-007F-4610-9D7D-5E5ADEAA50E0}" type="slidenum">
              <a:rPr lang="da-DK" altLang="da-DK" smtClean="0"/>
              <a:pPr>
                <a:defRPr/>
              </a:pPr>
              <a:t>3</a:t>
            </a:fld>
            <a:endParaRPr lang="da-DK" altLang="da-DK" dirty="0"/>
          </a:p>
        </p:txBody>
      </p:sp>
    </p:spTree>
    <p:extLst>
      <p:ext uri="{BB962C8B-B14F-4D97-AF65-F5344CB8AC3E}">
        <p14:creationId xmlns:p14="http://schemas.microsoft.com/office/powerpoint/2010/main" val="297576872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43" name="Rectangle 2"/>
          <p:cNvSpPr>
            <a:spLocks noGrp="1" noChangeArrowheads="1"/>
          </p:cNvSpPr>
          <p:nvPr>
            <p:ph type="title"/>
          </p:nvPr>
        </p:nvSpPr>
        <p:spPr>
          <a:xfrm>
            <a:off x="468313" y="333375"/>
            <a:ext cx="8784207" cy="609600"/>
          </a:xfrm>
        </p:spPr>
        <p:txBody>
          <a:bodyPr/>
          <a:lstStyle/>
          <a:p>
            <a:pPr eaLnBrk="1" hangingPunct="1">
              <a:defRPr/>
            </a:pPr>
            <a:r>
              <a:rPr lang="en-GB" altLang="da-DK" sz="2800" dirty="0"/>
              <a:t>Submission of bachelor project contract</a:t>
            </a:r>
          </a:p>
        </p:txBody>
      </p:sp>
      <p:sp>
        <p:nvSpPr>
          <p:cNvPr id="10244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468313" y="1052736"/>
            <a:ext cx="8424167" cy="5544616"/>
          </a:xfrm>
          <a:noFill/>
        </p:spPr>
        <p:txBody>
          <a:bodyPr/>
          <a:lstStyle/>
          <a:p>
            <a:pPr marL="271463" lvl="1" indent="-271463">
              <a:spcBef>
                <a:spcPts val="1200"/>
              </a:spcBef>
              <a:buChar char="•"/>
            </a:pPr>
            <a:r>
              <a:rPr lang="en-GB" altLang="da-DK" sz="1800" b="1" dirty="0">
                <a:solidFill>
                  <a:srgbClr val="A50021"/>
                </a:solidFill>
                <a:cs typeface="ＭＳ Ｐゴシック" charset="0"/>
              </a:rPr>
              <a:t>The bachelor project contract is submitted via a special system set up by the </a:t>
            </a:r>
            <a:r>
              <a:rPr lang="en-GB" altLang="da-DK" sz="1800" b="1" dirty="0">
                <a:solidFill>
                  <a:srgbClr val="008000"/>
                </a:solidFill>
                <a:cs typeface="ＭＳ Ｐゴシック" charset="0"/>
              </a:rPr>
              <a:t>study administration</a:t>
            </a:r>
          </a:p>
          <a:p>
            <a:pPr marL="728663" lvl="1" indent="-271463">
              <a:spcBef>
                <a:spcPts val="300"/>
              </a:spcBef>
            </a:pPr>
            <a:r>
              <a:rPr lang="en-GB" altLang="da-DK" sz="1600" dirty="0"/>
              <a:t>For details see the Brightspace page </a:t>
            </a:r>
            <a:r>
              <a:rPr lang="en-GB" altLang="da-DK" sz="1600" b="1" dirty="0">
                <a:solidFill>
                  <a:srgbClr val="008000"/>
                </a:solidFill>
              </a:rPr>
              <a:t>Submission of bachelor project contract</a:t>
            </a:r>
          </a:p>
          <a:p>
            <a:pPr marL="728663" lvl="1" indent="-271463">
              <a:spcBef>
                <a:spcPts val="300"/>
              </a:spcBef>
            </a:pPr>
            <a:r>
              <a:rPr lang="en-GB" altLang="da-DK" sz="1600" dirty="0"/>
              <a:t>The deadline for submission is </a:t>
            </a:r>
            <a:r>
              <a:rPr lang="en-GB" altLang="da-DK" sz="1600" b="1" dirty="0">
                <a:solidFill>
                  <a:srgbClr val="008000"/>
                </a:solidFill>
              </a:rPr>
              <a:t>Wednesday February 11 at 16.00</a:t>
            </a:r>
          </a:p>
          <a:p>
            <a:pPr marL="728663" lvl="1" indent="-271463">
              <a:spcBef>
                <a:spcPts val="300"/>
              </a:spcBef>
            </a:pPr>
            <a:r>
              <a:rPr lang="en-US" altLang="da-DK" sz="1600" dirty="0"/>
              <a:t>Unfortunately, the system requires that each member of your bachelor project group submits her/his own contract (although the information in the contracts should be identical)</a:t>
            </a:r>
          </a:p>
          <a:p>
            <a:pPr marL="728663" lvl="1" indent="-271463">
              <a:spcBef>
                <a:spcPts val="300"/>
              </a:spcBef>
            </a:pPr>
            <a:r>
              <a:rPr lang="en-US" altLang="da-DK" sz="1600" dirty="0"/>
              <a:t>The main part of the contract is a PDF document with a detailed project description (in Danish: </a:t>
            </a:r>
            <a:r>
              <a:rPr lang="da-DK" altLang="da-DK" sz="1600" dirty="0"/>
              <a:t>problemformulering, aktivitets- og vejledningsplan</a:t>
            </a:r>
            <a:r>
              <a:rPr lang="en-US" altLang="da-DK" sz="1600" dirty="0"/>
              <a:t>).</a:t>
            </a:r>
          </a:p>
          <a:p>
            <a:pPr marL="728663" lvl="1" indent="-271463">
              <a:spcBef>
                <a:spcPts val="300"/>
              </a:spcBef>
            </a:pPr>
            <a:r>
              <a:rPr lang="en-US" altLang="da-DK" sz="1600" dirty="0"/>
              <a:t>The project description should follow the format and guidelines described in this lecture</a:t>
            </a:r>
          </a:p>
          <a:p>
            <a:pPr marL="271463" lvl="1" indent="-271463">
              <a:spcBef>
                <a:spcPts val="1800"/>
              </a:spcBef>
              <a:buChar char="•"/>
            </a:pPr>
            <a:r>
              <a:rPr lang="en-GB" altLang="da-DK" sz="1800" b="1" dirty="0">
                <a:solidFill>
                  <a:srgbClr val="A50021"/>
                </a:solidFill>
                <a:cs typeface="ＭＳ Ｐゴシック" charset="0"/>
              </a:rPr>
              <a:t>It is recommended to </a:t>
            </a:r>
            <a:r>
              <a:rPr lang="en-GB" altLang="da-DK" sz="1800" b="1" dirty="0">
                <a:solidFill>
                  <a:srgbClr val="008000"/>
                </a:solidFill>
                <a:cs typeface="ＭＳ Ｐゴシック" charset="0"/>
              </a:rPr>
              <a:t>update</a:t>
            </a:r>
            <a:r>
              <a:rPr lang="en-GB" altLang="da-DK" sz="1800" b="1" dirty="0">
                <a:solidFill>
                  <a:srgbClr val="A50021"/>
                </a:solidFill>
                <a:cs typeface="ＭＳ Ｐゴシック" charset="0"/>
              </a:rPr>
              <a:t> the contract with regular intervals during your project</a:t>
            </a:r>
          </a:p>
          <a:p>
            <a:pPr marL="728663" lvl="1" indent="-271463">
              <a:spcBef>
                <a:spcPts val="300"/>
              </a:spcBef>
            </a:pPr>
            <a:r>
              <a:rPr lang="en-GB" altLang="da-DK" sz="1600" dirty="0"/>
              <a:t>But you do </a:t>
            </a:r>
            <a:r>
              <a:rPr lang="en-GB" altLang="da-DK" sz="1600" b="1" dirty="0">
                <a:solidFill>
                  <a:srgbClr val="008000"/>
                </a:solidFill>
              </a:rPr>
              <a:t>not</a:t>
            </a:r>
            <a:r>
              <a:rPr lang="en-GB" altLang="da-DK" sz="1600" dirty="0"/>
              <a:t> need to submit the revised versions to the study administration</a:t>
            </a:r>
            <a:endParaRPr lang="en-US" altLang="da-DK" sz="1600" dirty="0"/>
          </a:p>
          <a:p>
            <a:pPr marL="271463" lvl="1" indent="-271463">
              <a:spcBef>
                <a:spcPts val="1800"/>
              </a:spcBef>
              <a:buChar char="•"/>
            </a:pPr>
            <a:r>
              <a:rPr lang="en-GB" altLang="da-DK" sz="1800" b="1" dirty="0">
                <a:solidFill>
                  <a:srgbClr val="A50021"/>
                </a:solidFill>
                <a:cs typeface="ＭＳ Ｐゴシック" charset="0"/>
              </a:rPr>
              <a:t>Templates for the bachelor project contract (LaTeX and Word) can be found on the Brightspace page </a:t>
            </a:r>
            <a:r>
              <a:rPr lang="en-GB" altLang="da-DK" sz="1800" b="1" dirty="0">
                <a:solidFill>
                  <a:srgbClr val="008000"/>
                </a:solidFill>
                <a:cs typeface="ＭＳ Ｐゴシック" charset="0"/>
              </a:rPr>
              <a:t>Lecture plan</a:t>
            </a:r>
            <a:r>
              <a:rPr lang="en-GB" altLang="da-DK" sz="1800" b="1" dirty="0">
                <a:solidFill>
                  <a:srgbClr val="A50021"/>
                </a:solidFill>
                <a:cs typeface="ＭＳ Ｐゴシック" charset="0"/>
              </a:rPr>
              <a:t> together with the slides from this talk</a:t>
            </a:r>
          </a:p>
          <a:p>
            <a:pPr marL="728663" lvl="1" indent="-271463">
              <a:spcBef>
                <a:spcPts val="300"/>
              </a:spcBef>
            </a:pPr>
            <a:r>
              <a:rPr lang="en-GB" altLang="da-DK" sz="1600" dirty="0"/>
              <a:t>It is up to you to decide whether you want to use the templates</a:t>
            </a:r>
          </a:p>
          <a:p>
            <a:pPr marL="457200" lvl="1" indent="0">
              <a:spcBef>
                <a:spcPts val="300"/>
              </a:spcBef>
              <a:buNone/>
            </a:pPr>
            <a:r>
              <a:rPr lang="en-US" altLang="da-DK" sz="1600" dirty="0"/>
              <a:t> </a:t>
            </a:r>
            <a:endParaRPr lang="en-GB" altLang="da-DK" sz="1600" dirty="0"/>
          </a:p>
          <a:p>
            <a:pPr marL="728663" lvl="1" indent="-271463">
              <a:spcBef>
                <a:spcPts val="300"/>
              </a:spcBef>
            </a:pPr>
            <a:endParaRPr lang="en-GB" altLang="da-DK" sz="1800" b="1" dirty="0">
              <a:solidFill>
                <a:srgbClr val="A50021"/>
              </a:solidFill>
              <a:cs typeface="ＭＳ Ｐゴシック" charset="0"/>
            </a:endParaRPr>
          </a:p>
          <a:p>
            <a:pPr marL="728663" lvl="1" indent="-271463">
              <a:spcBef>
                <a:spcPts val="300"/>
              </a:spcBef>
            </a:pPr>
            <a:endParaRPr lang="en-GB" altLang="da-DK" sz="1600" dirty="0"/>
          </a:p>
        </p:txBody>
      </p:sp>
      <p:sp>
        <p:nvSpPr>
          <p:cNvPr id="8" name="Slide Number Placeholder 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3A57ADD0-007F-4610-9D7D-5E5ADEAA50E0}" type="slidenum">
              <a:rPr lang="da-DK" altLang="da-DK" smtClean="0"/>
              <a:pPr>
                <a:defRPr/>
              </a:pPr>
              <a:t>4</a:t>
            </a:fld>
            <a:endParaRPr lang="da-DK" altLang="da-DK" dirty="0"/>
          </a:p>
        </p:txBody>
      </p:sp>
    </p:spTree>
    <p:extLst>
      <p:ext uri="{BB962C8B-B14F-4D97-AF65-F5344CB8AC3E}">
        <p14:creationId xmlns:p14="http://schemas.microsoft.com/office/powerpoint/2010/main" val="306654863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43" name="Rectangle 2"/>
          <p:cNvSpPr>
            <a:spLocks noGrp="1" noChangeArrowheads="1"/>
          </p:cNvSpPr>
          <p:nvPr>
            <p:ph type="title"/>
          </p:nvPr>
        </p:nvSpPr>
        <p:spPr>
          <a:xfrm>
            <a:off x="468313" y="333375"/>
            <a:ext cx="8784207" cy="609600"/>
          </a:xfrm>
        </p:spPr>
        <p:txBody>
          <a:bodyPr/>
          <a:lstStyle/>
          <a:p>
            <a:pPr eaLnBrk="1" hangingPunct="1">
              <a:defRPr/>
            </a:pPr>
            <a:r>
              <a:rPr lang="en-GB" altLang="da-DK" sz="2800" dirty="0"/>
              <a:t>Choice of language</a:t>
            </a:r>
          </a:p>
        </p:txBody>
      </p:sp>
      <p:sp>
        <p:nvSpPr>
          <p:cNvPr id="10244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468313" y="1052736"/>
            <a:ext cx="8496175" cy="5760640"/>
          </a:xfrm>
          <a:noFill/>
        </p:spPr>
        <p:txBody>
          <a:bodyPr/>
          <a:lstStyle/>
          <a:p>
            <a:pPr marL="271463" lvl="1" indent="-271463">
              <a:spcBef>
                <a:spcPts val="1200"/>
              </a:spcBef>
              <a:buChar char="•"/>
            </a:pPr>
            <a:r>
              <a:rPr lang="en-GB" altLang="da-DK" sz="1800" b="1" dirty="0">
                <a:solidFill>
                  <a:srgbClr val="A50021"/>
                </a:solidFill>
                <a:cs typeface="ＭＳ Ｐゴシック" charset="0"/>
              </a:rPr>
              <a:t>One of the first crucial decisions to be made is whether you will write your bachelor report in Danish or English</a:t>
            </a:r>
          </a:p>
          <a:p>
            <a:pPr marL="728663" lvl="1" indent="-271463">
              <a:spcBef>
                <a:spcPts val="300"/>
              </a:spcBef>
            </a:pPr>
            <a:r>
              <a:rPr lang="en-GB" altLang="da-DK" sz="1600" dirty="0"/>
              <a:t>This is a </a:t>
            </a:r>
            <a:r>
              <a:rPr lang="en-GB" altLang="da-DK" sz="1600" b="1" dirty="0">
                <a:solidFill>
                  <a:srgbClr val="008000"/>
                </a:solidFill>
              </a:rPr>
              <a:t>very important</a:t>
            </a:r>
            <a:r>
              <a:rPr lang="en-GB" altLang="da-DK" sz="1600" dirty="0"/>
              <a:t> decision</a:t>
            </a:r>
          </a:p>
          <a:p>
            <a:pPr marL="271463" lvl="1" indent="-271463">
              <a:spcBef>
                <a:spcPts val="900"/>
              </a:spcBef>
              <a:buChar char="•"/>
            </a:pPr>
            <a:r>
              <a:rPr lang="en-GB" altLang="da-DK" sz="1800" b="1" dirty="0">
                <a:solidFill>
                  <a:srgbClr val="A50021"/>
                </a:solidFill>
                <a:cs typeface="ＭＳ Ｐゴシック" charset="0"/>
              </a:rPr>
              <a:t>The project report is the product of your work</a:t>
            </a:r>
          </a:p>
          <a:p>
            <a:pPr marL="728663" lvl="1" indent="-271463">
              <a:spcBef>
                <a:spcPts val="300"/>
              </a:spcBef>
            </a:pPr>
            <a:r>
              <a:rPr lang="en-GB" altLang="da-DK" sz="1600" dirty="0"/>
              <a:t>Together with your oral presentation at the exam this is the </a:t>
            </a:r>
            <a:r>
              <a:rPr lang="en-GB" altLang="da-DK" sz="1600" b="1" dirty="0">
                <a:solidFill>
                  <a:srgbClr val="008000"/>
                </a:solidFill>
              </a:rPr>
              <a:t>only thing</a:t>
            </a:r>
            <a:r>
              <a:rPr lang="en-GB" altLang="da-DK" sz="1600" dirty="0"/>
              <a:t> the censor sees and evaluates</a:t>
            </a:r>
          </a:p>
          <a:p>
            <a:pPr marL="728663" lvl="1" indent="-271463">
              <a:spcBef>
                <a:spcPts val="300"/>
              </a:spcBef>
            </a:pPr>
            <a:r>
              <a:rPr lang="en-GB" altLang="da-DK" sz="1600" dirty="0"/>
              <a:t>Hence, it is very important that it is well-written and easy to understand</a:t>
            </a:r>
          </a:p>
          <a:p>
            <a:pPr marL="728663" lvl="1" indent="-271463">
              <a:spcBef>
                <a:spcPts val="300"/>
              </a:spcBef>
            </a:pPr>
            <a:r>
              <a:rPr lang="en-GB" altLang="da-DK" sz="1600" dirty="0"/>
              <a:t>A few grammatical errors are ok, but too many errors will make the reading difficult, and distract the reader from the subject matter </a:t>
            </a:r>
            <a:r>
              <a:rPr lang="en-GB" altLang="da-DK" sz="1600" spc="-40" dirty="0"/>
              <a:t>(this differs a lot from person to person)</a:t>
            </a:r>
          </a:p>
          <a:p>
            <a:pPr marL="271463" lvl="1" indent="-271463">
              <a:spcBef>
                <a:spcPts val="900"/>
              </a:spcBef>
              <a:buChar char="•"/>
            </a:pPr>
            <a:r>
              <a:rPr lang="en-GB" altLang="da-DK" sz="1800" b="1" dirty="0">
                <a:solidFill>
                  <a:srgbClr val="A50021"/>
                </a:solidFill>
                <a:cs typeface="ＭＳ Ｐゴシック" charset="0"/>
              </a:rPr>
              <a:t>Writing in Danish should be easy (for most of you)</a:t>
            </a:r>
          </a:p>
          <a:p>
            <a:pPr marL="728663" lvl="1" indent="-271463">
              <a:spcBef>
                <a:spcPts val="300"/>
              </a:spcBef>
            </a:pPr>
            <a:r>
              <a:rPr lang="en-GB" altLang="da-DK" sz="1600" dirty="0"/>
              <a:t>You should only write in English if you are sure that you are able to do this in a satisfactory way</a:t>
            </a:r>
          </a:p>
          <a:p>
            <a:pPr marL="271463" lvl="1" indent="-271463">
              <a:spcBef>
                <a:spcPts val="900"/>
              </a:spcBef>
              <a:buChar char="•"/>
            </a:pPr>
            <a:r>
              <a:rPr lang="en-GB" altLang="da-DK" sz="1800" b="1" dirty="0">
                <a:solidFill>
                  <a:srgbClr val="A50021"/>
                </a:solidFill>
                <a:cs typeface="ＭＳ Ｐゴシック" charset="0"/>
              </a:rPr>
              <a:t>Writing in English has some advantages</a:t>
            </a:r>
          </a:p>
          <a:p>
            <a:pPr marL="728663" lvl="1" indent="-271463">
              <a:spcBef>
                <a:spcPts val="300"/>
              </a:spcBef>
              <a:buFontTx/>
              <a:buChar char="–"/>
            </a:pPr>
            <a:r>
              <a:rPr lang="en-GB" altLang="da-DK" sz="1600" dirty="0"/>
              <a:t>It is required if you have chosen an advisor who do not speak Danish</a:t>
            </a:r>
          </a:p>
          <a:p>
            <a:pPr marL="728663" lvl="1" indent="-271463">
              <a:spcBef>
                <a:spcPts val="300"/>
              </a:spcBef>
              <a:buFontTx/>
              <a:buChar char="–"/>
            </a:pPr>
            <a:r>
              <a:rPr lang="en-GB" altLang="da-DK" sz="1600" dirty="0"/>
              <a:t>In most subject areas the "standard terminology" is in English, and you do not have to invent Danish translations (which can be difficult)</a:t>
            </a:r>
          </a:p>
          <a:p>
            <a:pPr marL="728663" lvl="1" indent="-271463">
              <a:spcBef>
                <a:spcPts val="300"/>
              </a:spcBef>
              <a:buFontTx/>
              <a:buChar char="–"/>
            </a:pPr>
            <a:r>
              <a:rPr lang="en-GB" altLang="da-DK" sz="1600" dirty="0"/>
              <a:t>The potential audience (readers) are much larger (the world instead of Denmark)</a:t>
            </a:r>
          </a:p>
          <a:p>
            <a:pPr marL="271463" lvl="1" indent="-271463">
              <a:spcBef>
                <a:spcPts val="900"/>
              </a:spcBef>
              <a:buFontTx/>
              <a:buChar char="•"/>
            </a:pPr>
            <a:r>
              <a:rPr lang="en-GB" altLang="da-DK" sz="1800" b="1" dirty="0">
                <a:solidFill>
                  <a:srgbClr val="A50021"/>
                </a:solidFill>
                <a:cs typeface="ＭＳ Ｐゴシック" charset="0"/>
              </a:rPr>
              <a:t>If you choose to write in English, you should also make your working notes, section drafts, etc. in English</a:t>
            </a:r>
            <a:endParaRPr lang="en-GB" altLang="da-DK" sz="1600" dirty="0"/>
          </a:p>
          <a:p>
            <a:pPr marL="728663" lvl="1" indent="-271463">
              <a:spcBef>
                <a:spcPts val="300"/>
              </a:spcBef>
            </a:pPr>
            <a:endParaRPr lang="en-GB" altLang="da-DK" sz="1600" b="1" dirty="0">
              <a:solidFill>
                <a:srgbClr val="A50021"/>
              </a:solidFill>
              <a:cs typeface="ＭＳ Ｐゴシック" charset="0"/>
            </a:endParaRPr>
          </a:p>
          <a:p>
            <a:pPr marL="728663" lvl="1" indent="-271463">
              <a:spcBef>
                <a:spcPts val="300"/>
              </a:spcBef>
            </a:pPr>
            <a:endParaRPr lang="en-GB" altLang="da-DK" sz="1800" b="1" dirty="0">
              <a:solidFill>
                <a:srgbClr val="A50021"/>
              </a:solidFill>
              <a:cs typeface="ＭＳ Ｐゴシック" charset="0"/>
            </a:endParaRPr>
          </a:p>
          <a:p>
            <a:pPr marL="728663" lvl="1" indent="-271463">
              <a:spcBef>
                <a:spcPts val="300"/>
              </a:spcBef>
            </a:pPr>
            <a:endParaRPr lang="en-GB" altLang="da-DK" sz="1600" dirty="0"/>
          </a:p>
        </p:txBody>
      </p:sp>
      <p:sp>
        <p:nvSpPr>
          <p:cNvPr id="8" name="Slide Number Placeholder 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3A57ADD0-007F-4610-9D7D-5E5ADEAA50E0}" type="slidenum">
              <a:rPr lang="da-DK" altLang="da-DK" smtClean="0"/>
              <a:pPr>
                <a:defRPr/>
              </a:pPr>
              <a:t>5</a:t>
            </a:fld>
            <a:endParaRPr lang="da-DK" altLang="da-DK" dirty="0"/>
          </a:p>
        </p:txBody>
      </p:sp>
    </p:spTree>
    <p:extLst>
      <p:ext uri="{BB962C8B-B14F-4D97-AF65-F5344CB8AC3E}">
        <p14:creationId xmlns:p14="http://schemas.microsoft.com/office/powerpoint/2010/main" val="194737561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43" name="Rectangle 2"/>
          <p:cNvSpPr>
            <a:spLocks noGrp="1" noChangeArrowheads="1"/>
          </p:cNvSpPr>
          <p:nvPr>
            <p:ph type="title"/>
          </p:nvPr>
        </p:nvSpPr>
        <p:spPr>
          <a:xfrm>
            <a:off x="468313" y="333375"/>
            <a:ext cx="8784207" cy="609600"/>
          </a:xfrm>
        </p:spPr>
        <p:txBody>
          <a:bodyPr/>
          <a:lstStyle/>
          <a:p>
            <a:pPr eaLnBrk="1" hangingPunct="1">
              <a:defRPr/>
            </a:pPr>
            <a:r>
              <a:rPr lang="en-GB" altLang="da-DK" sz="2800" dirty="0"/>
              <a:t>Title for the bachelor project</a:t>
            </a:r>
          </a:p>
        </p:txBody>
      </p:sp>
      <p:sp>
        <p:nvSpPr>
          <p:cNvPr id="10244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468313" y="1052736"/>
            <a:ext cx="8424167" cy="5256584"/>
          </a:xfrm>
          <a:noFill/>
        </p:spPr>
        <p:txBody>
          <a:bodyPr/>
          <a:lstStyle/>
          <a:p>
            <a:pPr marL="271463" lvl="1" indent="-271463">
              <a:spcBef>
                <a:spcPts val="1200"/>
              </a:spcBef>
              <a:buChar char="•"/>
            </a:pPr>
            <a:r>
              <a:rPr lang="en-GB" altLang="da-DK" sz="1800" b="1" dirty="0">
                <a:solidFill>
                  <a:srgbClr val="A50021"/>
                </a:solidFill>
                <a:cs typeface="ＭＳ Ｐゴシック" charset="0"/>
              </a:rPr>
              <a:t>It is important to choose a good, informative title for your report</a:t>
            </a:r>
          </a:p>
          <a:p>
            <a:pPr marL="728663" lvl="1" indent="-271463">
              <a:spcBef>
                <a:spcPts val="300"/>
              </a:spcBef>
            </a:pPr>
            <a:r>
              <a:rPr lang="en-GB" altLang="da-DK" sz="1600" dirty="0"/>
              <a:t>When searching for literature, many potential readers only see your title (and the names of the authors)</a:t>
            </a:r>
          </a:p>
          <a:p>
            <a:pPr marL="728663" lvl="1" indent="-271463">
              <a:spcBef>
                <a:spcPts val="300"/>
              </a:spcBef>
            </a:pPr>
            <a:r>
              <a:rPr lang="en-GB" altLang="da-DK" sz="1600" dirty="0"/>
              <a:t>Based on the title, they decide whether they want to read the abstract</a:t>
            </a:r>
          </a:p>
          <a:p>
            <a:pPr marL="728663" lvl="1" indent="-271463">
              <a:spcBef>
                <a:spcPts val="300"/>
              </a:spcBef>
            </a:pPr>
            <a:r>
              <a:rPr lang="en-GB" altLang="da-DK" sz="1600" dirty="0"/>
              <a:t>If the title does not catch their attention, they will never see your brilliant work</a:t>
            </a:r>
          </a:p>
          <a:p>
            <a:pPr marL="271463" lvl="1" indent="-271463">
              <a:spcBef>
                <a:spcPts val="1200"/>
              </a:spcBef>
              <a:buChar char="•"/>
            </a:pPr>
            <a:r>
              <a:rPr lang="en-GB" altLang="da-DK" sz="1800" b="1" dirty="0">
                <a:solidFill>
                  <a:srgbClr val="A50021"/>
                </a:solidFill>
                <a:cs typeface="ＭＳ Ｐゴシック" charset="0"/>
              </a:rPr>
              <a:t>The title should describe the contents of your work as precisely as possible without being extremely long</a:t>
            </a:r>
          </a:p>
          <a:p>
            <a:pPr marL="728663" lvl="1" indent="-271463">
              <a:spcBef>
                <a:spcPts val="300"/>
              </a:spcBef>
            </a:pPr>
            <a:r>
              <a:rPr lang="en-GB" altLang="da-DK" sz="1600" dirty="0"/>
              <a:t>Some authors like to make a catchy or fun title</a:t>
            </a:r>
          </a:p>
          <a:p>
            <a:pPr marL="728663" lvl="1" indent="-271463">
              <a:spcBef>
                <a:spcPts val="300"/>
              </a:spcBef>
            </a:pPr>
            <a:r>
              <a:rPr lang="en-GB" altLang="da-DK" sz="1600" dirty="0"/>
              <a:t>This is seldom a good idea (because information of the contents is lost)</a:t>
            </a:r>
          </a:p>
          <a:p>
            <a:pPr marL="271463" lvl="1" indent="-271463">
              <a:spcBef>
                <a:spcPts val="1200"/>
              </a:spcBef>
              <a:buChar char="•"/>
            </a:pPr>
            <a:r>
              <a:rPr lang="en-GB" altLang="da-DK" sz="1800" b="1" spc="-30" dirty="0">
                <a:solidFill>
                  <a:srgbClr val="A50021"/>
                </a:solidFill>
                <a:cs typeface="ＭＳ Ｐゴシック" charset="0"/>
              </a:rPr>
              <a:t>For your bachelor project, there must be both a Danish and an English title</a:t>
            </a:r>
          </a:p>
          <a:p>
            <a:pPr marL="728663" lvl="1" indent="-271463">
              <a:spcBef>
                <a:spcPts val="300"/>
              </a:spcBef>
            </a:pPr>
            <a:r>
              <a:rPr lang="en-GB" altLang="da-DK" sz="1600" dirty="0"/>
              <a:t>To avoid confusion, they should be equivalent (straightforward translations of</a:t>
            </a:r>
            <a:br>
              <a:rPr lang="en-GB" altLang="da-DK" sz="1600" dirty="0"/>
            </a:br>
            <a:r>
              <a:rPr lang="en-GB" altLang="da-DK" sz="1600" dirty="0"/>
              <a:t>each other)</a:t>
            </a:r>
            <a:endParaRPr lang="en-GB" altLang="da-DK" sz="1600" b="1" dirty="0">
              <a:solidFill>
                <a:srgbClr val="A50021"/>
              </a:solidFill>
              <a:cs typeface="ＭＳ Ｐゴシック" charset="0"/>
            </a:endParaRPr>
          </a:p>
          <a:p>
            <a:pPr marL="728663" lvl="1" indent="-271463">
              <a:spcBef>
                <a:spcPts val="300"/>
              </a:spcBef>
            </a:pPr>
            <a:r>
              <a:rPr lang="en-GB" altLang="da-DK" sz="1600" dirty="0">
                <a:cs typeface="ＭＳ Ｐゴシック" charset="0"/>
              </a:rPr>
              <a:t>The Danish title (or part of it) may be identical to the English title</a:t>
            </a:r>
          </a:p>
          <a:p>
            <a:pPr marL="728663" lvl="1" indent="-271463">
              <a:spcBef>
                <a:spcPts val="300"/>
              </a:spcBef>
            </a:pPr>
            <a:r>
              <a:rPr lang="en-GB" altLang="da-DK" sz="1600" dirty="0">
                <a:cs typeface="ＭＳ Ｐゴシック" charset="0"/>
              </a:rPr>
              <a:t>The titles will appear on your diploma (</a:t>
            </a:r>
            <a:r>
              <a:rPr lang="da-DK" altLang="da-DK" sz="1600" dirty="0">
                <a:cs typeface="ＭＳ Ｐゴシック" charset="0"/>
              </a:rPr>
              <a:t>eksamensbevis</a:t>
            </a:r>
            <a:r>
              <a:rPr lang="en-GB" altLang="da-DK" sz="1600" dirty="0">
                <a:cs typeface="ＭＳ Ｐゴシック" charset="0"/>
              </a:rPr>
              <a:t>)</a:t>
            </a:r>
          </a:p>
        </p:txBody>
      </p:sp>
      <p:sp>
        <p:nvSpPr>
          <p:cNvPr id="8" name="Slide Number Placeholder 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3A57ADD0-007F-4610-9D7D-5E5ADEAA50E0}" type="slidenum">
              <a:rPr lang="da-DK" altLang="da-DK" smtClean="0"/>
              <a:pPr>
                <a:defRPr/>
              </a:pPr>
              <a:t>6</a:t>
            </a:fld>
            <a:endParaRPr lang="da-DK" altLang="da-DK" dirty="0"/>
          </a:p>
        </p:txBody>
      </p:sp>
    </p:spTree>
    <p:extLst>
      <p:ext uri="{BB962C8B-B14F-4D97-AF65-F5344CB8AC3E}">
        <p14:creationId xmlns:p14="http://schemas.microsoft.com/office/powerpoint/2010/main" val="355331426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43" name="Rectangle 2"/>
          <p:cNvSpPr>
            <a:spLocks noGrp="1" noChangeArrowheads="1"/>
          </p:cNvSpPr>
          <p:nvPr>
            <p:ph type="title"/>
          </p:nvPr>
        </p:nvSpPr>
        <p:spPr>
          <a:xfrm>
            <a:off x="468313" y="333375"/>
            <a:ext cx="8784207" cy="609600"/>
          </a:xfrm>
        </p:spPr>
        <p:txBody>
          <a:bodyPr/>
          <a:lstStyle/>
          <a:p>
            <a:pPr eaLnBrk="1" hangingPunct="1">
              <a:defRPr/>
            </a:pPr>
            <a:r>
              <a:rPr lang="en-GB" altLang="da-DK" sz="2800" dirty="0"/>
              <a:t>Tools to be used in the project</a:t>
            </a:r>
          </a:p>
        </p:txBody>
      </p:sp>
      <p:sp>
        <p:nvSpPr>
          <p:cNvPr id="10244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468313" y="1052736"/>
            <a:ext cx="8064127" cy="1512168"/>
          </a:xfrm>
          <a:noFill/>
        </p:spPr>
        <p:txBody>
          <a:bodyPr/>
          <a:lstStyle/>
          <a:p>
            <a:pPr marL="271463" lvl="1" indent="-271463">
              <a:spcBef>
                <a:spcPts val="1200"/>
              </a:spcBef>
              <a:buChar char="•"/>
            </a:pPr>
            <a:r>
              <a:rPr lang="en-GB" altLang="da-DK" sz="1800" b="1" dirty="0">
                <a:solidFill>
                  <a:srgbClr val="A50021"/>
                </a:solidFill>
                <a:cs typeface="ＭＳ Ｐゴシック" charset="0"/>
              </a:rPr>
              <a:t>You should agree on the tools to be used in your project</a:t>
            </a:r>
          </a:p>
          <a:p>
            <a:pPr marL="728663" lvl="1" indent="-271463">
              <a:spcBef>
                <a:spcPts val="300"/>
              </a:spcBef>
            </a:pPr>
            <a:r>
              <a:rPr lang="en-GB" altLang="da-DK" sz="1600" dirty="0"/>
              <a:t>Word or Latex (or something third)?</a:t>
            </a:r>
          </a:p>
          <a:p>
            <a:pPr marL="728663" lvl="1" indent="-271463">
              <a:spcBef>
                <a:spcPts val="300"/>
              </a:spcBef>
            </a:pPr>
            <a:r>
              <a:rPr lang="en-GB" altLang="da-DK" sz="1600" dirty="0"/>
              <a:t>Programming language and environment – do you need version control?</a:t>
            </a:r>
          </a:p>
          <a:p>
            <a:pPr marL="728663" lvl="1" indent="-271463">
              <a:spcBef>
                <a:spcPts val="300"/>
              </a:spcBef>
            </a:pPr>
            <a:r>
              <a:rPr lang="en-GB" altLang="da-DK" sz="1600" dirty="0"/>
              <a:t>All members of a project group should use the same tools</a:t>
            </a:r>
          </a:p>
        </p:txBody>
      </p:sp>
      <p:sp>
        <p:nvSpPr>
          <p:cNvPr id="8" name="Slide Number Placeholder 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3A57ADD0-007F-4610-9D7D-5E5ADEAA50E0}" type="slidenum">
              <a:rPr lang="da-DK" altLang="da-DK" smtClean="0"/>
              <a:pPr>
                <a:defRPr/>
              </a:pPr>
              <a:t>7</a:t>
            </a:fld>
            <a:endParaRPr lang="da-DK" altLang="da-DK" dirty="0"/>
          </a:p>
        </p:txBody>
      </p:sp>
    </p:spTree>
    <p:extLst>
      <p:ext uri="{BB962C8B-B14F-4D97-AF65-F5344CB8AC3E}">
        <p14:creationId xmlns:p14="http://schemas.microsoft.com/office/powerpoint/2010/main" val="275951367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43" name="Rectangle 2"/>
          <p:cNvSpPr>
            <a:spLocks noGrp="1" noChangeArrowheads="1"/>
          </p:cNvSpPr>
          <p:nvPr>
            <p:ph type="title"/>
          </p:nvPr>
        </p:nvSpPr>
        <p:spPr>
          <a:xfrm>
            <a:off x="468313" y="333375"/>
            <a:ext cx="8424167" cy="609600"/>
          </a:xfrm>
        </p:spPr>
        <p:txBody>
          <a:bodyPr/>
          <a:lstStyle/>
          <a:p>
            <a:pPr eaLnBrk="1" hangingPunct="1">
              <a:defRPr/>
            </a:pPr>
            <a:r>
              <a:rPr lang="en-GB" altLang="da-DK" sz="2800" dirty="0"/>
              <a:t>Short textual description of your project</a:t>
            </a:r>
          </a:p>
        </p:txBody>
      </p:sp>
      <p:sp>
        <p:nvSpPr>
          <p:cNvPr id="10244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468313" y="1052736"/>
            <a:ext cx="8424167" cy="4968552"/>
          </a:xfrm>
          <a:noFill/>
        </p:spPr>
        <p:txBody>
          <a:bodyPr/>
          <a:lstStyle/>
          <a:p>
            <a:pPr marL="271463" lvl="1" indent="-271463">
              <a:spcBef>
                <a:spcPts val="1200"/>
              </a:spcBef>
              <a:buChar char="•"/>
            </a:pPr>
            <a:r>
              <a:rPr lang="en-GB" altLang="da-DK" sz="1800" b="1" dirty="0">
                <a:solidFill>
                  <a:srgbClr val="A50021"/>
                </a:solidFill>
                <a:cs typeface="ＭＳ Ｐゴシック" charset="0"/>
              </a:rPr>
              <a:t>The description should be at least 10-20 lines</a:t>
            </a:r>
          </a:p>
          <a:p>
            <a:pPr marL="728663" lvl="1" indent="-271463">
              <a:spcBef>
                <a:spcPts val="300"/>
              </a:spcBef>
            </a:pPr>
            <a:r>
              <a:rPr lang="en-GB" altLang="da-DK" sz="1600" dirty="0"/>
              <a:t>Can be a slightly modified version of the project proposal</a:t>
            </a:r>
          </a:p>
          <a:p>
            <a:pPr marL="728663" lvl="1" indent="-271463">
              <a:spcBef>
                <a:spcPts val="300"/>
              </a:spcBef>
            </a:pPr>
            <a:r>
              <a:rPr lang="en-GB" altLang="da-DK" sz="1600" dirty="0"/>
              <a:t>Try to focus on what you intend to achieve in the project</a:t>
            </a:r>
          </a:p>
          <a:p>
            <a:pPr marL="728663" lvl="1" indent="-271463">
              <a:spcBef>
                <a:spcPts val="300"/>
              </a:spcBef>
            </a:pPr>
            <a:r>
              <a:rPr lang="en-GB" altLang="da-DK" sz="1600" dirty="0"/>
              <a:t>Describe what you intend to do to achieve the goals</a:t>
            </a:r>
          </a:p>
          <a:p>
            <a:pPr marL="728663" lvl="1" indent="-271463">
              <a:spcBef>
                <a:spcPts val="300"/>
              </a:spcBef>
            </a:pPr>
            <a:r>
              <a:rPr lang="en-GB" altLang="da-DK" sz="1600" dirty="0"/>
              <a:t>It is also a good idea to identify things, which you do </a:t>
            </a:r>
            <a:r>
              <a:rPr lang="en-GB" altLang="da-DK" sz="1600" b="1" dirty="0">
                <a:solidFill>
                  <a:srgbClr val="008000"/>
                </a:solidFill>
              </a:rPr>
              <a:t>not</a:t>
            </a:r>
            <a:r>
              <a:rPr lang="en-GB" altLang="da-DK" sz="1600" dirty="0"/>
              <a:t> intend to investigate and things which you will only investigate if you have sufficient time</a:t>
            </a:r>
          </a:p>
          <a:p>
            <a:pPr marL="271463" lvl="1" indent="-271463">
              <a:spcBef>
                <a:spcPts val="1200"/>
              </a:spcBef>
              <a:buChar char="•"/>
            </a:pPr>
            <a:r>
              <a:rPr lang="en-GB" altLang="da-DK" sz="1800" b="1" dirty="0">
                <a:solidFill>
                  <a:srgbClr val="A50021"/>
                </a:solidFill>
                <a:cs typeface="ＭＳ Ｐゴシック" charset="0"/>
              </a:rPr>
              <a:t>It is ok to include a lot of ideas and considerations in this part</a:t>
            </a:r>
          </a:p>
          <a:p>
            <a:pPr marL="728663" lvl="1" indent="-271463">
              <a:spcBef>
                <a:spcPts val="300"/>
              </a:spcBef>
            </a:pPr>
            <a:r>
              <a:rPr lang="en-GB" altLang="da-DK" sz="1600" dirty="0"/>
              <a:t>The 10-20 lines is minimum – if you use 1-2 pages it is fully ok</a:t>
            </a:r>
          </a:p>
          <a:p>
            <a:pPr marL="728663" lvl="1" indent="-271463">
              <a:spcBef>
                <a:spcPts val="300"/>
              </a:spcBef>
            </a:pPr>
            <a:r>
              <a:rPr lang="en-GB" altLang="da-DK" sz="1600" dirty="0"/>
              <a:t>Then you remember your ideas</a:t>
            </a:r>
          </a:p>
          <a:p>
            <a:pPr marL="728663" lvl="1" indent="-271463">
              <a:spcBef>
                <a:spcPts val="300"/>
              </a:spcBef>
            </a:pPr>
            <a:r>
              <a:rPr lang="en-GB" altLang="da-DK" sz="1600" dirty="0"/>
              <a:t>If some of them become obsolete, they are easy to remove</a:t>
            </a:r>
          </a:p>
          <a:p>
            <a:pPr marL="271463" lvl="1" indent="-271463">
              <a:spcBef>
                <a:spcPts val="1200"/>
              </a:spcBef>
              <a:buChar char="•"/>
            </a:pPr>
            <a:r>
              <a:rPr lang="en-GB" altLang="da-DK" sz="1800" b="1" dirty="0">
                <a:solidFill>
                  <a:srgbClr val="A50021"/>
                </a:solidFill>
                <a:cs typeface="ＭＳ Ｐゴシック" charset="0"/>
              </a:rPr>
              <a:t>Give a brief explanation for the choices you make</a:t>
            </a:r>
          </a:p>
          <a:p>
            <a:pPr marL="728663" lvl="1" indent="-271463">
              <a:spcBef>
                <a:spcPts val="300"/>
              </a:spcBef>
            </a:pPr>
            <a:r>
              <a:rPr lang="en-GB" altLang="da-DK" sz="1600" dirty="0"/>
              <a:t>It is surprisingly difficult to remember the arguments for your choices even a few days/weeks later</a:t>
            </a:r>
          </a:p>
          <a:p>
            <a:pPr marL="728663" lvl="1" indent="-271463">
              <a:spcBef>
                <a:spcPts val="300"/>
              </a:spcBef>
            </a:pPr>
            <a:r>
              <a:rPr lang="en-GB" altLang="da-DK" sz="1600" dirty="0"/>
              <a:t>Later, you may decide to undo one of your choices – even though you (a few days ago) had solid arguments for that choice</a:t>
            </a:r>
          </a:p>
          <a:p>
            <a:pPr marL="728663" lvl="1" indent="-271463">
              <a:spcBef>
                <a:spcPts val="300"/>
              </a:spcBef>
            </a:pPr>
            <a:r>
              <a:rPr lang="en-GB" altLang="da-DK" sz="1600" dirty="0"/>
              <a:t>This way you can loose considerable time</a:t>
            </a:r>
          </a:p>
        </p:txBody>
      </p:sp>
      <p:sp>
        <p:nvSpPr>
          <p:cNvPr id="8" name="Slide Number Placeholder 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3A57ADD0-007F-4610-9D7D-5E5ADEAA50E0}" type="slidenum">
              <a:rPr lang="da-DK" altLang="da-DK" smtClean="0"/>
              <a:pPr>
                <a:defRPr/>
              </a:pPr>
              <a:t>8</a:t>
            </a:fld>
            <a:endParaRPr lang="da-DK" altLang="da-DK" dirty="0"/>
          </a:p>
        </p:txBody>
      </p:sp>
    </p:spTree>
    <p:extLst>
      <p:ext uri="{BB962C8B-B14F-4D97-AF65-F5344CB8AC3E}">
        <p14:creationId xmlns:p14="http://schemas.microsoft.com/office/powerpoint/2010/main" val="377817551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43" name="Rectangle 2"/>
          <p:cNvSpPr>
            <a:spLocks noGrp="1" noChangeArrowheads="1"/>
          </p:cNvSpPr>
          <p:nvPr>
            <p:ph type="title"/>
          </p:nvPr>
        </p:nvSpPr>
        <p:spPr>
          <a:xfrm>
            <a:off x="468313" y="333375"/>
            <a:ext cx="8424167" cy="609600"/>
          </a:xfrm>
        </p:spPr>
        <p:txBody>
          <a:bodyPr/>
          <a:lstStyle/>
          <a:p>
            <a:pPr eaLnBrk="1" hangingPunct="1">
              <a:defRPr/>
            </a:pPr>
            <a:r>
              <a:rPr lang="en-GB" altLang="da-DK" sz="2800" dirty="0"/>
              <a:t>Production of the bachelor report</a:t>
            </a:r>
          </a:p>
        </p:txBody>
      </p:sp>
      <p:sp>
        <p:nvSpPr>
          <p:cNvPr id="10244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468313" y="1052736"/>
            <a:ext cx="8352159" cy="4176464"/>
          </a:xfrm>
          <a:noFill/>
        </p:spPr>
        <p:txBody>
          <a:bodyPr/>
          <a:lstStyle/>
          <a:p>
            <a:pPr marL="271463" lvl="1" indent="-271463">
              <a:spcBef>
                <a:spcPts val="1200"/>
              </a:spcBef>
              <a:buChar char="•"/>
            </a:pPr>
            <a:r>
              <a:rPr lang="en-GB" altLang="da-DK" sz="1800" b="1" dirty="0">
                <a:solidFill>
                  <a:srgbClr val="A50021"/>
                </a:solidFill>
                <a:cs typeface="ＭＳ Ｐゴシック" charset="0"/>
              </a:rPr>
              <a:t>Production of a bachelor report (or any scientific paper) is typically done as follows</a:t>
            </a:r>
          </a:p>
          <a:p>
            <a:pPr marL="728663" lvl="1" indent="-271463">
              <a:spcBef>
                <a:spcPts val="300"/>
              </a:spcBef>
            </a:pPr>
            <a:r>
              <a:rPr lang="en-GB" altLang="da-DK" sz="1600" dirty="0"/>
              <a:t>First, write a short summary of the literature (scientific papers), which you study and use as the basis of your bachelor project</a:t>
            </a:r>
          </a:p>
          <a:p>
            <a:pPr marL="728663" lvl="1" indent="-271463">
              <a:spcBef>
                <a:spcPts val="300"/>
              </a:spcBef>
            </a:pPr>
            <a:r>
              <a:rPr lang="en-GB" altLang="da-DK" sz="1600" dirty="0"/>
              <a:t>Then, produce the main parts of the report describing your own contributions (experiments, programming, tests, development of concepts, theory, proofs, evaluations …)</a:t>
            </a:r>
          </a:p>
          <a:p>
            <a:pPr marL="728663" lvl="1" indent="-271463">
              <a:spcBef>
                <a:spcPts val="300"/>
              </a:spcBef>
            </a:pPr>
            <a:r>
              <a:rPr lang="en-GB" altLang="da-DK" sz="1600" dirty="0"/>
              <a:t>Finally (at the very end) add</a:t>
            </a:r>
          </a:p>
          <a:p>
            <a:pPr marL="1128713" lvl="2" indent="-271463">
              <a:spcBef>
                <a:spcPts val="300"/>
              </a:spcBef>
            </a:pPr>
            <a:r>
              <a:rPr lang="en-GB" altLang="da-DK" dirty="0"/>
              <a:t>Abstract</a:t>
            </a:r>
          </a:p>
          <a:p>
            <a:pPr marL="1128713" lvl="2" indent="-271463">
              <a:spcBef>
                <a:spcPts val="300"/>
              </a:spcBef>
            </a:pPr>
            <a:r>
              <a:rPr lang="en-GB" altLang="da-DK" dirty="0"/>
              <a:t>Introduction</a:t>
            </a:r>
          </a:p>
          <a:p>
            <a:pPr marL="1128713" lvl="2" indent="-271463">
              <a:spcBef>
                <a:spcPts val="300"/>
              </a:spcBef>
            </a:pPr>
            <a:r>
              <a:rPr lang="en-GB" altLang="da-DK" dirty="0"/>
              <a:t>Comparison to other approaches</a:t>
            </a:r>
          </a:p>
          <a:p>
            <a:pPr marL="1128713" lvl="2" indent="-271463">
              <a:spcBef>
                <a:spcPts val="300"/>
              </a:spcBef>
            </a:pPr>
            <a:r>
              <a:rPr lang="en-GB" altLang="da-DK" dirty="0"/>
              <a:t>Ideas for future work</a:t>
            </a:r>
          </a:p>
          <a:p>
            <a:pPr marL="1128713" lvl="2" indent="-271463">
              <a:spcBef>
                <a:spcPts val="300"/>
              </a:spcBef>
            </a:pPr>
            <a:r>
              <a:rPr lang="en-GB" altLang="da-DK" dirty="0"/>
              <a:t>Conclusions</a:t>
            </a:r>
          </a:p>
          <a:p>
            <a:pPr marL="1128713" lvl="2" indent="-271463">
              <a:spcBef>
                <a:spcPts val="300"/>
              </a:spcBef>
            </a:pPr>
            <a:r>
              <a:rPr lang="en-GB" altLang="da-DK" dirty="0"/>
              <a:t>Acknowledgements</a:t>
            </a:r>
          </a:p>
          <a:p>
            <a:pPr marL="1128713" lvl="2" indent="-271463">
              <a:spcBef>
                <a:spcPts val="300"/>
              </a:spcBef>
            </a:pPr>
            <a:r>
              <a:rPr lang="en-GB" altLang="da-DK" dirty="0"/>
              <a:t>Etc.</a:t>
            </a:r>
          </a:p>
          <a:p>
            <a:pPr marL="271463" lvl="1" indent="-271463">
              <a:spcBef>
                <a:spcPts val="1200"/>
              </a:spcBef>
              <a:buChar char="•"/>
            </a:pPr>
            <a:r>
              <a:rPr lang="en-GB" altLang="da-DK" sz="1800" b="1" dirty="0">
                <a:solidFill>
                  <a:srgbClr val="A50021"/>
                </a:solidFill>
                <a:cs typeface="ＭＳ Ｐゴシック" charset="0"/>
              </a:rPr>
              <a:t>Template</a:t>
            </a:r>
          </a:p>
          <a:p>
            <a:pPr marL="728663" lvl="1" indent="-271463">
              <a:spcBef>
                <a:spcPts val="300"/>
              </a:spcBef>
            </a:pPr>
            <a:r>
              <a:rPr lang="en-GB" altLang="da-DK" sz="1600" dirty="0"/>
              <a:t>A LaTeX template for the bachelor report can be found on</a:t>
            </a:r>
            <a:br>
              <a:rPr lang="en-GB" altLang="da-DK" sz="1600" dirty="0"/>
            </a:br>
            <a:r>
              <a:rPr lang="en-GB" altLang="da-DK" sz="1600" dirty="0"/>
              <a:t>https://cs.au.dk/~amoeller/bsc-thesis-template/ </a:t>
            </a:r>
          </a:p>
          <a:p>
            <a:pPr marL="728663" lvl="1" indent="-271463">
              <a:spcBef>
                <a:spcPts val="300"/>
              </a:spcBef>
            </a:pPr>
            <a:r>
              <a:rPr lang="en-GB" altLang="da-DK" sz="1600" dirty="0"/>
              <a:t>It is up to you whether you want to use the template</a:t>
            </a:r>
          </a:p>
        </p:txBody>
      </p:sp>
      <p:sp>
        <p:nvSpPr>
          <p:cNvPr id="8" name="Slide Number Placeholder 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3A57ADD0-007F-4610-9D7D-5E5ADEAA50E0}" type="slidenum">
              <a:rPr lang="da-DK" altLang="da-DK" smtClean="0"/>
              <a:pPr>
                <a:defRPr/>
              </a:pPr>
              <a:t>9</a:t>
            </a:fld>
            <a:endParaRPr lang="da-DK" altLang="da-DK" dirty="0"/>
          </a:p>
        </p:txBody>
      </p:sp>
    </p:spTree>
    <p:extLst>
      <p:ext uri="{BB962C8B-B14F-4D97-AF65-F5344CB8AC3E}">
        <p14:creationId xmlns:p14="http://schemas.microsoft.com/office/powerpoint/2010/main" val="172946678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43" name="Rectangle 2"/>
          <p:cNvSpPr>
            <a:spLocks noGrp="1" noChangeArrowheads="1"/>
          </p:cNvSpPr>
          <p:nvPr>
            <p:ph type="title"/>
          </p:nvPr>
        </p:nvSpPr>
        <p:spPr>
          <a:xfrm>
            <a:off x="468313" y="333375"/>
            <a:ext cx="8424167" cy="609600"/>
          </a:xfrm>
        </p:spPr>
        <p:txBody>
          <a:bodyPr/>
          <a:lstStyle/>
          <a:p>
            <a:pPr eaLnBrk="1" hangingPunct="1">
              <a:defRPr/>
            </a:pPr>
            <a:r>
              <a:rPr lang="en-GB" altLang="da-DK" sz="2800" dirty="0"/>
              <a:t>Work tasks (building blocks)</a:t>
            </a:r>
          </a:p>
        </p:txBody>
      </p:sp>
      <p:sp>
        <p:nvSpPr>
          <p:cNvPr id="10244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540321" y="1049823"/>
            <a:ext cx="8352159" cy="3675321"/>
          </a:xfrm>
          <a:noFill/>
        </p:spPr>
        <p:txBody>
          <a:bodyPr/>
          <a:lstStyle/>
          <a:p>
            <a:pPr marL="271463" lvl="1" indent="-271463">
              <a:spcBef>
                <a:spcPts val="1200"/>
              </a:spcBef>
              <a:buFontTx/>
              <a:buChar char="•"/>
            </a:pPr>
            <a:r>
              <a:rPr lang="en-GB" altLang="da-DK" sz="1800" b="1" spc="-30" dirty="0">
                <a:solidFill>
                  <a:srgbClr val="A50021"/>
                </a:solidFill>
                <a:cs typeface="ＭＳ Ｐゴシック" charset="0"/>
              </a:rPr>
              <a:t>A typical bachelor project will consists of 3-4 work tasks which could be</a:t>
            </a:r>
          </a:p>
          <a:p>
            <a:pPr marL="728663" lvl="1" indent="-271463">
              <a:spcBef>
                <a:spcPts val="300"/>
              </a:spcBef>
            </a:pPr>
            <a:r>
              <a:rPr lang="en-GB" altLang="da-DK" sz="1600" dirty="0"/>
              <a:t>Read literature (one or more scientific papers)</a:t>
            </a:r>
          </a:p>
          <a:p>
            <a:pPr marL="728663" lvl="1" indent="-271463">
              <a:spcBef>
                <a:spcPts val="300"/>
              </a:spcBef>
            </a:pPr>
            <a:r>
              <a:rPr lang="en-GB" altLang="da-DK" sz="1600" dirty="0"/>
              <a:t>Task A (experiments, development of prototypes or development of theories)</a:t>
            </a:r>
          </a:p>
          <a:p>
            <a:pPr marL="728663" lvl="1" indent="-271463">
              <a:spcBef>
                <a:spcPts val="300"/>
              </a:spcBef>
            </a:pPr>
            <a:r>
              <a:rPr lang="en-GB" altLang="da-DK" sz="1600" dirty="0"/>
              <a:t>Task B (experiments, development of prototypes or development of theories)</a:t>
            </a:r>
          </a:p>
          <a:p>
            <a:pPr marL="728663" lvl="1" indent="-271463">
              <a:spcBef>
                <a:spcPts val="300"/>
              </a:spcBef>
            </a:pPr>
            <a:r>
              <a:rPr lang="en-GB" altLang="da-DK" sz="1600" dirty="0"/>
              <a:t>Task C (experiments, development of prototypes or development of theories)</a:t>
            </a:r>
          </a:p>
          <a:p>
            <a:pPr marL="271463" lvl="1" indent="-271463">
              <a:spcBef>
                <a:spcPts val="1200"/>
              </a:spcBef>
              <a:buFontTx/>
              <a:buChar char="•"/>
            </a:pPr>
            <a:r>
              <a:rPr lang="en-GB" altLang="da-DK" sz="1800" b="1" dirty="0">
                <a:solidFill>
                  <a:srgbClr val="A50021"/>
                </a:solidFill>
                <a:cs typeface="ＭＳ Ｐゴシック" charset="0"/>
              </a:rPr>
              <a:t>It is important that these tasks are "safe"</a:t>
            </a:r>
          </a:p>
          <a:p>
            <a:pPr marL="728663" lvl="1" indent="-271463">
              <a:spcBef>
                <a:spcPts val="300"/>
              </a:spcBef>
              <a:buFontTx/>
              <a:buChar char="–"/>
            </a:pPr>
            <a:r>
              <a:rPr lang="en-GB" altLang="da-DK" sz="1600" dirty="0"/>
              <a:t>With a reasonable effort, you should be able to finish them in a satisfactory way (within the planned time) </a:t>
            </a:r>
          </a:p>
          <a:p>
            <a:pPr marL="728663" lvl="1" indent="-271463">
              <a:spcBef>
                <a:spcPts val="300"/>
              </a:spcBef>
            </a:pPr>
            <a:r>
              <a:rPr lang="en-GB" altLang="da-DK" sz="1600" dirty="0"/>
              <a:t>In a bachelor project there is little time to throw large chunks of work away</a:t>
            </a:r>
          </a:p>
          <a:p>
            <a:pPr marL="728663" lvl="1" indent="-271463">
              <a:spcBef>
                <a:spcPts val="300"/>
              </a:spcBef>
            </a:pPr>
            <a:r>
              <a:rPr lang="en-GB" altLang="da-DK" sz="1600" dirty="0"/>
              <a:t>One of the last work tasks may be less trivial and with a more uncertain outcome</a:t>
            </a:r>
          </a:p>
          <a:p>
            <a:pPr marL="728663" lvl="1" indent="-271463">
              <a:spcBef>
                <a:spcPts val="300"/>
              </a:spcBef>
            </a:pPr>
            <a:r>
              <a:rPr lang="en-GB" altLang="da-DK" sz="1600" dirty="0"/>
              <a:t>If you are lucky (and smart), you will finish that task, but if you fail you will still have a decent bachelor report</a:t>
            </a:r>
          </a:p>
        </p:txBody>
      </p:sp>
      <p:sp>
        <p:nvSpPr>
          <p:cNvPr id="8" name="Slide Number Placeholder 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3A57ADD0-007F-4610-9D7D-5E5ADEAA50E0}" type="slidenum">
              <a:rPr lang="da-DK" altLang="da-DK" smtClean="0"/>
              <a:pPr>
                <a:defRPr/>
              </a:pPr>
              <a:t>10</a:t>
            </a:fld>
            <a:endParaRPr lang="da-DK" altLang="da-DK" dirty="0"/>
          </a:p>
        </p:txBody>
      </p:sp>
    </p:spTree>
    <p:extLst>
      <p:ext uri="{BB962C8B-B14F-4D97-AF65-F5344CB8AC3E}">
        <p14:creationId xmlns:p14="http://schemas.microsoft.com/office/powerpoint/2010/main" val="82299362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43" name="Rectangle 2"/>
          <p:cNvSpPr>
            <a:spLocks noGrp="1" noChangeArrowheads="1"/>
          </p:cNvSpPr>
          <p:nvPr>
            <p:ph type="title"/>
          </p:nvPr>
        </p:nvSpPr>
        <p:spPr>
          <a:xfrm>
            <a:off x="468313" y="333375"/>
            <a:ext cx="8424167" cy="609600"/>
          </a:xfrm>
        </p:spPr>
        <p:txBody>
          <a:bodyPr/>
          <a:lstStyle/>
          <a:p>
            <a:pPr eaLnBrk="1" hangingPunct="1">
              <a:defRPr/>
            </a:pPr>
            <a:r>
              <a:rPr lang="en-GB" altLang="da-DK" sz="2800" dirty="0"/>
              <a:t>Typical time plan</a:t>
            </a:r>
          </a:p>
        </p:txBody>
      </p:sp>
      <p:sp>
        <p:nvSpPr>
          <p:cNvPr id="10244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539552" y="1052736"/>
            <a:ext cx="8496944" cy="5691545"/>
          </a:xfrm>
          <a:noFill/>
        </p:spPr>
        <p:txBody>
          <a:bodyPr/>
          <a:lstStyle/>
          <a:p>
            <a:pPr marL="271463" lvl="1" indent="-271463">
              <a:spcBef>
                <a:spcPts val="1200"/>
              </a:spcBef>
              <a:buFontTx/>
              <a:buChar char="•"/>
            </a:pPr>
            <a:r>
              <a:rPr lang="en-GB" altLang="da-DK" sz="1800" b="1" dirty="0">
                <a:solidFill>
                  <a:srgbClr val="A50021"/>
                </a:solidFill>
                <a:cs typeface="ＭＳ Ｐゴシック" charset="0"/>
              </a:rPr>
              <a:t>First week of February (15 hours)</a:t>
            </a:r>
          </a:p>
          <a:p>
            <a:pPr marL="728663" lvl="1" indent="-271463">
              <a:spcBef>
                <a:spcPts val="300"/>
              </a:spcBef>
            </a:pPr>
            <a:r>
              <a:rPr lang="en-GB" altLang="da-DK" sz="1500" dirty="0"/>
              <a:t>Planning of activities, including the production of the bachelor project contract</a:t>
            </a:r>
          </a:p>
          <a:p>
            <a:pPr marL="271463" lvl="1" indent="-271463">
              <a:spcBef>
                <a:spcPts val="1200"/>
              </a:spcBef>
              <a:buFontTx/>
              <a:buChar char="•"/>
            </a:pPr>
            <a:r>
              <a:rPr lang="en-GB" altLang="da-DK" sz="1800" b="1" dirty="0">
                <a:solidFill>
                  <a:srgbClr val="A50021"/>
                </a:solidFill>
                <a:cs typeface="ＭＳ Ｐゴシック" charset="0"/>
              </a:rPr>
              <a:t>Rest of February and first half of March (5 x 10 hours = 50 hours)</a:t>
            </a:r>
          </a:p>
          <a:p>
            <a:pPr marL="728663" lvl="1" indent="-271463">
              <a:spcBef>
                <a:spcPts val="300"/>
              </a:spcBef>
              <a:buFontTx/>
              <a:buChar char="–"/>
            </a:pPr>
            <a:r>
              <a:rPr lang="en-GB" altLang="da-DK" sz="1500" dirty="0"/>
              <a:t>Read literature (one or more scientific papers)</a:t>
            </a:r>
          </a:p>
          <a:p>
            <a:pPr marL="728663" lvl="1" indent="-271463">
              <a:spcBef>
                <a:spcPts val="300"/>
              </a:spcBef>
            </a:pPr>
            <a:r>
              <a:rPr lang="en-GB" altLang="da-DK" sz="1500" spc="-40" dirty="0"/>
              <a:t>At the end of the period, there should be a draft of the corresponding section in your final report</a:t>
            </a:r>
          </a:p>
          <a:p>
            <a:pPr marL="271463" lvl="1" indent="-271463">
              <a:spcBef>
                <a:spcPts val="1200"/>
              </a:spcBef>
              <a:buFontTx/>
              <a:buChar char="•"/>
            </a:pPr>
            <a:r>
              <a:rPr lang="en-GB" altLang="da-DK" sz="1800" b="1" dirty="0">
                <a:solidFill>
                  <a:srgbClr val="A50021"/>
                </a:solidFill>
                <a:cs typeface="ＭＳ Ｐゴシック" charset="0"/>
              </a:rPr>
              <a:t>Rest of March and first week of April (1 * 10 + 2 * 25 hours = 60 hours)</a:t>
            </a:r>
          </a:p>
          <a:p>
            <a:pPr marL="728663" lvl="1" indent="-271463">
              <a:spcBef>
                <a:spcPts val="300"/>
              </a:spcBef>
            </a:pPr>
            <a:r>
              <a:rPr lang="en-GB" altLang="da-DK" sz="1500" dirty="0"/>
              <a:t>Completion of task A</a:t>
            </a:r>
          </a:p>
          <a:p>
            <a:pPr marL="728663" lvl="1" indent="-271463">
              <a:spcBef>
                <a:spcPts val="300"/>
              </a:spcBef>
            </a:pPr>
            <a:r>
              <a:rPr lang="en-GB" altLang="da-DK" sz="1500" spc="-40" dirty="0"/>
              <a:t>At the end of the period, there should be a draft of the corresponding section in your final report</a:t>
            </a:r>
          </a:p>
          <a:p>
            <a:pPr marL="271463" lvl="1" indent="-271463">
              <a:spcBef>
                <a:spcPts val="1200"/>
              </a:spcBef>
              <a:buFontTx/>
              <a:buChar char="•"/>
            </a:pPr>
            <a:r>
              <a:rPr lang="en-GB" altLang="da-DK" sz="1800" b="1" dirty="0">
                <a:solidFill>
                  <a:srgbClr val="A50021"/>
                </a:solidFill>
                <a:cs typeface="ＭＳ Ｐゴシック" charset="0"/>
              </a:rPr>
              <a:t>Rest of April (3 * 25 hours = 75 hours)</a:t>
            </a:r>
          </a:p>
          <a:p>
            <a:pPr marL="728663" lvl="1" indent="-271463">
              <a:spcBef>
                <a:spcPts val="300"/>
              </a:spcBef>
            </a:pPr>
            <a:r>
              <a:rPr lang="en-GB" altLang="da-DK" sz="1500" dirty="0"/>
              <a:t>Completion of task B</a:t>
            </a:r>
          </a:p>
          <a:p>
            <a:pPr marL="728663" lvl="1" indent="-271463">
              <a:spcBef>
                <a:spcPts val="300"/>
              </a:spcBef>
            </a:pPr>
            <a:r>
              <a:rPr lang="en-GB" altLang="da-DK" sz="1500" spc="-40" dirty="0"/>
              <a:t>At the end of the period, there should be a draft of the corresponding section in your final report</a:t>
            </a:r>
          </a:p>
          <a:p>
            <a:pPr marL="271463" lvl="1" indent="-271463">
              <a:spcBef>
                <a:spcPts val="1200"/>
              </a:spcBef>
              <a:buFontTx/>
              <a:buChar char="•"/>
            </a:pPr>
            <a:r>
              <a:rPr lang="en-GB" altLang="da-DK" sz="1800" b="1" dirty="0">
                <a:solidFill>
                  <a:srgbClr val="A50021"/>
                </a:solidFill>
                <a:cs typeface="ＭＳ Ｐゴシック" charset="0"/>
              </a:rPr>
              <a:t>First three weeks of May (3 * 25 hours = 75 hours)</a:t>
            </a:r>
          </a:p>
          <a:p>
            <a:pPr marL="728663" lvl="1" indent="-271463">
              <a:spcBef>
                <a:spcPts val="300"/>
              </a:spcBef>
            </a:pPr>
            <a:r>
              <a:rPr lang="en-GB" altLang="da-DK" sz="1500" dirty="0"/>
              <a:t>Completion of task C</a:t>
            </a:r>
          </a:p>
          <a:p>
            <a:pPr marL="728663" lvl="1" indent="-271463">
              <a:spcBef>
                <a:spcPts val="300"/>
              </a:spcBef>
            </a:pPr>
            <a:r>
              <a:rPr lang="en-GB" altLang="da-DK" sz="1500" spc="-40" dirty="0"/>
              <a:t>At the end of the period, there should be a draft of the corresponding section in your final report</a:t>
            </a:r>
          </a:p>
          <a:p>
            <a:pPr marL="271463" lvl="1" indent="-271463">
              <a:spcBef>
                <a:spcPts val="1200"/>
              </a:spcBef>
              <a:buFontTx/>
              <a:buChar char="•"/>
            </a:pPr>
            <a:r>
              <a:rPr lang="en-GB" altLang="da-DK" sz="1800" b="1" dirty="0">
                <a:solidFill>
                  <a:srgbClr val="A50021"/>
                </a:solidFill>
                <a:cs typeface="ＭＳ Ｐゴシック" charset="0"/>
              </a:rPr>
              <a:t>Last week of May and first week of June (2 * 25 hours = 50 hours)</a:t>
            </a:r>
          </a:p>
          <a:p>
            <a:pPr marL="728663" lvl="1" indent="-271463">
              <a:spcBef>
                <a:spcPts val="300"/>
              </a:spcBef>
            </a:pPr>
            <a:r>
              <a:rPr lang="en-GB" altLang="da-DK" sz="1500" dirty="0"/>
              <a:t>Write the missing parts, put drafts together, make things consistent, and do a lot of</a:t>
            </a:r>
            <a:br>
              <a:rPr lang="en-GB" altLang="da-DK" sz="1500" dirty="0"/>
            </a:br>
            <a:r>
              <a:rPr lang="en-GB" altLang="da-DK" sz="1500" dirty="0"/>
              <a:t>proof reading</a:t>
            </a:r>
          </a:p>
        </p:txBody>
      </p:sp>
      <p:sp>
        <p:nvSpPr>
          <p:cNvPr id="8" name="Slide Number Placeholder 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3A57ADD0-007F-4610-9D7D-5E5ADEAA50E0}" type="slidenum">
              <a:rPr lang="da-DK" altLang="da-DK" smtClean="0"/>
              <a:pPr>
                <a:defRPr/>
              </a:pPr>
              <a:t>11</a:t>
            </a:fld>
            <a:endParaRPr lang="da-DK" altLang="da-DK" dirty="0"/>
          </a:p>
        </p:txBody>
      </p:sp>
    </p:spTree>
    <p:extLst>
      <p:ext uri="{BB962C8B-B14F-4D97-AF65-F5344CB8AC3E}">
        <p14:creationId xmlns:p14="http://schemas.microsoft.com/office/powerpoint/2010/main" val="3745622558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43" name="Rectangle 2"/>
          <p:cNvSpPr>
            <a:spLocks noGrp="1" noChangeArrowheads="1"/>
          </p:cNvSpPr>
          <p:nvPr>
            <p:ph type="title"/>
          </p:nvPr>
        </p:nvSpPr>
        <p:spPr>
          <a:xfrm>
            <a:off x="468313" y="333375"/>
            <a:ext cx="8424167" cy="609600"/>
          </a:xfrm>
        </p:spPr>
        <p:txBody>
          <a:bodyPr/>
          <a:lstStyle/>
          <a:p>
            <a:pPr eaLnBrk="1" hangingPunct="1">
              <a:defRPr/>
            </a:pPr>
            <a:r>
              <a:rPr lang="en-GB" altLang="da-DK" sz="2800" dirty="0"/>
              <a:t>Typical table of contents</a:t>
            </a:r>
          </a:p>
        </p:txBody>
      </p:sp>
      <p:sp>
        <p:nvSpPr>
          <p:cNvPr id="10244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540321" y="1049823"/>
            <a:ext cx="8424167" cy="5691545"/>
          </a:xfrm>
          <a:noFill/>
        </p:spPr>
        <p:txBody>
          <a:bodyPr/>
          <a:lstStyle/>
          <a:p>
            <a:pPr marL="271463" lvl="1" indent="-271463">
              <a:spcBef>
                <a:spcPts val="1200"/>
              </a:spcBef>
              <a:buFontTx/>
              <a:buChar char="•"/>
            </a:pPr>
            <a:r>
              <a:rPr lang="en-GB" altLang="da-DK" sz="1800" b="1" dirty="0">
                <a:solidFill>
                  <a:srgbClr val="A50021"/>
                </a:solidFill>
                <a:cs typeface="ＭＳ Ｐゴシック" charset="0"/>
              </a:rPr>
              <a:t>T</a:t>
            </a:r>
            <a:r>
              <a:rPr lang="en-US" sz="1800" b="1" dirty="0">
                <a:solidFill>
                  <a:srgbClr val="A50021"/>
                </a:solidFill>
                <a:cs typeface="ＭＳ Ｐゴシック" charset="0"/>
              </a:rPr>
              <a:t>he size of the report is maximum 30 pages (excluding front page, abstract, table of contents, appendix and bibliography)</a:t>
            </a:r>
            <a:endParaRPr lang="en-GB" altLang="da-DK" sz="1800" b="1" dirty="0">
              <a:solidFill>
                <a:srgbClr val="A50021"/>
              </a:solidFill>
              <a:cs typeface="ＭＳ Ｐゴシック" charset="0"/>
            </a:endParaRPr>
          </a:p>
          <a:p>
            <a:pPr marL="728663" lvl="1" indent="-271463">
              <a:spcBef>
                <a:spcPts val="300"/>
              </a:spcBef>
              <a:buFontTx/>
              <a:buChar char="–"/>
            </a:pPr>
            <a:r>
              <a:rPr lang="en-GB" altLang="da-DK" sz="1600" dirty="0"/>
              <a:t>Section1: Introduction (1-2 pages)</a:t>
            </a:r>
          </a:p>
          <a:p>
            <a:pPr marL="728663" lvl="1" indent="-271463">
              <a:spcBef>
                <a:spcPts val="300"/>
              </a:spcBef>
              <a:buFontTx/>
              <a:buChar char="–"/>
            </a:pPr>
            <a:r>
              <a:rPr lang="en-GB" altLang="da-DK" sz="1600" dirty="0"/>
              <a:t>Section 2: Review of literature (4-8 pages)</a:t>
            </a:r>
          </a:p>
          <a:p>
            <a:pPr marL="728663" lvl="1" indent="-271463">
              <a:spcBef>
                <a:spcPts val="300"/>
              </a:spcBef>
              <a:buFontTx/>
              <a:buChar char="–"/>
            </a:pPr>
            <a:r>
              <a:rPr lang="en-GB" altLang="da-DK" sz="1600" dirty="0"/>
              <a:t>Section 3: Description of Task A (4-8 pages)</a:t>
            </a:r>
          </a:p>
          <a:p>
            <a:pPr marL="728663" lvl="1" indent="-271463">
              <a:spcBef>
                <a:spcPts val="300"/>
              </a:spcBef>
              <a:buFontTx/>
              <a:buChar char="–"/>
            </a:pPr>
            <a:r>
              <a:rPr lang="en-GB" altLang="da-DK" sz="1600" dirty="0"/>
              <a:t>Section 4: Description of Task B (4-8 pages)</a:t>
            </a:r>
          </a:p>
          <a:p>
            <a:pPr marL="728663" lvl="1" indent="-271463">
              <a:spcBef>
                <a:spcPts val="300"/>
              </a:spcBef>
              <a:buFontTx/>
              <a:buChar char="–"/>
            </a:pPr>
            <a:r>
              <a:rPr lang="en-GB" altLang="da-DK" sz="1600" dirty="0"/>
              <a:t>Section 5: Description of Task C (4-8 pages)</a:t>
            </a:r>
          </a:p>
          <a:p>
            <a:pPr marL="728663" lvl="1" indent="-271463">
              <a:spcBef>
                <a:spcPts val="300"/>
              </a:spcBef>
              <a:buFontTx/>
              <a:buChar char="–"/>
            </a:pPr>
            <a:r>
              <a:rPr lang="en-GB" altLang="da-DK" sz="1600" dirty="0"/>
              <a:t>Section 6: Comparison to other work and ideas for future work (2-4 pages)</a:t>
            </a:r>
          </a:p>
          <a:p>
            <a:pPr marL="728663" lvl="1" indent="-271463">
              <a:spcBef>
                <a:spcPts val="300"/>
              </a:spcBef>
              <a:buFontTx/>
              <a:buChar char="–"/>
            </a:pPr>
            <a:r>
              <a:rPr lang="en-GB" altLang="da-DK" sz="1600" dirty="0"/>
              <a:t>Section 7: Conclusions (1-2 pages)</a:t>
            </a:r>
          </a:p>
          <a:p>
            <a:pPr marL="728663" lvl="1" indent="-271463">
              <a:spcBef>
                <a:spcPts val="300"/>
              </a:spcBef>
              <a:buFontTx/>
              <a:buChar char="–"/>
            </a:pPr>
            <a:r>
              <a:rPr lang="en-GB" altLang="da-DK" sz="1600" dirty="0"/>
              <a:t>Acknowledgements (3-5 lines)</a:t>
            </a:r>
          </a:p>
          <a:p>
            <a:pPr marL="728663" lvl="1" indent="-271463">
              <a:spcBef>
                <a:spcPts val="300"/>
              </a:spcBef>
              <a:buFontTx/>
              <a:buChar char="–"/>
            </a:pPr>
            <a:r>
              <a:rPr lang="en-GB" altLang="da-DK" sz="1600" dirty="0"/>
              <a:t>References (½ -1 page)</a:t>
            </a:r>
          </a:p>
          <a:p>
            <a:pPr marL="728663" lvl="1" indent="-271463">
              <a:spcBef>
                <a:spcPts val="300"/>
              </a:spcBef>
              <a:buFontTx/>
              <a:buChar char="–"/>
            </a:pPr>
            <a:r>
              <a:rPr lang="en-GB" altLang="da-DK" sz="1600" dirty="0"/>
              <a:t>Appendix with programming code, tables, full proofs, etc. (5-20 pages)</a:t>
            </a:r>
          </a:p>
          <a:p>
            <a:pPr marL="271463" lvl="1" indent="-271463">
              <a:spcBef>
                <a:spcPts val="1200"/>
              </a:spcBef>
              <a:buFontTx/>
              <a:buChar char="•"/>
            </a:pPr>
            <a:r>
              <a:rPr lang="en-GB" altLang="da-DK" sz="1800" b="1" dirty="0">
                <a:solidFill>
                  <a:srgbClr val="A50021"/>
                </a:solidFill>
                <a:cs typeface="ＭＳ Ｐゴシック" charset="0"/>
              </a:rPr>
              <a:t>It </a:t>
            </a:r>
            <a:r>
              <a:rPr lang="en-GB" altLang="da-DK" sz="1800" b="1" dirty="0">
                <a:solidFill>
                  <a:srgbClr val="008000"/>
                </a:solidFill>
                <a:cs typeface="ＭＳ Ｐゴシック" charset="0"/>
              </a:rPr>
              <a:t>must</a:t>
            </a:r>
            <a:r>
              <a:rPr lang="en-GB" altLang="da-DK" sz="1800" b="1" dirty="0">
                <a:solidFill>
                  <a:srgbClr val="A50021"/>
                </a:solidFill>
                <a:cs typeface="ＭＳ Ｐゴシック" charset="0"/>
              </a:rPr>
              <a:t> be possible to read and understand your report </a:t>
            </a:r>
            <a:r>
              <a:rPr lang="en-GB" altLang="da-DK" sz="1800" b="1" dirty="0">
                <a:solidFill>
                  <a:srgbClr val="008000"/>
                </a:solidFill>
                <a:cs typeface="ＭＳ Ｐゴシック" charset="0"/>
              </a:rPr>
              <a:t>without</a:t>
            </a:r>
            <a:r>
              <a:rPr lang="en-GB" altLang="da-DK" sz="1800" b="1" dirty="0">
                <a:solidFill>
                  <a:srgbClr val="A50021"/>
                </a:solidFill>
                <a:cs typeface="ＭＳ Ｐゴシック" charset="0"/>
              </a:rPr>
              <a:t> reading the appendix</a:t>
            </a:r>
          </a:p>
          <a:p>
            <a:pPr marL="728663" lvl="1" indent="-271463">
              <a:spcBef>
                <a:spcPts val="300"/>
              </a:spcBef>
              <a:buFontTx/>
              <a:buChar char="–"/>
            </a:pPr>
            <a:r>
              <a:rPr lang="en-GB" altLang="da-DK" sz="1600" dirty="0"/>
              <a:t>Critical things </a:t>
            </a:r>
            <a:r>
              <a:rPr lang="en-GB" altLang="da-DK" sz="1600" b="1" dirty="0">
                <a:solidFill>
                  <a:srgbClr val="008000"/>
                </a:solidFill>
              </a:rPr>
              <a:t>must</a:t>
            </a:r>
            <a:r>
              <a:rPr lang="en-GB" altLang="da-DK" sz="1600" dirty="0"/>
              <a:t> be in the </a:t>
            </a:r>
            <a:r>
              <a:rPr lang="en-GB" altLang="da-DK" sz="1600" b="1" dirty="0">
                <a:solidFill>
                  <a:srgbClr val="008000"/>
                </a:solidFill>
              </a:rPr>
              <a:t>main part</a:t>
            </a:r>
            <a:r>
              <a:rPr lang="en-GB" altLang="da-DK" sz="1600" dirty="0"/>
              <a:t> of your report</a:t>
            </a:r>
          </a:p>
          <a:p>
            <a:pPr marL="728663" lvl="1" indent="-271463">
              <a:spcBef>
                <a:spcPts val="300"/>
              </a:spcBef>
              <a:buFontTx/>
              <a:buChar char="–"/>
            </a:pPr>
            <a:r>
              <a:rPr lang="en-GB" altLang="da-DK" sz="1600" dirty="0"/>
              <a:t>The appendix is for readers who want to study additional details</a:t>
            </a:r>
          </a:p>
          <a:p>
            <a:pPr marL="728663" lvl="1" indent="-271463">
              <a:spcBef>
                <a:spcPts val="300"/>
              </a:spcBef>
              <a:buFontTx/>
              <a:buChar char="–"/>
            </a:pPr>
            <a:r>
              <a:rPr lang="en-GB" altLang="da-DK" sz="1600" dirty="0"/>
              <a:t>Censor will probably only take a quick glance at the appendix</a:t>
            </a:r>
          </a:p>
          <a:p>
            <a:pPr marL="271463" lvl="1" indent="-271463">
              <a:spcBef>
                <a:spcPts val="1200"/>
              </a:spcBef>
              <a:buFontTx/>
              <a:buChar char="•"/>
            </a:pPr>
            <a:r>
              <a:rPr lang="en-GB" altLang="da-DK" sz="1800" b="1" dirty="0">
                <a:solidFill>
                  <a:srgbClr val="A50021"/>
                </a:solidFill>
                <a:cs typeface="ＭＳ Ｐゴシック" charset="0"/>
              </a:rPr>
              <a:t>Figures, program code, etc. should be in a size which is readable for ordinary people – without magnifying glass</a:t>
            </a:r>
          </a:p>
        </p:txBody>
      </p:sp>
      <p:sp>
        <p:nvSpPr>
          <p:cNvPr id="8" name="Slide Number Placeholder 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3A57ADD0-007F-4610-9D7D-5E5ADEAA50E0}" type="slidenum">
              <a:rPr lang="da-DK" altLang="da-DK" smtClean="0"/>
              <a:pPr>
                <a:defRPr/>
              </a:pPr>
              <a:t>12</a:t>
            </a:fld>
            <a:endParaRPr lang="da-DK" altLang="da-DK" dirty="0"/>
          </a:p>
        </p:txBody>
      </p:sp>
    </p:spTree>
    <p:extLst>
      <p:ext uri="{BB962C8B-B14F-4D97-AF65-F5344CB8AC3E}">
        <p14:creationId xmlns:p14="http://schemas.microsoft.com/office/powerpoint/2010/main" val="219193487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43" name="Rectangle 2"/>
          <p:cNvSpPr>
            <a:spLocks noGrp="1" noChangeArrowheads="1"/>
          </p:cNvSpPr>
          <p:nvPr>
            <p:ph type="title"/>
          </p:nvPr>
        </p:nvSpPr>
        <p:spPr>
          <a:xfrm>
            <a:off x="468313" y="333375"/>
            <a:ext cx="8424167" cy="609600"/>
          </a:xfrm>
        </p:spPr>
        <p:txBody>
          <a:bodyPr/>
          <a:lstStyle/>
          <a:p>
            <a:pPr eaLnBrk="1" hangingPunct="1">
              <a:defRPr/>
            </a:pPr>
            <a:r>
              <a:rPr lang="en-GB" altLang="da-DK" sz="2800" dirty="0"/>
              <a:t>The bachelor report is extremely important</a:t>
            </a:r>
          </a:p>
        </p:txBody>
      </p:sp>
      <p:sp>
        <p:nvSpPr>
          <p:cNvPr id="10244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540321" y="1049823"/>
            <a:ext cx="8352159" cy="5805264"/>
          </a:xfrm>
          <a:noFill/>
        </p:spPr>
        <p:txBody>
          <a:bodyPr/>
          <a:lstStyle/>
          <a:p>
            <a:pPr marL="271463" lvl="1" indent="-271463">
              <a:spcBef>
                <a:spcPts val="1200"/>
              </a:spcBef>
              <a:buFontTx/>
              <a:buChar char="•"/>
            </a:pPr>
            <a:r>
              <a:rPr lang="en-GB" altLang="da-DK" sz="1800" b="1" dirty="0">
                <a:solidFill>
                  <a:srgbClr val="A50021"/>
                </a:solidFill>
                <a:cs typeface="ＭＳ Ｐゴシック" charset="0"/>
              </a:rPr>
              <a:t>Together with your oral presentation at the exam, the bachelor report is the </a:t>
            </a:r>
            <a:r>
              <a:rPr lang="en-GB" altLang="da-DK" sz="1800" b="1" dirty="0">
                <a:solidFill>
                  <a:srgbClr val="008000"/>
                </a:solidFill>
                <a:cs typeface="ＭＳ Ｐゴシック" charset="0"/>
              </a:rPr>
              <a:t>only thing</a:t>
            </a:r>
            <a:r>
              <a:rPr lang="en-GB" altLang="da-DK" sz="1800" b="1" dirty="0">
                <a:solidFill>
                  <a:srgbClr val="A50021"/>
                </a:solidFill>
                <a:cs typeface="ＭＳ Ｐゴシック" charset="0"/>
              </a:rPr>
              <a:t> that censor sees and evaluates</a:t>
            </a:r>
          </a:p>
          <a:p>
            <a:pPr marL="728663" lvl="1" indent="-271463">
              <a:spcBef>
                <a:spcPts val="300"/>
              </a:spcBef>
            </a:pPr>
            <a:r>
              <a:rPr lang="en-GB" altLang="da-DK" sz="1600" dirty="0"/>
              <a:t>Hence, you should be sure to have </a:t>
            </a:r>
            <a:r>
              <a:rPr lang="en-GB" altLang="da-DK" sz="1600" b="1" dirty="0">
                <a:solidFill>
                  <a:srgbClr val="008000"/>
                </a:solidFill>
              </a:rPr>
              <a:t>plenty of time</a:t>
            </a:r>
            <a:r>
              <a:rPr lang="en-GB" altLang="da-DK" sz="1600" dirty="0"/>
              <a:t> to write a good report</a:t>
            </a:r>
          </a:p>
          <a:p>
            <a:pPr marL="728663" lvl="1" indent="-271463">
              <a:spcBef>
                <a:spcPts val="300"/>
              </a:spcBef>
            </a:pPr>
            <a:r>
              <a:rPr lang="en-GB" altLang="da-DK" sz="1600" dirty="0"/>
              <a:t>It is stupid to do a lot of brilliant work that you do not have time to document in a good report, and hence get limited or no credit for it</a:t>
            </a:r>
          </a:p>
          <a:p>
            <a:pPr marL="271463" lvl="1" indent="-271463">
              <a:spcBef>
                <a:spcPts val="900"/>
              </a:spcBef>
              <a:buFontTx/>
              <a:buChar char="•"/>
            </a:pPr>
            <a:r>
              <a:rPr lang="en-GB" altLang="da-DK" sz="1800" b="1" dirty="0">
                <a:solidFill>
                  <a:srgbClr val="A50021"/>
                </a:solidFill>
                <a:cs typeface="ＭＳ Ｐゴシック" charset="0"/>
              </a:rPr>
              <a:t>The production of the bachelor report should start </a:t>
            </a:r>
            <a:r>
              <a:rPr lang="en-GB" altLang="da-DK" sz="1800" b="1" dirty="0">
                <a:solidFill>
                  <a:srgbClr val="008000"/>
                </a:solidFill>
                <a:cs typeface="ＭＳ Ｐゴシック" charset="0"/>
              </a:rPr>
              <a:t>immediately</a:t>
            </a:r>
          </a:p>
          <a:p>
            <a:pPr marL="728663" lvl="1" indent="-271463">
              <a:spcBef>
                <a:spcPts val="300"/>
              </a:spcBef>
              <a:buFontTx/>
              <a:buChar char="–"/>
            </a:pPr>
            <a:r>
              <a:rPr lang="en-GB" altLang="da-DK" sz="1600" dirty="0"/>
              <a:t>When you read literature, write working notes about the papers you study</a:t>
            </a:r>
          </a:p>
          <a:p>
            <a:pPr marL="728663" lvl="1" indent="-271463">
              <a:spcBef>
                <a:spcPts val="300"/>
              </a:spcBef>
              <a:buFontTx/>
              <a:buChar char="–"/>
            </a:pPr>
            <a:r>
              <a:rPr lang="en-GB" altLang="da-DK" sz="1600" dirty="0"/>
              <a:t>When you make experiments and write programs/prototypes, make section drafts </a:t>
            </a:r>
            <a:r>
              <a:rPr lang="en-GB" altLang="da-DK" sz="1600" spc="-50" dirty="0"/>
              <a:t>describing your efforts (remember to include arguments for major choices/decisions)</a:t>
            </a:r>
          </a:p>
          <a:p>
            <a:pPr marL="728663" lvl="1" indent="-271463">
              <a:spcBef>
                <a:spcPts val="300"/>
              </a:spcBef>
              <a:buFontTx/>
              <a:buChar char="–"/>
            </a:pPr>
            <a:r>
              <a:rPr lang="en-GB" altLang="da-DK" sz="1600" dirty="0"/>
              <a:t>When you formulate definitions, lemmas and theorems, make them as clear and comprehensive as possible (this includes the proofs)</a:t>
            </a:r>
          </a:p>
          <a:p>
            <a:pPr marL="271463" lvl="1" indent="-271463">
              <a:spcBef>
                <a:spcPts val="900"/>
              </a:spcBef>
              <a:buFontTx/>
              <a:buChar char="•"/>
            </a:pPr>
            <a:r>
              <a:rPr lang="en-GB" altLang="da-DK" sz="1800" b="1" spc="-50" dirty="0">
                <a:solidFill>
                  <a:srgbClr val="A50021"/>
                </a:solidFill>
                <a:cs typeface="ＭＳ Ｐゴシック" charset="0"/>
              </a:rPr>
              <a:t>When you have finished your experiments / programming / theoretical work, </a:t>
            </a:r>
            <a:r>
              <a:rPr lang="en-GB" altLang="da-DK" sz="1800" b="1" spc="-50" dirty="0">
                <a:solidFill>
                  <a:srgbClr val="008000"/>
                </a:solidFill>
                <a:cs typeface="ＭＳ Ｐゴシック" charset="0"/>
              </a:rPr>
              <a:t>everything</a:t>
            </a:r>
            <a:r>
              <a:rPr lang="en-GB" altLang="da-DK" sz="1800" b="1" spc="-50" dirty="0">
                <a:solidFill>
                  <a:srgbClr val="A50021"/>
                </a:solidFill>
                <a:cs typeface="ＭＳ Ｐゴシック" charset="0"/>
              </a:rPr>
              <a:t> should be documented in </a:t>
            </a:r>
            <a:r>
              <a:rPr lang="en-GB" altLang="da-DK" sz="1800" b="1" spc="-50" dirty="0">
                <a:solidFill>
                  <a:srgbClr val="008000"/>
                </a:solidFill>
                <a:cs typeface="ＭＳ Ｐゴシック" charset="0"/>
              </a:rPr>
              <a:t>working notes</a:t>
            </a:r>
            <a:r>
              <a:rPr lang="en-GB" altLang="da-DK" sz="1800" b="1" spc="-50" dirty="0">
                <a:solidFill>
                  <a:srgbClr val="A50021"/>
                </a:solidFill>
                <a:cs typeface="ＭＳ Ｐゴシック" charset="0"/>
              </a:rPr>
              <a:t> and </a:t>
            </a:r>
            <a:r>
              <a:rPr lang="en-GB" altLang="da-DK" sz="1800" b="1" spc="-50" dirty="0">
                <a:solidFill>
                  <a:srgbClr val="008000"/>
                </a:solidFill>
                <a:cs typeface="ＭＳ Ｐゴシック" charset="0"/>
              </a:rPr>
              <a:t>section drafts</a:t>
            </a:r>
          </a:p>
          <a:p>
            <a:pPr marL="728663" lvl="1" indent="-271463">
              <a:spcBef>
                <a:spcPts val="300"/>
              </a:spcBef>
              <a:buFontTx/>
              <a:buChar char="–"/>
            </a:pPr>
            <a:r>
              <a:rPr lang="en-GB" altLang="da-DK" sz="1600" dirty="0"/>
              <a:t>Then it is reasonably "easy" and “fast” to finish the report</a:t>
            </a:r>
          </a:p>
          <a:p>
            <a:pPr marL="728663" lvl="1" indent="-271463">
              <a:spcBef>
                <a:spcPts val="300"/>
              </a:spcBef>
            </a:pPr>
            <a:r>
              <a:rPr lang="en-GB" altLang="da-DK" sz="1600" dirty="0"/>
              <a:t>Write the missing parts (abstract, introduction, comparison to other approaches, ideas for future work, conclusions, acknowledgements, etc.)</a:t>
            </a:r>
          </a:p>
          <a:p>
            <a:pPr marL="728663" lvl="1" indent="-271463">
              <a:spcBef>
                <a:spcPts val="300"/>
              </a:spcBef>
            </a:pPr>
            <a:r>
              <a:rPr lang="en-GB" altLang="da-DK" sz="1600" dirty="0"/>
              <a:t>Put the working notes and drafts together to form the report</a:t>
            </a:r>
          </a:p>
          <a:p>
            <a:pPr marL="728663" lvl="1" indent="-271463">
              <a:spcBef>
                <a:spcPts val="300"/>
              </a:spcBef>
            </a:pPr>
            <a:r>
              <a:rPr lang="en-GB" altLang="da-DK" sz="1600" dirty="0"/>
              <a:t>Make things consistent</a:t>
            </a:r>
          </a:p>
          <a:p>
            <a:pPr marL="728663" lvl="1" indent="-271463">
              <a:spcBef>
                <a:spcPts val="300"/>
              </a:spcBef>
            </a:pPr>
            <a:r>
              <a:rPr lang="en-GB" altLang="da-DK" sz="1600" dirty="0"/>
              <a:t>Proof read to find logical and grammatical errors – and things which are unclear</a:t>
            </a:r>
          </a:p>
        </p:txBody>
      </p:sp>
      <p:sp>
        <p:nvSpPr>
          <p:cNvPr id="8" name="Slide Number Placeholder 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3A57ADD0-007F-4610-9D7D-5E5ADEAA50E0}" type="slidenum">
              <a:rPr lang="da-DK" altLang="da-DK" smtClean="0"/>
              <a:pPr>
                <a:defRPr/>
              </a:pPr>
              <a:t>13</a:t>
            </a:fld>
            <a:endParaRPr lang="da-DK" altLang="da-DK" dirty="0"/>
          </a:p>
        </p:txBody>
      </p:sp>
    </p:spTree>
    <p:extLst>
      <p:ext uri="{BB962C8B-B14F-4D97-AF65-F5344CB8AC3E}">
        <p14:creationId xmlns:p14="http://schemas.microsoft.com/office/powerpoint/2010/main" val="1907471542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43" name="Rectangle 2"/>
          <p:cNvSpPr>
            <a:spLocks noGrp="1" noChangeArrowheads="1"/>
          </p:cNvSpPr>
          <p:nvPr>
            <p:ph type="title"/>
          </p:nvPr>
        </p:nvSpPr>
        <p:spPr>
          <a:xfrm>
            <a:off x="468313" y="333375"/>
            <a:ext cx="8424167" cy="609600"/>
          </a:xfrm>
        </p:spPr>
        <p:txBody>
          <a:bodyPr/>
          <a:lstStyle/>
          <a:p>
            <a:pPr eaLnBrk="1" hangingPunct="1">
              <a:defRPr/>
            </a:pPr>
            <a:r>
              <a:rPr lang="en-GB" altLang="da-DK" sz="2800" dirty="0"/>
              <a:t>You need to write things down</a:t>
            </a:r>
          </a:p>
        </p:txBody>
      </p:sp>
      <p:sp>
        <p:nvSpPr>
          <p:cNvPr id="10244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540321" y="1049823"/>
            <a:ext cx="8424167" cy="5115481"/>
          </a:xfrm>
          <a:noFill/>
        </p:spPr>
        <p:txBody>
          <a:bodyPr/>
          <a:lstStyle/>
          <a:p>
            <a:pPr marL="271463" lvl="1" indent="-271463">
              <a:spcBef>
                <a:spcPts val="1200"/>
              </a:spcBef>
              <a:buFontTx/>
              <a:buChar char="•"/>
            </a:pPr>
            <a:r>
              <a:rPr lang="en-GB" altLang="da-DK" sz="1800" b="1" dirty="0">
                <a:solidFill>
                  <a:srgbClr val="A50021"/>
                </a:solidFill>
                <a:cs typeface="ＭＳ Ｐゴシック" charset="0"/>
              </a:rPr>
              <a:t>The importance of written notes cannot be overestimated</a:t>
            </a:r>
          </a:p>
          <a:p>
            <a:pPr marL="728663" lvl="1" indent="-271463">
              <a:spcBef>
                <a:spcPts val="300"/>
              </a:spcBef>
              <a:buFontTx/>
              <a:buChar char="–"/>
            </a:pPr>
            <a:r>
              <a:rPr lang="en-GB" altLang="da-DK" sz="1600" dirty="0"/>
              <a:t>Our memory is </a:t>
            </a:r>
            <a:r>
              <a:rPr lang="en-GB" altLang="da-DK" sz="1600" b="1" dirty="0">
                <a:solidFill>
                  <a:srgbClr val="008000"/>
                </a:solidFill>
              </a:rPr>
              <a:t>extremely limited</a:t>
            </a:r>
            <a:endParaRPr lang="en-GB" altLang="da-DK" sz="1600" dirty="0"/>
          </a:p>
          <a:p>
            <a:pPr marL="728663" lvl="1" indent="-271463">
              <a:spcBef>
                <a:spcPts val="300"/>
              </a:spcBef>
              <a:buFontTx/>
              <a:buChar char="–"/>
            </a:pPr>
            <a:r>
              <a:rPr lang="en-GB" altLang="da-DK" sz="1600" dirty="0"/>
              <a:t>Make </a:t>
            </a:r>
            <a:r>
              <a:rPr lang="en-GB" altLang="da-DK" sz="1600" b="1" dirty="0">
                <a:solidFill>
                  <a:srgbClr val="008000"/>
                </a:solidFill>
              </a:rPr>
              <a:t>written notes</a:t>
            </a:r>
            <a:r>
              <a:rPr lang="en-GB" altLang="da-DK" sz="1600" dirty="0"/>
              <a:t> of all ideas, decisions, insights, etc.</a:t>
            </a:r>
          </a:p>
          <a:p>
            <a:pPr marL="728663" lvl="1" indent="-271463">
              <a:spcBef>
                <a:spcPts val="300"/>
              </a:spcBef>
              <a:buFontTx/>
              <a:buChar char="–"/>
            </a:pPr>
            <a:r>
              <a:rPr lang="en-GB" altLang="da-DK" sz="1600" dirty="0"/>
              <a:t>In a few minutes, many of them will be forgotten – or it will take considerable time to reconstruct them</a:t>
            </a:r>
          </a:p>
          <a:p>
            <a:pPr marL="728663" lvl="1" indent="-271463">
              <a:spcBef>
                <a:spcPts val="300"/>
              </a:spcBef>
              <a:buFontTx/>
              <a:buChar char="–"/>
            </a:pPr>
            <a:r>
              <a:rPr lang="en-GB" altLang="da-DK" sz="1600" dirty="0"/>
              <a:t>If you have a whiteboard full of ideas, take a photo</a:t>
            </a:r>
          </a:p>
          <a:p>
            <a:pPr marL="728663" lvl="1" indent="-271463">
              <a:spcBef>
                <a:spcPts val="300"/>
              </a:spcBef>
            </a:pPr>
            <a:r>
              <a:rPr lang="en-GB" altLang="da-DK" sz="1600" dirty="0"/>
              <a:t>If you are walking or biking, send a text (</a:t>
            </a:r>
            <a:r>
              <a:rPr lang="en-GB" altLang="da-DK" sz="1600" dirty="0" err="1"/>
              <a:t>sms</a:t>
            </a:r>
            <a:r>
              <a:rPr lang="en-GB" altLang="da-DK" sz="1600" dirty="0"/>
              <a:t>) or voice message to yourself</a:t>
            </a:r>
          </a:p>
          <a:p>
            <a:pPr marL="728663" lvl="1" indent="-271463">
              <a:spcBef>
                <a:spcPts val="300"/>
              </a:spcBef>
              <a:buFontTx/>
              <a:buChar char="–"/>
            </a:pPr>
            <a:r>
              <a:rPr lang="en-GB" altLang="da-DK" sz="1600" dirty="0"/>
              <a:t>If you wake up in the middle of the night and have a bright idea, write a few words on a piece of paper so that you can investigate further the next day</a:t>
            </a:r>
          </a:p>
          <a:p>
            <a:pPr marL="271463" lvl="1" indent="-271463">
              <a:spcBef>
                <a:spcPts val="1200"/>
              </a:spcBef>
              <a:buFontTx/>
              <a:buChar char="•"/>
            </a:pPr>
            <a:r>
              <a:rPr lang="en-GB" altLang="da-DK" sz="1800" b="1" dirty="0">
                <a:solidFill>
                  <a:srgbClr val="A50021"/>
                </a:solidFill>
                <a:cs typeface="ＭＳ Ｐゴシック" charset="0"/>
              </a:rPr>
              <a:t>Taking a break often helps</a:t>
            </a:r>
          </a:p>
          <a:p>
            <a:pPr marL="728663" lvl="1" indent="-271463">
              <a:spcBef>
                <a:spcPts val="300"/>
              </a:spcBef>
            </a:pPr>
            <a:r>
              <a:rPr lang="en-GB" altLang="da-DK" sz="1600" dirty="0"/>
              <a:t>Take a run</a:t>
            </a:r>
          </a:p>
          <a:p>
            <a:pPr marL="728663" lvl="1" indent="-271463">
              <a:spcBef>
                <a:spcPts val="300"/>
              </a:spcBef>
            </a:pPr>
            <a:r>
              <a:rPr lang="en-GB" altLang="da-DK" sz="1600" dirty="0"/>
              <a:t>Go for a walk</a:t>
            </a:r>
          </a:p>
          <a:p>
            <a:pPr marL="728663" lvl="1" indent="-271463">
              <a:spcBef>
                <a:spcPts val="300"/>
              </a:spcBef>
            </a:pPr>
            <a:r>
              <a:rPr lang="en-GB" altLang="da-DK" sz="1600" dirty="0"/>
              <a:t>Get coffee / food</a:t>
            </a:r>
          </a:p>
          <a:p>
            <a:pPr marL="728663" lvl="1" indent="-271463">
              <a:spcBef>
                <a:spcPts val="300"/>
              </a:spcBef>
            </a:pPr>
            <a:r>
              <a:rPr lang="en-GB" altLang="da-DK" sz="1600" dirty="0"/>
              <a:t>Chat with some friends</a:t>
            </a:r>
          </a:p>
          <a:p>
            <a:pPr marL="271463" lvl="1" indent="-271463">
              <a:spcBef>
                <a:spcPts val="1200"/>
              </a:spcBef>
              <a:buFontTx/>
              <a:buChar char="•"/>
            </a:pPr>
            <a:r>
              <a:rPr lang="en-GB" altLang="da-DK" sz="1800" b="1" dirty="0">
                <a:solidFill>
                  <a:srgbClr val="A50021"/>
                </a:solidFill>
                <a:cs typeface="ＭＳ Ｐゴシック" charset="0"/>
              </a:rPr>
              <a:t>Relaxing in some way is the catalyst of many great ideas</a:t>
            </a:r>
          </a:p>
          <a:p>
            <a:pPr marL="728663" lvl="1" indent="-271463">
              <a:spcBef>
                <a:spcPts val="300"/>
              </a:spcBef>
              <a:buFontTx/>
              <a:buChar char="–"/>
            </a:pPr>
            <a:r>
              <a:rPr lang="en-GB" altLang="da-DK" sz="1600" dirty="0"/>
              <a:t>They must be written down </a:t>
            </a:r>
            <a:r>
              <a:rPr lang="en-GB" altLang="da-DK" sz="1600" b="1" dirty="0">
                <a:solidFill>
                  <a:srgbClr val="008000"/>
                </a:solidFill>
              </a:rPr>
              <a:t>as soon as possible</a:t>
            </a:r>
          </a:p>
          <a:p>
            <a:pPr marL="728663" lvl="1" indent="-271463">
              <a:spcBef>
                <a:spcPts val="300"/>
              </a:spcBef>
              <a:buFontTx/>
              <a:buChar char="–"/>
            </a:pPr>
            <a:r>
              <a:rPr lang="en-GB" altLang="da-DK" sz="1600" dirty="0"/>
              <a:t>Otherwise, most of them will be forgotten</a:t>
            </a:r>
          </a:p>
        </p:txBody>
      </p:sp>
      <p:sp>
        <p:nvSpPr>
          <p:cNvPr id="8" name="Slide Number Placeholder 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3A57ADD0-007F-4610-9D7D-5E5ADEAA50E0}" type="slidenum">
              <a:rPr lang="da-DK" altLang="da-DK" smtClean="0"/>
              <a:pPr>
                <a:defRPr/>
              </a:pPr>
              <a:t>14</a:t>
            </a:fld>
            <a:endParaRPr lang="da-DK" altLang="da-DK" dirty="0"/>
          </a:p>
        </p:txBody>
      </p:sp>
    </p:spTree>
    <p:extLst>
      <p:ext uri="{BB962C8B-B14F-4D97-AF65-F5344CB8AC3E}">
        <p14:creationId xmlns:p14="http://schemas.microsoft.com/office/powerpoint/2010/main" val="976391522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43" name="Rectangle 2"/>
          <p:cNvSpPr>
            <a:spLocks noGrp="1" noChangeArrowheads="1"/>
          </p:cNvSpPr>
          <p:nvPr>
            <p:ph type="title"/>
          </p:nvPr>
        </p:nvSpPr>
        <p:spPr>
          <a:xfrm>
            <a:off x="468313" y="333375"/>
            <a:ext cx="8424167" cy="609600"/>
          </a:xfrm>
        </p:spPr>
        <p:txBody>
          <a:bodyPr/>
          <a:lstStyle/>
          <a:p>
            <a:pPr eaLnBrk="1" hangingPunct="1">
              <a:defRPr/>
            </a:pPr>
            <a:r>
              <a:rPr lang="en-GB" altLang="da-DK" sz="2800" dirty="0"/>
              <a:t>Use of comments and critique</a:t>
            </a:r>
          </a:p>
        </p:txBody>
      </p:sp>
      <p:sp>
        <p:nvSpPr>
          <p:cNvPr id="10244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540321" y="1049823"/>
            <a:ext cx="8352159" cy="5691545"/>
          </a:xfrm>
          <a:noFill/>
        </p:spPr>
        <p:txBody>
          <a:bodyPr/>
          <a:lstStyle/>
          <a:p>
            <a:pPr marL="271463" lvl="1" indent="-271463">
              <a:spcBef>
                <a:spcPts val="1200"/>
              </a:spcBef>
              <a:buFontTx/>
              <a:buChar char="•"/>
            </a:pPr>
            <a:r>
              <a:rPr lang="en-GB" altLang="da-DK" sz="1800" b="1" dirty="0">
                <a:solidFill>
                  <a:srgbClr val="A50021"/>
                </a:solidFill>
                <a:cs typeface="ＭＳ Ｐゴシック" charset="0"/>
              </a:rPr>
              <a:t>In your bachelor project you will work </a:t>
            </a:r>
            <a:r>
              <a:rPr lang="en-GB" altLang="da-DK" sz="1800" b="1" dirty="0">
                <a:solidFill>
                  <a:srgbClr val="008000"/>
                </a:solidFill>
                <a:cs typeface="ＭＳ Ｐゴシック" charset="0"/>
              </a:rPr>
              <a:t>intensively</a:t>
            </a:r>
            <a:r>
              <a:rPr lang="en-GB" altLang="da-DK" sz="1800" b="1" dirty="0">
                <a:solidFill>
                  <a:srgbClr val="A50021"/>
                </a:solidFill>
                <a:cs typeface="ＭＳ Ｐゴシック" charset="0"/>
              </a:rPr>
              <a:t> with a given subject</a:t>
            </a:r>
          </a:p>
          <a:p>
            <a:pPr marL="728663" lvl="1" indent="-271463">
              <a:spcBef>
                <a:spcPts val="300"/>
              </a:spcBef>
              <a:buFontTx/>
              <a:buChar char="–"/>
            </a:pPr>
            <a:r>
              <a:rPr lang="en-GB" altLang="da-DK" sz="1600" dirty="0"/>
              <a:t>Hopefully, you will take ownership of your work</a:t>
            </a:r>
          </a:p>
          <a:p>
            <a:pPr marL="728663" lvl="1" indent="-271463">
              <a:spcBef>
                <a:spcPts val="300"/>
              </a:spcBef>
              <a:buFontTx/>
              <a:buChar char="–"/>
            </a:pPr>
            <a:r>
              <a:rPr lang="en-GB" altLang="da-DK" sz="1600" dirty="0"/>
              <a:t>It will be your "baby"</a:t>
            </a:r>
          </a:p>
          <a:p>
            <a:pPr marL="271463" lvl="1" indent="-271463">
              <a:spcBef>
                <a:spcPts val="1200"/>
              </a:spcBef>
              <a:buFontTx/>
              <a:buChar char="•"/>
            </a:pPr>
            <a:r>
              <a:rPr lang="en-GB" altLang="da-DK" sz="1800" b="1" dirty="0">
                <a:solidFill>
                  <a:srgbClr val="A50021"/>
                </a:solidFill>
                <a:cs typeface="ＭＳ Ｐゴシック" charset="0"/>
              </a:rPr>
              <a:t>In such a situation, it is very natural to be "defensive" towards critique and proposals for changes</a:t>
            </a:r>
          </a:p>
          <a:p>
            <a:pPr marL="728663" lvl="1" indent="-271463">
              <a:spcBef>
                <a:spcPts val="300"/>
              </a:spcBef>
            </a:pPr>
            <a:r>
              <a:rPr lang="en-GB" altLang="da-DK" sz="1600" dirty="0"/>
              <a:t>This is, however, </a:t>
            </a:r>
            <a:r>
              <a:rPr lang="en-GB" altLang="da-DK" sz="1600" b="1" dirty="0">
                <a:solidFill>
                  <a:srgbClr val="008000"/>
                </a:solidFill>
              </a:rPr>
              <a:t>very stupid</a:t>
            </a:r>
          </a:p>
          <a:p>
            <a:pPr marL="728663" lvl="1" indent="-271463">
              <a:spcBef>
                <a:spcPts val="300"/>
              </a:spcBef>
            </a:pPr>
            <a:r>
              <a:rPr lang="en-GB" altLang="da-DK" sz="1600" dirty="0"/>
              <a:t>Your advisor (and other people who look at your work) invests considerable time in making comments and proposals for improvements</a:t>
            </a:r>
          </a:p>
          <a:p>
            <a:pPr marL="728663" lvl="1" indent="-271463">
              <a:spcBef>
                <a:spcPts val="300"/>
              </a:spcBef>
            </a:pPr>
            <a:r>
              <a:rPr lang="en-GB" altLang="da-DK" sz="1600" dirty="0"/>
              <a:t>They are not made to annoy you – but to </a:t>
            </a:r>
            <a:r>
              <a:rPr lang="en-GB" altLang="da-DK" sz="1600" b="1" dirty="0">
                <a:solidFill>
                  <a:srgbClr val="008000"/>
                </a:solidFill>
              </a:rPr>
              <a:t>help </a:t>
            </a:r>
            <a:r>
              <a:rPr lang="en-GB" altLang="da-DK" sz="1600" dirty="0"/>
              <a:t>you to </a:t>
            </a:r>
            <a:r>
              <a:rPr lang="en-GB" altLang="da-DK" sz="1600" b="1" dirty="0">
                <a:solidFill>
                  <a:srgbClr val="008000"/>
                </a:solidFill>
              </a:rPr>
              <a:t>improve</a:t>
            </a:r>
            <a:r>
              <a:rPr lang="en-GB" altLang="da-DK" sz="1600" dirty="0"/>
              <a:t> your project and hence your report (and your final grade)</a:t>
            </a:r>
          </a:p>
        </p:txBody>
      </p:sp>
      <p:sp>
        <p:nvSpPr>
          <p:cNvPr id="8" name="Slide Number Placeholder 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3A57ADD0-007F-4610-9D7D-5E5ADEAA50E0}" type="slidenum">
              <a:rPr lang="da-DK" altLang="da-DK" smtClean="0"/>
              <a:pPr>
                <a:defRPr/>
              </a:pPr>
              <a:t>15</a:t>
            </a:fld>
            <a:endParaRPr lang="da-DK" altLang="da-DK" dirty="0"/>
          </a:p>
        </p:txBody>
      </p:sp>
    </p:spTree>
    <p:extLst>
      <p:ext uri="{BB962C8B-B14F-4D97-AF65-F5344CB8AC3E}">
        <p14:creationId xmlns:p14="http://schemas.microsoft.com/office/powerpoint/2010/main" val="1876057795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43" name="Rectangle 2"/>
          <p:cNvSpPr>
            <a:spLocks noGrp="1" noChangeArrowheads="1"/>
          </p:cNvSpPr>
          <p:nvPr>
            <p:ph type="title"/>
          </p:nvPr>
        </p:nvSpPr>
        <p:spPr>
          <a:xfrm>
            <a:off x="468313" y="333375"/>
            <a:ext cx="8424167" cy="609600"/>
          </a:xfrm>
        </p:spPr>
        <p:txBody>
          <a:bodyPr/>
          <a:lstStyle/>
          <a:p>
            <a:pPr eaLnBrk="1" hangingPunct="1">
              <a:defRPr/>
            </a:pPr>
            <a:r>
              <a:rPr lang="en-GB" altLang="da-DK" sz="2800" dirty="0"/>
              <a:t>Example</a:t>
            </a:r>
          </a:p>
        </p:txBody>
      </p:sp>
      <p:sp>
        <p:nvSpPr>
          <p:cNvPr id="10244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540321" y="1049823"/>
            <a:ext cx="8603679" cy="5350977"/>
          </a:xfrm>
          <a:noFill/>
        </p:spPr>
        <p:txBody>
          <a:bodyPr/>
          <a:lstStyle/>
          <a:p>
            <a:pPr marL="271463" lvl="1" indent="-271463">
              <a:spcBef>
                <a:spcPts val="1200"/>
              </a:spcBef>
              <a:buFontTx/>
              <a:buChar char="•"/>
            </a:pPr>
            <a:r>
              <a:rPr lang="en-GB" altLang="da-DK" sz="1800" b="1" dirty="0">
                <a:solidFill>
                  <a:srgbClr val="A50021"/>
                </a:solidFill>
                <a:cs typeface="ＭＳ Ｐゴシック" charset="0"/>
              </a:rPr>
              <a:t>When reading a draft of one of the sections in your bachelor report,</a:t>
            </a:r>
            <a:br>
              <a:rPr lang="en-GB" altLang="da-DK" sz="1800" b="1" dirty="0">
                <a:solidFill>
                  <a:srgbClr val="A50021"/>
                </a:solidFill>
                <a:cs typeface="ＭＳ Ｐゴシック" charset="0"/>
              </a:rPr>
            </a:br>
            <a:r>
              <a:rPr lang="en-GB" altLang="da-DK" sz="1800" b="1" dirty="0">
                <a:solidFill>
                  <a:srgbClr val="A50021"/>
                </a:solidFill>
                <a:cs typeface="ＭＳ Ｐゴシック" charset="0"/>
              </a:rPr>
              <a:t>your advisor misunderstands one of your arguments</a:t>
            </a:r>
          </a:p>
          <a:p>
            <a:pPr marL="271463" lvl="1" indent="-271463">
              <a:spcBef>
                <a:spcPts val="1200"/>
              </a:spcBef>
              <a:buFontTx/>
              <a:buChar char="•"/>
            </a:pPr>
            <a:r>
              <a:rPr lang="en-GB" altLang="da-DK" sz="1800" b="1" dirty="0">
                <a:solidFill>
                  <a:srgbClr val="A50021"/>
                </a:solidFill>
                <a:cs typeface="ＭＳ Ｐゴシック" charset="0"/>
              </a:rPr>
              <a:t>The straightforward approach is the following</a:t>
            </a:r>
          </a:p>
          <a:p>
            <a:pPr marL="728663" lvl="1" indent="-271463">
              <a:spcBef>
                <a:spcPts val="300"/>
              </a:spcBef>
              <a:buFontTx/>
              <a:buChar char="–"/>
            </a:pPr>
            <a:r>
              <a:rPr lang="en-GB" altLang="da-DK" sz="1600" dirty="0"/>
              <a:t>You can see that this is because the advisor does not know your work well enough, or has read the corresponding paragraph too fast</a:t>
            </a:r>
          </a:p>
          <a:p>
            <a:pPr marL="728663" lvl="1" indent="-271463">
              <a:spcBef>
                <a:spcPts val="300"/>
              </a:spcBef>
              <a:buFontTx/>
              <a:buChar char="–"/>
            </a:pPr>
            <a:r>
              <a:rPr lang="en-GB" altLang="da-DK" sz="1600" dirty="0"/>
              <a:t>Hence, you tell this to your advisor, and do not change anything in your report</a:t>
            </a:r>
          </a:p>
          <a:p>
            <a:pPr marL="728663" lvl="1" indent="-271463">
              <a:spcBef>
                <a:spcPts val="300"/>
              </a:spcBef>
              <a:buFontTx/>
              <a:buChar char="–"/>
            </a:pPr>
            <a:r>
              <a:rPr lang="en-GB" altLang="da-DK" sz="1600" dirty="0"/>
              <a:t>The comment has </a:t>
            </a:r>
            <a:r>
              <a:rPr lang="en-GB" altLang="da-DK" sz="1600" b="1" dirty="0">
                <a:solidFill>
                  <a:srgbClr val="008000"/>
                </a:solidFill>
              </a:rPr>
              <a:t>not</a:t>
            </a:r>
            <a:r>
              <a:rPr lang="en-GB" altLang="da-DK" sz="1600" dirty="0"/>
              <a:t> helped you to improve your report</a:t>
            </a:r>
          </a:p>
          <a:p>
            <a:pPr marL="271463" lvl="1" indent="-271463">
              <a:spcBef>
                <a:spcPts val="1200"/>
              </a:spcBef>
              <a:buFontTx/>
              <a:buChar char="•"/>
            </a:pPr>
            <a:r>
              <a:rPr lang="en-GB" altLang="da-DK" sz="1800" b="1" dirty="0">
                <a:solidFill>
                  <a:srgbClr val="A50021"/>
                </a:solidFill>
                <a:cs typeface="ＭＳ Ｐゴシック" charset="0"/>
              </a:rPr>
              <a:t>A much more fruitful approach is the following</a:t>
            </a:r>
          </a:p>
          <a:p>
            <a:pPr marL="728663" lvl="1" indent="-271463">
              <a:spcBef>
                <a:spcPts val="300"/>
              </a:spcBef>
            </a:pPr>
            <a:r>
              <a:rPr lang="en-GB" altLang="da-DK" sz="1600" dirty="0"/>
              <a:t>A lot of your readers – including the censor – will be in the same situation as your advisor (not knowing your work in detail, and reading parts of your report very fast)</a:t>
            </a:r>
          </a:p>
          <a:p>
            <a:pPr marL="728663" lvl="1" indent="-271463">
              <a:spcBef>
                <a:spcPts val="300"/>
              </a:spcBef>
            </a:pPr>
            <a:r>
              <a:rPr lang="en-GB" altLang="da-DK" sz="1600" spc="-20" dirty="0"/>
              <a:t>Hence, you should use the "stupid" comment made by your advisor to </a:t>
            </a:r>
            <a:r>
              <a:rPr lang="en-GB" altLang="da-DK" sz="1600" b="1" spc="-20" dirty="0">
                <a:solidFill>
                  <a:srgbClr val="008000"/>
                </a:solidFill>
              </a:rPr>
              <a:t>thoroughly </a:t>
            </a:r>
            <a:r>
              <a:rPr lang="en-GB" altLang="da-DK" sz="1600" b="1" dirty="0">
                <a:solidFill>
                  <a:srgbClr val="008000"/>
                </a:solidFill>
              </a:rPr>
              <a:t>investigate</a:t>
            </a:r>
            <a:r>
              <a:rPr lang="en-GB" altLang="da-DK" sz="1600" dirty="0"/>
              <a:t> whether you can reformulate the paragraph in such a way that it </a:t>
            </a:r>
            <a:r>
              <a:rPr lang="en-GB" altLang="da-DK" sz="1600" spc="-20" dirty="0"/>
              <a:t>becomes </a:t>
            </a:r>
            <a:r>
              <a:rPr lang="en-GB" altLang="da-DK" sz="1600" b="1" spc="-20" dirty="0">
                <a:solidFill>
                  <a:srgbClr val="008000"/>
                </a:solidFill>
              </a:rPr>
              <a:t>less likely</a:t>
            </a:r>
            <a:r>
              <a:rPr lang="en-GB" altLang="da-DK" sz="1600" spc="-20" dirty="0"/>
              <a:t> that a "stupid", "</a:t>
            </a:r>
            <a:r>
              <a:rPr lang="en-GB" altLang="da-DK" sz="1600" spc="-50" dirty="0"/>
              <a:t>too fast" reader may misunderstand your argument</a:t>
            </a:r>
          </a:p>
          <a:p>
            <a:pPr marL="728663" lvl="1" indent="-271463">
              <a:spcBef>
                <a:spcPts val="300"/>
              </a:spcBef>
            </a:pPr>
            <a:r>
              <a:rPr lang="en-GB" altLang="da-DK" sz="1600" dirty="0"/>
              <a:t>It is </a:t>
            </a:r>
            <a:r>
              <a:rPr lang="en-GB" altLang="da-DK" sz="1600" b="1" dirty="0">
                <a:solidFill>
                  <a:srgbClr val="008000"/>
                </a:solidFill>
              </a:rPr>
              <a:t>your responsibility</a:t>
            </a:r>
            <a:r>
              <a:rPr lang="en-GB" altLang="da-DK" sz="1600" dirty="0"/>
              <a:t> that your text is as clear and unambiguous as possible</a:t>
            </a:r>
          </a:p>
          <a:p>
            <a:pPr marL="728663" lvl="1" indent="-271463">
              <a:spcBef>
                <a:spcPts val="300"/>
              </a:spcBef>
            </a:pPr>
            <a:r>
              <a:rPr lang="en-GB" altLang="da-DK" sz="1600" dirty="0"/>
              <a:t>Using this approach, you have </a:t>
            </a:r>
            <a:r>
              <a:rPr lang="en-GB" altLang="da-DK" sz="1600" b="1" dirty="0">
                <a:solidFill>
                  <a:srgbClr val="008000"/>
                </a:solidFill>
              </a:rPr>
              <a:t>improved</a:t>
            </a:r>
            <a:r>
              <a:rPr lang="en-GB" altLang="da-DK" sz="1600" dirty="0"/>
              <a:t> your report</a:t>
            </a:r>
          </a:p>
          <a:p>
            <a:pPr marL="271463" lvl="1" indent="-271463">
              <a:spcBef>
                <a:spcPts val="1200"/>
              </a:spcBef>
              <a:buFontTx/>
              <a:buChar char="•"/>
            </a:pPr>
            <a:r>
              <a:rPr lang="en-GB" altLang="da-DK" sz="1800" b="1" dirty="0">
                <a:solidFill>
                  <a:srgbClr val="A50021"/>
                </a:solidFill>
                <a:cs typeface="ＭＳ Ｐゴシック" charset="0"/>
              </a:rPr>
              <a:t>By using </a:t>
            </a:r>
            <a:r>
              <a:rPr lang="en-GB" altLang="da-DK" sz="1800" b="1" dirty="0">
                <a:solidFill>
                  <a:srgbClr val="008000"/>
                </a:solidFill>
                <a:cs typeface="ＭＳ Ｐゴシック" charset="0"/>
              </a:rPr>
              <a:t>all</a:t>
            </a:r>
            <a:r>
              <a:rPr lang="en-GB" altLang="da-DK" sz="1800" b="1" dirty="0">
                <a:solidFill>
                  <a:srgbClr val="A50021"/>
                </a:solidFill>
                <a:cs typeface="ＭＳ Ｐゴシック" charset="0"/>
              </a:rPr>
              <a:t> comments and proposals in a </a:t>
            </a:r>
            <a:r>
              <a:rPr lang="en-GB" altLang="da-DK" sz="1800" b="1" dirty="0">
                <a:solidFill>
                  <a:srgbClr val="008000"/>
                </a:solidFill>
                <a:cs typeface="ＭＳ Ｐゴシック" charset="0"/>
              </a:rPr>
              <a:t>constructive</a:t>
            </a:r>
            <a:r>
              <a:rPr lang="en-GB" altLang="da-DK" sz="1800" b="1" dirty="0">
                <a:solidFill>
                  <a:srgbClr val="A50021"/>
                </a:solidFill>
                <a:cs typeface="ＭＳ Ｐゴシック" charset="0"/>
              </a:rPr>
              <a:t> way, you can </a:t>
            </a:r>
            <a:r>
              <a:rPr lang="en-GB" altLang="da-DK" sz="1800" b="1" dirty="0">
                <a:solidFill>
                  <a:srgbClr val="008000"/>
                </a:solidFill>
                <a:cs typeface="ＭＳ Ｐゴシック" charset="0"/>
              </a:rPr>
              <a:t>significantly</a:t>
            </a:r>
            <a:r>
              <a:rPr lang="en-GB" altLang="da-DK" sz="1800" b="1" dirty="0">
                <a:solidFill>
                  <a:srgbClr val="A50021"/>
                </a:solidFill>
                <a:cs typeface="ＭＳ Ｐゴシック" charset="0"/>
              </a:rPr>
              <a:t> improve the quality of your report</a:t>
            </a:r>
          </a:p>
          <a:p>
            <a:pPr marL="728663" lvl="1" indent="-271463">
              <a:spcBef>
                <a:spcPts val="300"/>
              </a:spcBef>
              <a:buFontTx/>
              <a:buChar char="–"/>
            </a:pPr>
            <a:endParaRPr lang="en-GB" altLang="da-DK" sz="1600" dirty="0"/>
          </a:p>
          <a:p>
            <a:pPr marL="728663" lvl="1" indent="-271463">
              <a:spcBef>
                <a:spcPts val="300"/>
              </a:spcBef>
            </a:pPr>
            <a:endParaRPr lang="en-GB" altLang="da-DK" sz="1600" dirty="0"/>
          </a:p>
        </p:txBody>
      </p:sp>
      <p:sp>
        <p:nvSpPr>
          <p:cNvPr id="8" name="Slide Number Placeholder 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3A57ADD0-007F-4610-9D7D-5E5ADEAA50E0}" type="slidenum">
              <a:rPr lang="da-DK" altLang="da-DK" smtClean="0"/>
              <a:pPr>
                <a:defRPr/>
              </a:pPr>
              <a:t>16</a:t>
            </a:fld>
            <a:endParaRPr lang="da-DK" altLang="da-DK" dirty="0"/>
          </a:p>
        </p:txBody>
      </p:sp>
    </p:spTree>
    <p:extLst>
      <p:ext uri="{BB962C8B-B14F-4D97-AF65-F5344CB8AC3E}">
        <p14:creationId xmlns:p14="http://schemas.microsoft.com/office/powerpoint/2010/main" val="4191123302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43" name="Rectangle 2"/>
          <p:cNvSpPr>
            <a:spLocks noGrp="1" noChangeArrowheads="1"/>
          </p:cNvSpPr>
          <p:nvPr>
            <p:ph type="title"/>
          </p:nvPr>
        </p:nvSpPr>
        <p:spPr>
          <a:xfrm>
            <a:off x="468313" y="333375"/>
            <a:ext cx="8424167" cy="609600"/>
          </a:xfrm>
        </p:spPr>
        <p:txBody>
          <a:bodyPr/>
          <a:lstStyle/>
          <a:p>
            <a:pPr eaLnBrk="1" hangingPunct="1">
              <a:defRPr/>
            </a:pPr>
            <a:r>
              <a:rPr lang="en-GB" altLang="da-DK" sz="2800" dirty="0"/>
              <a:t>Plan for the rest of this course</a:t>
            </a:r>
          </a:p>
        </p:txBody>
      </p:sp>
      <p:sp>
        <p:nvSpPr>
          <p:cNvPr id="10244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468312" y="1052736"/>
            <a:ext cx="8568184" cy="5688632"/>
          </a:xfrm>
          <a:noFill/>
        </p:spPr>
        <p:txBody>
          <a:bodyPr/>
          <a:lstStyle/>
          <a:p>
            <a:pPr marL="271463" lvl="1" indent="-271463">
              <a:spcBef>
                <a:spcPts val="600"/>
              </a:spcBef>
              <a:buChar char="•"/>
            </a:pPr>
            <a:r>
              <a:rPr lang="en-GB" altLang="da-DK" sz="1800" b="1" spc="-50" dirty="0">
                <a:solidFill>
                  <a:srgbClr val="A50021"/>
                </a:solidFill>
                <a:cs typeface="ＭＳ Ｐゴシック" charset="0"/>
              </a:rPr>
              <a:t>Wednesday February 12 at 16.00: Deadline bachelor project contract</a:t>
            </a:r>
          </a:p>
          <a:p>
            <a:pPr marL="728663" lvl="1" indent="-271463">
              <a:spcBef>
                <a:spcPts val="300"/>
              </a:spcBef>
            </a:pPr>
            <a:r>
              <a:rPr lang="en-GB" altLang="da-DK" sz="1600" dirty="0"/>
              <a:t>Submit via the Brightspace page </a:t>
            </a:r>
            <a:r>
              <a:rPr lang="en-GB" altLang="da-DK" sz="1600" b="1" dirty="0">
                <a:solidFill>
                  <a:srgbClr val="008000"/>
                </a:solidFill>
              </a:rPr>
              <a:t>Submission of bachelor project contract</a:t>
            </a:r>
          </a:p>
          <a:p>
            <a:pPr marL="271463" lvl="1" indent="-271463">
              <a:spcBef>
                <a:spcPts val="1200"/>
              </a:spcBef>
              <a:buChar char="•"/>
            </a:pPr>
            <a:r>
              <a:rPr lang="en-GB" altLang="da-DK" sz="1800" b="1" spc="-50" dirty="0">
                <a:solidFill>
                  <a:srgbClr val="A50021"/>
                </a:solidFill>
                <a:cs typeface="ＭＳ Ｐゴシック" charset="0"/>
              </a:rPr>
              <a:t>In addition to this lecture, there will be four lectures on this course</a:t>
            </a:r>
            <a:endParaRPr lang="en-GB" altLang="da-DK" sz="1800" b="1" spc="-50" dirty="0">
              <a:solidFill>
                <a:srgbClr val="008000"/>
              </a:solidFill>
              <a:cs typeface="ＭＳ Ｐゴシック" charset="0"/>
            </a:endParaRPr>
          </a:p>
          <a:p>
            <a:pPr marL="728663" lvl="1" indent="-271463">
              <a:spcBef>
                <a:spcPts val="300"/>
              </a:spcBef>
            </a:pPr>
            <a:r>
              <a:rPr lang="en-GB" altLang="da-DK" sz="1600" dirty="0"/>
              <a:t>How to write an academic paper and make an oral presentation of it (by Kurt Jensen)</a:t>
            </a:r>
          </a:p>
          <a:p>
            <a:pPr marL="728663" lvl="1" indent="-271463">
              <a:spcBef>
                <a:spcPts val="300"/>
              </a:spcBef>
            </a:pPr>
            <a:r>
              <a:rPr lang="en-GB" altLang="da-DK" sz="1600" dirty="0"/>
              <a:t>Publication traditions and literature search (by Kurt Jensen)</a:t>
            </a:r>
          </a:p>
          <a:p>
            <a:pPr marL="728663" lvl="1" indent="-271463">
              <a:spcBef>
                <a:spcPts val="300"/>
              </a:spcBef>
            </a:pPr>
            <a:r>
              <a:rPr lang="en-US" sz="1600" dirty="0"/>
              <a:t>Generative AI in bachelor projects (rules and possibilities) (by Clemens Nylandsted Klokmose)</a:t>
            </a:r>
          </a:p>
          <a:p>
            <a:pPr marL="728663" lvl="1" indent="-271463">
              <a:spcBef>
                <a:spcPts val="300"/>
              </a:spcBef>
            </a:pPr>
            <a:r>
              <a:rPr lang="en-US" sz="1600" dirty="0"/>
              <a:t>How to make proper charts and graphs (by Hans-Jörg Schulz)</a:t>
            </a:r>
          </a:p>
          <a:p>
            <a:pPr marL="728663" lvl="1" indent="-271463">
              <a:spcBef>
                <a:spcPts val="300"/>
              </a:spcBef>
            </a:pPr>
            <a:r>
              <a:rPr lang="en-GB" altLang="da-DK" sz="1600" dirty="0"/>
              <a:t>There will also be a Chart Clinique</a:t>
            </a:r>
            <a:r>
              <a:rPr lang="en-US" sz="1600" dirty="0"/>
              <a:t> (by Hans-Jörg Schulz)</a:t>
            </a:r>
            <a:r>
              <a:rPr lang="en-GB" altLang="da-DK" sz="1600" dirty="0"/>
              <a:t> </a:t>
            </a:r>
          </a:p>
          <a:p>
            <a:pPr marL="728663" lvl="1" indent="-271463">
              <a:spcBef>
                <a:spcPts val="300"/>
              </a:spcBef>
            </a:pPr>
            <a:r>
              <a:rPr lang="en-GB" altLang="da-DK" sz="1600" dirty="0"/>
              <a:t>Detailed plan can be found on the Brightspace page </a:t>
            </a:r>
            <a:r>
              <a:rPr lang="en-GB" altLang="da-DK" sz="1600" b="1" dirty="0">
                <a:solidFill>
                  <a:srgbClr val="008000"/>
                </a:solidFill>
              </a:rPr>
              <a:t>Lecture plan</a:t>
            </a:r>
          </a:p>
          <a:p>
            <a:pPr marL="271463" lvl="1" indent="-271463">
              <a:spcBef>
                <a:spcPts val="1200"/>
              </a:spcBef>
              <a:buChar char="•"/>
            </a:pPr>
            <a:r>
              <a:rPr lang="en-GB" altLang="da-DK" sz="1800" b="1" dirty="0">
                <a:solidFill>
                  <a:srgbClr val="A50021"/>
                </a:solidFill>
                <a:cs typeface="ＭＳ Ｐゴシック" charset="0"/>
              </a:rPr>
              <a:t>The lectures will be recorded in Zoom and a video will be made available on Brightspace shortly after the lecture</a:t>
            </a:r>
          </a:p>
          <a:p>
            <a:pPr marL="728663" lvl="1" indent="-271463">
              <a:spcBef>
                <a:spcPts val="300"/>
              </a:spcBef>
            </a:pPr>
            <a:r>
              <a:rPr lang="en-GB" altLang="da-DK" sz="1600" dirty="0"/>
              <a:t>It will be nice and very fruitful, if the majority of you turn up in the auditorium</a:t>
            </a:r>
          </a:p>
          <a:p>
            <a:pPr marL="728663" lvl="1" indent="-271463">
              <a:spcBef>
                <a:spcPts val="300"/>
              </a:spcBef>
            </a:pPr>
            <a:r>
              <a:rPr lang="en-GB" altLang="da-DK" sz="1600" dirty="0"/>
              <a:t>Then it will be much easier for you to ask questions and interact with me</a:t>
            </a:r>
          </a:p>
          <a:p>
            <a:pPr marL="271463" lvl="1" indent="-271463">
              <a:spcBef>
                <a:spcPts val="1200"/>
              </a:spcBef>
              <a:buFontTx/>
              <a:buChar char="•"/>
            </a:pPr>
            <a:r>
              <a:rPr lang="en-GB" altLang="da-DK" sz="1800" b="1" dirty="0">
                <a:solidFill>
                  <a:srgbClr val="A50021"/>
                </a:solidFill>
                <a:cs typeface="ＭＳ Ｐゴシック" charset="0"/>
              </a:rPr>
              <a:t>Monday </a:t>
            </a:r>
            <a:r>
              <a:rPr lang="en-GB" altLang="da-DK" sz="1800" b="1" dirty="0">
                <a:solidFill>
                  <a:srgbClr val="008000"/>
                </a:solidFill>
                <a:cs typeface="ＭＳ Ｐゴシック" charset="0"/>
              </a:rPr>
              <a:t>June 8</a:t>
            </a:r>
            <a:r>
              <a:rPr lang="en-GB" altLang="da-DK" sz="1800" b="1" dirty="0">
                <a:solidFill>
                  <a:srgbClr val="A50021"/>
                </a:solidFill>
                <a:cs typeface="ＭＳ Ｐゴシック" charset="0"/>
              </a:rPr>
              <a:t> at 13.00: Deadline for bachelor report</a:t>
            </a:r>
          </a:p>
          <a:p>
            <a:pPr marL="271463" lvl="1" indent="-271463">
              <a:spcBef>
                <a:spcPts val="1200"/>
              </a:spcBef>
              <a:buFontTx/>
              <a:buChar char="•"/>
            </a:pPr>
            <a:r>
              <a:rPr lang="en-GB" altLang="da-DK" sz="1800" b="1" dirty="0">
                <a:solidFill>
                  <a:srgbClr val="A50021"/>
                </a:solidFill>
                <a:cs typeface="ＭＳ Ｐゴシック" charset="0"/>
              </a:rPr>
              <a:t>Second half of June: Oral examination</a:t>
            </a:r>
          </a:p>
          <a:p>
            <a:pPr marL="728663" lvl="1" indent="-271463">
              <a:spcBef>
                <a:spcPts val="300"/>
              </a:spcBef>
              <a:buFontTx/>
              <a:buChar char="–"/>
            </a:pPr>
            <a:r>
              <a:rPr lang="en-GB" altLang="da-DK" sz="1600" dirty="0"/>
              <a:t>We try to avoid overlap with your other exams</a:t>
            </a:r>
          </a:p>
        </p:txBody>
      </p:sp>
      <p:sp>
        <p:nvSpPr>
          <p:cNvPr id="8" name="Slide Number Placeholder 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3A57ADD0-007F-4610-9D7D-5E5ADEAA50E0}" type="slidenum">
              <a:rPr lang="da-DK" altLang="da-DK" smtClean="0"/>
              <a:pPr>
                <a:defRPr/>
              </a:pPr>
              <a:t>17</a:t>
            </a:fld>
            <a:endParaRPr lang="da-DK" altLang="da-DK" dirty="0"/>
          </a:p>
        </p:txBody>
      </p:sp>
    </p:spTree>
    <p:extLst>
      <p:ext uri="{BB962C8B-B14F-4D97-AF65-F5344CB8AC3E}">
        <p14:creationId xmlns:p14="http://schemas.microsoft.com/office/powerpoint/2010/main" val="8328397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43" name="Rectangle 2"/>
          <p:cNvSpPr>
            <a:spLocks noGrp="1" noChangeArrowheads="1"/>
          </p:cNvSpPr>
          <p:nvPr>
            <p:ph type="title"/>
          </p:nvPr>
        </p:nvSpPr>
        <p:spPr>
          <a:xfrm>
            <a:off x="468314" y="333375"/>
            <a:ext cx="8430758" cy="609600"/>
          </a:xfrm>
        </p:spPr>
        <p:txBody>
          <a:bodyPr/>
          <a:lstStyle/>
          <a:p>
            <a:pPr eaLnBrk="1" hangingPunct="1">
              <a:defRPr/>
            </a:pPr>
            <a:r>
              <a:rPr lang="en-GB" altLang="da-DK" sz="2800" dirty="0"/>
              <a:t>Brightspace page for the course</a:t>
            </a:r>
          </a:p>
        </p:txBody>
      </p:sp>
      <p:sp>
        <p:nvSpPr>
          <p:cNvPr id="10244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396303" y="1052736"/>
            <a:ext cx="8640194" cy="5688632"/>
          </a:xfrm>
          <a:noFill/>
        </p:spPr>
        <p:txBody>
          <a:bodyPr/>
          <a:lstStyle/>
          <a:p>
            <a:pPr marL="271463" lvl="1" indent="-271463">
              <a:spcBef>
                <a:spcPts val="1200"/>
              </a:spcBef>
              <a:buChar char="•"/>
            </a:pPr>
            <a:r>
              <a:rPr lang="en-GB" altLang="da-DK" sz="1800" b="1" spc="-70" dirty="0">
                <a:solidFill>
                  <a:srgbClr val="A50021"/>
                </a:solidFill>
                <a:cs typeface="ＭＳ Ｐゴシック" charset="0"/>
              </a:rPr>
              <a:t>Each section has a separate page on the Brightspace page of the course</a:t>
            </a:r>
          </a:p>
          <a:p>
            <a:pPr marL="728663" lvl="1" indent="-271463">
              <a:spcBef>
                <a:spcPts val="300"/>
              </a:spcBef>
            </a:pPr>
            <a:r>
              <a:rPr lang="en-GB" altLang="da-DK" sz="1600" spc="-50" dirty="0"/>
              <a:t>You will find these pages under the page </a:t>
            </a:r>
            <a:r>
              <a:rPr lang="en-GB" altLang="da-DK" sz="1600" b="1" spc="-50" dirty="0">
                <a:solidFill>
                  <a:srgbClr val="008000"/>
                </a:solidFill>
              </a:rPr>
              <a:t>Material from the individual sections</a:t>
            </a:r>
          </a:p>
          <a:p>
            <a:pPr marL="728663" lvl="1" indent="-271463">
              <a:spcBef>
                <a:spcPts val="300"/>
              </a:spcBef>
            </a:pPr>
            <a:r>
              <a:rPr lang="en-GB" altLang="da-DK" sz="1600" dirty="0"/>
              <a:t>Here you can find different kinds of material from the research group</a:t>
            </a:r>
          </a:p>
          <a:p>
            <a:pPr marL="728663" lvl="1" indent="-271463">
              <a:spcBef>
                <a:spcPts val="300"/>
              </a:spcBef>
            </a:pPr>
            <a:r>
              <a:rPr lang="en-GB" altLang="da-DK" sz="1600" spc="-20" dirty="0"/>
              <a:t>It differs a lot from research group to research group how much these pages are used</a:t>
            </a:r>
          </a:p>
          <a:p>
            <a:pPr marL="271463" lvl="1" indent="-271463">
              <a:spcBef>
                <a:spcPts val="1200"/>
              </a:spcBef>
              <a:buChar char="•"/>
            </a:pPr>
            <a:r>
              <a:rPr lang="en-GB" altLang="da-DK" sz="1800" b="1" dirty="0">
                <a:solidFill>
                  <a:srgbClr val="A50021"/>
                </a:solidFill>
                <a:cs typeface="ＭＳ Ｐゴシック" charset="0"/>
              </a:rPr>
              <a:t>You should (on a regular basis) read the</a:t>
            </a:r>
          </a:p>
          <a:p>
            <a:pPr marL="728663" lvl="1" indent="-271463">
              <a:spcBef>
                <a:spcPts val="300"/>
              </a:spcBef>
            </a:pPr>
            <a:r>
              <a:rPr lang="en-GB" altLang="da-DK" sz="1600" b="1" dirty="0">
                <a:solidFill>
                  <a:srgbClr val="008000"/>
                </a:solidFill>
              </a:rPr>
              <a:t>Announcements</a:t>
            </a:r>
            <a:r>
              <a:rPr lang="en-GB" altLang="da-DK" sz="1600" dirty="0"/>
              <a:t> (contain important information which you must take into account and also last-minute information) </a:t>
            </a:r>
          </a:p>
          <a:p>
            <a:pPr marL="728663" lvl="1" indent="-271463">
              <a:spcBef>
                <a:spcPts val="300"/>
              </a:spcBef>
            </a:pPr>
            <a:r>
              <a:rPr lang="en-GB" altLang="da-DK" sz="1600" dirty="0"/>
              <a:t>Postings on the </a:t>
            </a:r>
            <a:r>
              <a:rPr lang="en-GB" altLang="da-DK" sz="1600" b="1" dirty="0">
                <a:solidFill>
                  <a:srgbClr val="008000"/>
                </a:solidFill>
              </a:rPr>
              <a:t>discussion forum</a:t>
            </a:r>
            <a:r>
              <a:rPr lang="en-GB" altLang="da-DK" sz="1600" dirty="0"/>
              <a:t> (everyone is encouraged to comment/answer)</a:t>
            </a:r>
          </a:p>
          <a:p>
            <a:pPr marL="728663" lvl="1" indent="-271463">
              <a:spcBef>
                <a:spcPts val="300"/>
              </a:spcBef>
            </a:pPr>
            <a:r>
              <a:rPr lang="en-GB" altLang="da-DK" sz="1600" dirty="0"/>
              <a:t>The page </a:t>
            </a:r>
            <a:r>
              <a:rPr lang="en-GB" altLang="da-DK" sz="1600" b="1" dirty="0">
                <a:solidFill>
                  <a:srgbClr val="008000"/>
                </a:solidFill>
              </a:rPr>
              <a:t>Rules </a:t>
            </a:r>
            <a:r>
              <a:rPr lang="en-GB" altLang="da-DK" sz="1600" b="1" dirty="0" err="1">
                <a:solidFill>
                  <a:srgbClr val="008000"/>
                </a:solidFill>
              </a:rPr>
              <a:t>etc</a:t>
            </a:r>
            <a:r>
              <a:rPr lang="en-GB" altLang="da-DK" sz="1600" dirty="0"/>
              <a:t> (summarises the formal requirements and rules)</a:t>
            </a:r>
          </a:p>
          <a:p>
            <a:pPr marL="271463" lvl="1" indent="-271463">
              <a:spcBef>
                <a:spcPts val="1200"/>
              </a:spcBef>
              <a:buChar char="•"/>
            </a:pPr>
            <a:r>
              <a:rPr lang="en-GB" altLang="da-DK" sz="1800" b="1" dirty="0">
                <a:solidFill>
                  <a:srgbClr val="A50021"/>
                </a:solidFill>
                <a:cs typeface="ＭＳ Ｐゴシック" charset="0"/>
              </a:rPr>
              <a:t>If you have questions to me, please use the discussion forum</a:t>
            </a:r>
          </a:p>
          <a:p>
            <a:pPr marL="728663" lvl="1" indent="-271463">
              <a:spcBef>
                <a:spcPts val="300"/>
              </a:spcBef>
            </a:pPr>
            <a:r>
              <a:rPr lang="en-GB" altLang="da-DK" sz="1600" dirty="0"/>
              <a:t>Then all other students and advisors can benefit from the answer</a:t>
            </a:r>
          </a:p>
          <a:p>
            <a:pPr marL="271463" lvl="1" indent="-271463">
              <a:spcBef>
                <a:spcPts val="1200"/>
              </a:spcBef>
              <a:buChar char="•"/>
            </a:pPr>
            <a:r>
              <a:rPr lang="en-GB" altLang="da-DK" sz="1800" b="1" dirty="0">
                <a:solidFill>
                  <a:srgbClr val="A50021"/>
                </a:solidFill>
                <a:cs typeface="ＭＳ Ｐゴシック" charset="0"/>
              </a:rPr>
              <a:t>I may send mails to you via Brightspace</a:t>
            </a:r>
          </a:p>
          <a:p>
            <a:pPr marL="728663" lvl="1" indent="-271463">
              <a:spcBef>
                <a:spcPts val="300"/>
              </a:spcBef>
            </a:pPr>
            <a:r>
              <a:rPr lang="en-GB" altLang="da-DK" sz="1600" dirty="0"/>
              <a:t>Such mails are sent to your AU mail account</a:t>
            </a:r>
          </a:p>
          <a:p>
            <a:pPr marL="728663" lvl="1" indent="-271463">
              <a:spcBef>
                <a:spcPts val="300"/>
              </a:spcBef>
            </a:pPr>
            <a:r>
              <a:rPr lang="en-GB" altLang="da-DK" sz="1600" dirty="0"/>
              <a:t>You should read (and react to) these on a daily basis</a:t>
            </a:r>
          </a:p>
          <a:p>
            <a:pPr marL="728663" lvl="1" indent="-271463">
              <a:spcBef>
                <a:spcPts val="300"/>
              </a:spcBef>
            </a:pPr>
            <a:r>
              <a:rPr lang="en-GB" altLang="da-DK" sz="1600" dirty="0"/>
              <a:t>Otherwise, you may miss valuable information/deadlines</a:t>
            </a:r>
          </a:p>
        </p:txBody>
      </p:sp>
      <p:sp>
        <p:nvSpPr>
          <p:cNvPr id="8" name="Slide Number Placeholder 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3A57ADD0-007F-4610-9D7D-5E5ADEAA50E0}" type="slidenum">
              <a:rPr lang="da-DK" altLang="da-DK" smtClean="0"/>
              <a:pPr>
                <a:defRPr/>
              </a:pPr>
              <a:t>18</a:t>
            </a:fld>
            <a:endParaRPr lang="da-DK" altLang="da-DK" dirty="0"/>
          </a:p>
        </p:txBody>
      </p:sp>
    </p:spTree>
    <p:extLst>
      <p:ext uri="{BB962C8B-B14F-4D97-AF65-F5344CB8AC3E}">
        <p14:creationId xmlns:p14="http://schemas.microsoft.com/office/powerpoint/2010/main" val="2489968259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43" name="Rectangle 2"/>
          <p:cNvSpPr>
            <a:spLocks noGrp="1" noChangeArrowheads="1"/>
          </p:cNvSpPr>
          <p:nvPr>
            <p:ph type="title"/>
          </p:nvPr>
        </p:nvSpPr>
        <p:spPr>
          <a:xfrm>
            <a:off x="468314" y="333375"/>
            <a:ext cx="8430758" cy="609600"/>
          </a:xfrm>
        </p:spPr>
        <p:txBody>
          <a:bodyPr/>
          <a:lstStyle/>
          <a:p>
            <a:pPr eaLnBrk="1" hangingPunct="1">
              <a:defRPr/>
            </a:pPr>
            <a:r>
              <a:rPr lang="en-GB" altLang="da-DK" sz="2800" dirty="0"/>
              <a:t>Meetings with research groups</a:t>
            </a:r>
          </a:p>
        </p:txBody>
      </p:sp>
      <p:sp>
        <p:nvSpPr>
          <p:cNvPr id="10244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396303" y="1052736"/>
            <a:ext cx="8640193" cy="5688632"/>
          </a:xfrm>
          <a:noFill/>
        </p:spPr>
        <p:txBody>
          <a:bodyPr/>
          <a:lstStyle/>
          <a:p>
            <a:pPr marL="271463" lvl="1" indent="-271463">
              <a:spcBef>
                <a:spcPts val="1200"/>
              </a:spcBef>
              <a:buChar char="•"/>
            </a:pPr>
            <a:r>
              <a:rPr lang="en-US" sz="1800" b="1" dirty="0">
                <a:solidFill>
                  <a:srgbClr val="A50021"/>
                </a:solidFill>
                <a:cs typeface="ＭＳ Ｐゴシック" charset="0"/>
              </a:rPr>
              <a:t>From 13.15 to 14.00 representatives from each section will meet with their students to make practical arrangements etc.</a:t>
            </a:r>
          </a:p>
          <a:p>
            <a:pPr marL="728663" lvl="1" indent="-271463">
              <a:spcBef>
                <a:spcPts val="600"/>
              </a:spcBef>
            </a:pPr>
            <a:r>
              <a:rPr lang="da-DK" sz="1600" dirty="0" err="1"/>
              <a:t>Algorithms</a:t>
            </a:r>
            <a:r>
              <a:rPr lang="da-DK" sz="1600" dirty="0"/>
              <a:t>, Data </a:t>
            </a:r>
            <a:r>
              <a:rPr lang="da-DK" sz="1600" dirty="0" err="1"/>
              <a:t>Structures</a:t>
            </a:r>
            <a:r>
              <a:rPr lang="da-DK" sz="1600" dirty="0"/>
              <a:t> and </a:t>
            </a:r>
            <a:r>
              <a:rPr lang="da-DK" sz="1600" dirty="0" err="1"/>
              <a:t>Artificial</a:t>
            </a:r>
            <a:r>
              <a:rPr lang="da-DK" sz="1600" dirty="0"/>
              <a:t> Intelligence (ADA):  </a:t>
            </a:r>
            <a:r>
              <a:rPr lang="da-DK" sz="1600" b="1" dirty="0">
                <a:solidFill>
                  <a:srgbClr val="FF0000"/>
                </a:solidFill>
              </a:rPr>
              <a:t>No meeting</a:t>
            </a:r>
            <a:r>
              <a:rPr lang="da-DK" sz="1600" dirty="0"/>
              <a:t>.</a:t>
            </a:r>
          </a:p>
          <a:p>
            <a:pPr marL="728663" lvl="1" indent="-271463">
              <a:spcBef>
                <a:spcPts val="600"/>
              </a:spcBef>
            </a:pPr>
            <a:r>
              <a:rPr lang="da-DK" sz="1600" dirty="0" err="1"/>
              <a:t>Cryptography</a:t>
            </a:r>
            <a:r>
              <a:rPr lang="da-DK" sz="1600" dirty="0"/>
              <a:t> and </a:t>
            </a:r>
            <a:r>
              <a:rPr lang="da-DK" sz="1600" dirty="0" err="1"/>
              <a:t>Cybersecurity</a:t>
            </a:r>
            <a:r>
              <a:rPr lang="da-DK" sz="1600" dirty="0"/>
              <a:t> (CC): </a:t>
            </a:r>
            <a:r>
              <a:rPr lang="da-DK" sz="1600" b="1" dirty="0">
                <a:solidFill>
                  <a:srgbClr val="FF0000"/>
                </a:solidFill>
              </a:rPr>
              <a:t>No meeting</a:t>
            </a:r>
            <a:r>
              <a:rPr lang="da-DK" sz="1600" dirty="0"/>
              <a:t>.</a:t>
            </a:r>
          </a:p>
          <a:p>
            <a:pPr marL="728663" lvl="1" indent="-271463">
              <a:spcBef>
                <a:spcPts val="600"/>
              </a:spcBef>
            </a:pPr>
            <a:r>
              <a:rPr lang="da-DK" sz="1600" dirty="0"/>
              <a:t>Human-</a:t>
            </a:r>
            <a:r>
              <a:rPr lang="da-DK" sz="1600" dirty="0" err="1"/>
              <a:t>Centered</a:t>
            </a:r>
            <a:r>
              <a:rPr lang="da-DK" sz="1600" dirty="0"/>
              <a:t> Computing (HCC): 5365 Stibitz-1.</a:t>
            </a:r>
          </a:p>
          <a:p>
            <a:pPr marL="728663" lvl="1" indent="-271463">
              <a:spcBef>
                <a:spcPts val="600"/>
              </a:spcBef>
            </a:pPr>
            <a:r>
              <a:rPr lang="da-DK" sz="1600" dirty="0"/>
              <a:t>Programming Languages, </a:t>
            </a:r>
            <a:r>
              <a:rPr lang="da-DK" sz="1600" dirty="0" err="1"/>
              <a:t>Logic</a:t>
            </a:r>
            <a:r>
              <a:rPr lang="da-DK" sz="1600" dirty="0"/>
              <a:t>, and Software Security (PLS): 5342-333 Ada Meeting Room.   </a:t>
            </a:r>
          </a:p>
          <a:p>
            <a:pPr marL="728663" lvl="1" indent="-271463">
              <a:spcBef>
                <a:spcPts val="600"/>
              </a:spcBef>
            </a:pPr>
            <a:endParaRPr lang="en-US" sz="1600" dirty="0"/>
          </a:p>
          <a:p>
            <a:pPr marL="271463" lvl="1" indent="-271463">
              <a:spcBef>
                <a:spcPts val="1200"/>
              </a:spcBef>
              <a:buChar char="•"/>
            </a:pPr>
            <a:endParaRPr lang="en-US" sz="1600" b="1" dirty="0"/>
          </a:p>
        </p:txBody>
      </p:sp>
      <p:sp>
        <p:nvSpPr>
          <p:cNvPr id="8" name="Slide Number Placeholder 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3A57ADD0-007F-4610-9D7D-5E5ADEAA50E0}" type="slidenum">
              <a:rPr lang="da-DK" altLang="da-DK" smtClean="0"/>
              <a:pPr>
                <a:defRPr/>
              </a:pPr>
              <a:t>19</a:t>
            </a:fld>
            <a:endParaRPr lang="da-DK" altLang="da-DK" dirty="0"/>
          </a:p>
        </p:txBody>
      </p:sp>
    </p:spTree>
    <p:extLst>
      <p:ext uri="{BB962C8B-B14F-4D97-AF65-F5344CB8AC3E}">
        <p14:creationId xmlns:p14="http://schemas.microsoft.com/office/powerpoint/2010/main" val="1950783611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0" name="Rectangle 2"/>
          <p:cNvSpPr>
            <a:spLocks noGrp="1" noChangeArrowheads="1"/>
          </p:cNvSpPr>
          <p:nvPr>
            <p:ph type="title"/>
          </p:nvPr>
        </p:nvSpPr>
        <p:spPr>
          <a:xfrm>
            <a:off x="468313" y="333375"/>
            <a:ext cx="8352159" cy="609600"/>
          </a:xfrm>
        </p:spPr>
        <p:txBody>
          <a:bodyPr/>
          <a:lstStyle/>
          <a:p>
            <a:pPr eaLnBrk="1" hangingPunct="1"/>
            <a:r>
              <a:rPr lang="en-GB" altLang="da-DK" sz="2800" dirty="0">
                <a:ea typeface="ＭＳ Ｐゴシック" pitchFamily="34" charset="-128"/>
              </a:rPr>
              <a:t>That's</a:t>
            </a:r>
            <a:r>
              <a:rPr lang="en-GB" altLang="da-DK" sz="3200" noProof="0" dirty="0">
                <a:ea typeface="ＭＳ Ｐゴシック" pitchFamily="34" charset="-128"/>
              </a:rPr>
              <a:t> all for now…                 … questions</a:t>
            </a:r>
          </a:p>
        </p:txBody>
      </p:sp>
      <p:sp>
        <p:nvSpPr>
          <p:cNvPr id="2" name="Slide Number Placeholder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3A57ADD0-007F-4610-9D7D-5E5ADEAA50E0}" type="slidenum">
              <a:rPr lang="da-DK" altLang="da-DK" smtClean="0"/>
              <a:pPr>
                <a:defRPr/>
              </a:pPr>
              <a:t>20</a:t>
            </a:fld>
            <a:endParaRPr lang="da-DK" altLang="da-DK" dirty="0"/>
          </a:p>
        </p:txBody>
      </p:sp>
      <p:pic>
        <p:nvPicPr>
          <p:cNvPr id="16" name="Picture 2" descr="j0404263[1]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411760" y="1916831"/>
            <a:ext cx="4213225" cy="358933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05854802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6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7" dur="580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822" tmFilter="0,0; 0.14,0.36; 0.43,0.73; 0.71,0.91; 1.0,1.0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-0.25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664" tmFilter="0.0,0.0; 0.25,0.07; 0.50,0.2; 0.75,0.467; 1.0,1.0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 fmla="#ppt_y-sin(pi*$)/3">
                                          <p:val>
                                            <p:fltVal val="0.5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0" dur="664" tmFilter="0, 0; 0.125,0.2665; 0.25,0.4; 0.375,0.465; 0.5,0.5;  0.625,0.535; 0.75,0.6; 0.875,0.7335; 1,1">
                                          <p:stCondLst>
                                            <p:cond delay="664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 fmla="#ppt_y-sin(pi*$)/9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1" dur="332" tmFilter="0, 0; 0.125,0.2665; 0.25,0.4; 0.375,0.465; 0.5,0.5;  0.625,0.535; 0.75,0.6; 0.875,0.7335; 1,1">
                                          <p:stCondLst>
                                            <p:cond delay="1324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 fmla="#ppt_y-sin(pi*$)/27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" dur="164" tmFilter="0, 0; 0.125,0.2665; 0.25,0.4; 0.375,0.465; 0.5,0.5;  0.625,0.535; 0.75,0.6; 0.875,0.7335; 1,1">
                                          <p:stCondLst>
                                            <p:cond delay="1656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 fmla="#ppt_y-sin(pi*$)/81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Scale>
                                      <p:cBhvr>
                                        <p:cTn id="13" dur="26">
                                          <p:stCondLst>
                                            <p:cond delay="65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</p:cBhvr>
                                      <p:to x="100000" y="60000"/>
                                    </p:animScale>
                                    <p:animScale>
                                      <p:cBhvr>
                                        <p:cTn id="14" dur="166" decel="50000">
                                          <p:stCondLst>
                                            <p:cond delay="676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</p:cBhvr>
                                      <p:to x="100000" y="100000"/>
                                    </p:animScale>
                                    <p:animScale>
                                      <p:cBhvr>
                                        <p:cTn id="15" dur="26">
                                          <p:stCondLst>
                                            <p:cond delay="1312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</p:cBhvr>
                                      <p:to x="100000" y="80000"/>
                                    </p:animScale>
                                    <p:animScale>
                                      <p:cBhvr>
                                        <p:cTn id="16" dur="166" decel="50000">
                                          <p:stCondLst>
                                            <p:cond delay="1338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</p:cBhvr>
                                      <p:to x="100000" y="100000"/>
                                    </p:animScale>
                                    <p:animScale>
                                      <p:cBhvr>
                                        <p:cTn id="17" dur="26">
                                          <p:stCondLst>
                                            <p:cond delay="1642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</p:cBhvr>
                                      <p:to x="100000" y="90000"/>
                                    </p:animScale>
                                    <p:animScale>
                                      <p:cBhvr>
                                        <p:cTn id="18" dur="166" decel="50000">
                                          <p:stCondLst>
                                            <p:cond delay="1668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</p:cBhvr>
                                      <p:to x="100000" y="100000"/>
                                    </p:animScale>
                                    <p:animScale>
                                      <p:cBhvr>
                                        <p:cTn id="19" dur="26">
                                          <p:stCondLst>
                                            <p:cond delay="1808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</p:cBhvr>
                                      <p:to x="100000" y="95000"/>
                                    </p:animScale>
                                    <p:animScale>
                                      <p:cBhvr>
                                        <p:cTn id="20" dur="166" decel="50000">
                                          <p:stCondLst>
                                            <p:cond delay="1834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</p:cBhvr>
                                      <p:to x="100000" y="100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name="Standarddesign">
  <a:themeElements>
    <a:clrScheme name="Standarddesign 2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00CC99"/>
      </a:accent1>
      <a:accent2>
        <a:srgbClr val="3333CC"/>
      </a:accent2>
      <a:accent3>
        <a:srgbClr val="FFFFFF"/>
      </a:accent3>
      <a:accent4>
        <a:srgbClr val="000000"/>
      </a:accent4>
      <a:accent5>
        <a:srgbClr val="AAE2CA"/>
      </a:accent5>
      <a:accent6>
        <a:srgbClr val="2D2DB9"/>
      </a:accent6>
      <a:hlink>
        <a:srgbClr val="CCCCFF"/>
      </a:hlink>
      <a:folHlink>
        <a:srgbClr val="B2B2B2"/>
      </a:folHlink>
    </a:clrScheme>
    <a:fontScheme name="Standarddesign">
      <a:majorFont>
        <a:latin typeface="Arial"/>
        <a:ea typeface="ＭＳ Ｐゴシック"/>
        <a:cs typeface=""/>
      </a:majorFont>
      <a:minorFont>
        <a:latin typeface="Arial"/>
        <a:ea typeface="ＭＳ Ｐゴシック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noFill/>
        <a:ln w="12700" cap="flat" cmpd="sng" algn="ctr">
          <a:solidFill>
            <a:srgbClr val="000066"/>
          </a:solidFill>
          <a:prstDash val="solid"/>
          <a:round/>
          <a:headEnd type="none" w="med" len="med"/>
          <a:tailEnd type="none" w="med" len="med"/>
        </a:ln>
        <a:effectLst/>
        <a:extLst>
          <a:ext uri="{909E8E84-426E-40DD-AFC4-6F175D3DCCD1}">
            <a14:hiddenFill xmlns:a14="http://schemas.microsoft.com/office/drawing/2010/main">
              <a:solidFill>
                <a:schemeClr val="accent1"/>
              </a:solidFill>
            </a14:hiddenFill>
          </a:ext>
          <a:ext uri="{AF507438-7753-43E0-B8FC-AC1667EBCBE1}">
            <a14:hiddenEffects xmlns:a14="http://schemas.microsoft.com/office/drawing/2010/main">
              <a:effectLst>
                <a:outerShdw blurRad="63500" dist="38099" dir="2700000" algn="ctr" rotWithShape="0">
                  <a:schemeClr val="bg2">
                    <a:alpha val="74998"/>
                  </a:schemeClr>
                </a:outerShdw>
              </a:effectLst>
            </a14:hiddenEffects>
          </a:ext>
        </a:extLst>
      </a:spPr>
      <a:bodyPr vert="horz" wrap="none" lIns="91440" tIns="45720" rIns="91440" bIns="45720" numCol="1" anchor="t" anchorCtr="0" compatLnSpc="1">
        <a:prstTxWarp prst="textNoShape">
          <a:avLst/>
        </a:prstTxWarp>
        <a:spAutoFit/>
      </a:bodyPr>
      <a:lstStyle>
        <a:defPPr marL="0" marR="0" indent="0" algn="l" defTabSz="914400" rtl="0" eaLnBrk="1" fontAlgn="base" latinLnBrk="0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0" lang="da-DK" sz="2400" b="0" i="0" u="none" strike="noStrike" cap="none" normalizeH="0" baseline="0">
            <a:ln>
              <a:noFill/>
            </a:ln>
            <a:solidFill>
              <a:srgbClr val="000000"/>
            </a:solidFill>
            <a:effectLst/>
            <a:latin typeface="Arial" charset="0"/>
            <a:ea typeface="ＭＳ Ｐゴシック" charset="0"/>
          </a:defRPr>
        </a:defPPr>
      </a:lstStyle>
    </a:spDef>
    <a:ln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noFill/>
        <a:ln w="12700" cap="flat" cmpd="sng" algn="ctr">
          <a:solidFill>
            <a:srgbClr val="000066"/>
          </a:solidFill>
          <a:prstDash val="solid"/>
          <a:round/>
          <a:headEnd type="none" w="med" len="med"/>
          <a:tailEnd type="none" w="med" len="med"/>
        </a:ln>
        <a:effectLst/>
        <a:extLst>
          <a:ext uri="{909E8E84-426E-40DD-AFC4-6F175D3DCCD1}">
            <a14:hiddenFill xmlns:a14="http://schemas.microsoft.com/office/drawing/2010/main">
              <a:solidFill>
                <a:schemeClr val="accent1"/>
              </a:solidFill>
            </a14:hiddenFill>
          </a:ext>
          <a:ext uri="{AF507438-7753-43E0-B8FC-AC1667EBCBE1}">
            <a14:hiddenEffects xmlns:a14="http://schemas.microsoft.com/office/drawing/2010/main">
              <a:effectLst>
                <a:outerShdw blurRad="63500" dist="38099" dir="2700000" algn="ctr" rotWithShape="0">
                  <a:schemeClr val="bg2">
                    <a:alpha val="74998"/>
                  </a:schemeClr>
                </a:outerShdw>
              </a:effectLst>
            </a14:hiddenEffects>
          </a:ext>
        </a:extLst>
      </a:spPr>
      <a:bodyPr vert="horz" wrap="none" lIns="91440" tIns="45720" rIns="91440" bIns="45720" numCol="1" anchor="t" anchorCtr="0" compatLnSpc="1">
        <a:prstTxWarp prst="textNoShape">
          <a:avLst/>
        </a:prstTxWarp>
        <a:spAutoFit/>
      </a:bodyPr>
      <a:lstStyle>
        <a:defPPr marL="0" marR="0" indent="0" algn="l" defTabSz="914400" rtl="0" eaLnBrk="1" fontAlgn="base" latinLnBrk="0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0" lang="da-DK" sz="2400" b="0" i="0" u="none" strike="noStrike" cap="none" normalizeH="0" baseline="0">
            <a:ln>
              <a:noFill/>
            </a:ln>
            <a:solidFill>
              <a:srgbClr val="000000"/>
            </a:solidFill>
            <a:effectLst/>
            <a:latin typeface="Arial" charset="0"/>
            <a:ea typeface="ＭＳ Ｐゴシック" charset="0"/>
          </a:defRPr>
        </a:defPPr>
      </a:lstStyle>
    </a:lnDef>
  </a:objectDefaults>
  <a:extraClrSchemeLst>
    <a:extraClrScheme>
      <a:clrScheme name="Standarddesign 1">
        <a:dk1>
          <a:srgbClr val="000000"/>
        </a:dk1>
        <a:lt1>
          <a:srgbClr val="FFFFFF"/>
        </a:lt1>
        <a:dk2>
          <a:srgbClr val="0000FF"/>
        </a:dk2>
        <a:lt2>
          <a:srgbClr val="FFFF00"/>
        </a:lt2>
        <a:accent1>
          <a:srgbClr val="FF9900"/>
        </a:accent1>
        <a:accent2>
          <a:srgbClr val="00FFFF"/>
        </a:accent2>
        <a:accent3>
          <a:srgbClr val="AAAAFF"/>
        </a:accent3>
        <a:accent4>
          <a:srgbClr val="DADADA"/>
        </a:accent4>
        <a:accent5>
          <a:srgbClr val="FFCAAA"/>
        </a:accent5>
        <a:accent6>
          <a:srgbClr val="00E7E7"/>
        </a:accent6>
        <a:hlink>
          <a:srgbClr val="FF0000"/>
        </a:hlink>
        <a:folHlink>
          <a:srgbClr val="969696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Standarddesign 2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00CC99"/>
        </a:accent1>
        <a:accent2>
          <a:srgbClr val="3333CC"/>
        </a:accent2>
        <a:accent3>
          <a:srgbClr val="FFFFFF"/>
        </a:accent3>
        <a:accent4>
          <a:srgbClr val="000000"/>
        </a:accent4>
        <a:accent5>
          <a:srgbClr val="AAE2CA"/>
        </a:accent5>
        <a:accent6>
          <a:srgbClr val="2D2DB9"/>
        </a:accent6>
        <a:hlink>
          <a:srgbClr val="CCCCFF"/>
        </a:hlink>
        <a:folHlink>
          <a:srgbClr val="B2B2B2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Standarddesign 3">
        <a:dk1>
          <a:srgbClr val="000000"/>
        </a:dk1>
        <a:lt1>
          <a:srgbClr val="FFFFFF"/>
        </a:lt1>
        <a:dk2>
          <a:srgbClr val="000000"/>
        </a:dk2>
        <a:lt2>
          <a:srgbClr val="333333"/>
        </a:lt2>
        <a:accent1>
          <a:srgbClr val="DDDDDD"/>
        </a:accent1>
        <a:accent2>
          <a:srgbClr val="808080"/>
        </a:accent2>
        <a:accent3>
          <a:srgbClr val="FFFFFF"/>
        </a:accent3>
        <a:accent4>
          <a:srgbClr val="000000"/>
        </a:accent4>
        <a:accent5>
          <a:srgbClr val="EBEBEB"/>
        </a:accent5>
        <a:accent6>
          <a:srgbClr val="737373"/>
        </a:accent6>
        <a:hlink>
          <a:srgbClr val="4D4D4D"/>
        </a:hlink>
        <a:folHlink>
          <a:srgbClr val="EAEAEA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Standarddesign 4">
        <a:dk1>
          <a:srgbClr val="000000"/>
        </a:dk1>
        <a:lt1>
          <a:srgbClr val="FFFFCC"/>
        </a:lt1>
        <a:dk2>
          <a:srgbClr val="808000"/>
        </a:dk2>
        <a:lt2>
          <a:srgbClr val="666633"/>
        </a:lt2>
        <a:accent1>
          <a:srgbClr val="339933"/>
        </a:accent1>
        <a:accent2>
          <a:srgbClr val="800000"/>
        </a:accent2>
        <a:accent3>
          <a:srgbClr val="FFFFE2"/>
        </a:accent3>
        <a:accent4>
          <a:srgbClr val="000000"/>
        </a:accent4>
        <a:accent5>
          <a:srgbClr val="ADCAAD"/>
        </a:accent5>
        <a:accent6>
          <a:srgbClr val="730000"/>
        </a:accent6>
        <a:hlink>
          <a:srgbClr val="0033CC"/>
        </a:hlink>
        <a:folHlink>
          <a:srgbClr val="FFCC66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Standarddesign 5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FFCC66"/>
        </a:accent1>
        <a:accent2>
          <a:srgbClr val="0000FF"/>
        </a:accent2>
        <a:accent3>
          <a:srgbClr val="FFFFFF"/>
        </a:accent3>
        <a:accent4>
          <a:srgbClr val="000000"/>
        </a:accent4>
        <a:accent5>
          <a:srgbClr val="FFE2B8"/>
        </a:accent5>
        <a:accent6>
          <a:srgbClr val="0000E7"/>
        </a:accent6>
        <a:hlink>
          <a:srgbClr val="CC00CC"/>
        </a:hlink>
        <a:folHlink>
          <a:srgbClr val="C0C0C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Standarddesign 6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C0C0C0"/>
        </a:accent1>
        <a:accent2>
          <a:srgbClr val="0066FF"/>
        </a:accent2>
        <a:accent3>
          <a:srgbClr val="FFFFFF"/>
        </a:accent3>
        <a:accent4>
          <a:srgbClr val="000000"/>
        </a:accent4>
        <a:accent5>
          <a:srgbClr val="DCDCDC"/>
        </a:accent5>
        <a:accent6>
          <a:srgbClr val="005CE7"/>
        </a:accent6>
        <a:hlink>
          <a:srgbClr val="FF0000"/>
        </a:hlink>
        <a:folHlink>
          <a:srgbClr val="0099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Standarddesign 7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3399FF"/>
        </a:accent1>
        <a:accent2>
          <a:srgbClr val="99FFCC"/>
        </a:accent2>
        <a:accent3>
          <a:srgbClr val="FFFFFF"/>
        </a:accent3>
        <a:accent4>
          <a:srgbClr val="000000"/>
        </a:accent4>
        <a:accent5>
          <a:srgbClr val="ADCAFF"/>
        </a:accent5>
        <a:accent6>
          <a:srgbClr val="8AE7B9"/>
        </a:accent6>
        <a:hlink>
          <a:srgbClr val="CC00CC"/>
        </a:hlink>
        <a:folHlink>
          <a:srgbClr val="B2B2B2"/>
        </a:folHlink>
      </a:clrScheme>
      <a:clrMap bg1="lt1" tx1="dk1" bg2="lt2" tx2="dk2" accent1="accent1" accent2="accent2" accent3="accent3" accent4="accent4" accent5="accent5" accent6="accent6" hlink="hlink" folHlink="folHlink"/>
    </a:extraClrScheme>
  </a:extraClrSchemeLst>
</a:theme>
</file>

<file path=ppt/theme/theme2.xml><?xml version="1.0" encoding="utf-8"?>
<a:theme xmlns:a="http://schemas.openxmlformats.org/drawingml/2006/main" name="Office Theme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00CC99"/>
      </a:accent1>
      <a:accent2>
        <a:srgbClr val="3333CC"/>
      </a:accent2>
      <a:accent3>
        <a:srgbClr val="FFFFFF"/>
      </a:accent3>
      <a:accent4>
        <a:srgbClr val="000000"/>
      </a:accent4>
      <a:accent5>
        <a:srgbClr val="AAE2CA"/>
      </a:accent5>
      <a:accent6>
        <a:srgbClr val="2D2DB9"/>
      </a:accent6>
      <a:hlink>
        <a:srgbClr val="CCCCFF"/>
      </a:hlink>
      <a:folHlink>
        <a:srgbClr val="B2B2B2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3.xml><?xml version="1.0" encoding="utf-8"?>
<a:theme xmlns:a="http://schemas.openxmlformats.org/drawingml/2006/main" name="Office Theme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BBE0E3"/>
      </a:accent1>
      <a:accent2>
        <a:srgbClr val="333399"/>
      </a:accent2>
      <a:accent3>
        <a:srgbClr val="FFFFFF"/>
      </a:accent3>
      <a:accent4>
        <a:srgbClr val="000000"/>
      </a:accent4>
      <a:accent5>
        <a:srgbClr val="DAEDEF"/>
      </a:accent5>
      <a:accent6>
        <a:srgbClr val="2D2D8A"/>
      </a:accent6>
      <a:hlink>
        <a:srgbClr val="009999"/>
      </a:hlink>
      <a:folHlink>
        <a:srgbClr val="99CC0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kument" ma:contentTypeID="0x01010056836BC33D1E5846BD77C269C61838DB" ma:contentTypeVersion="15" ma:contentTypeDescription="Opret et nyt dokument." ma:contentTypeScope="" ma:versionID="312142c121a79ad47b84fd5eef3bff82">
  <xsd:schema xmlns:xsd="http://www.w3.org/2001/XMLSchema" xmlns:xs="http://www.w3.org/2001/XMLSchema" xmlns:p="http://schemas.microsoft.com/office/2006/metadata/properties" xmlns:ns3="f659a008-7c21-4ee3-a745-e38581e13101" xmlns:ns4="e064323b-8959-406a-a3e9-bb6e93638192" targetNamespace="http://schemas.microsoft.com/office/2006/metadata/properties" ma:root="true" ma:fieldsID="d8b41bb9140ab12135cf079bb511cb4a" ns3:_="" ns4:_="">
    <xsd:import namespace="f659a008-7c21-4ee3-a745-e38581e13101"/>
    <xsd:import namespace="e064323b-8959-406a-a3e9-bb6e93638192"/>
    <xsd:element name="properties">
      <xsd:complexType>
        <xsd:sequence>
          <xsd:element name="documentManagement">
            <xsd:complexType>
              <xsd:all>
                <xsd:element ref="ns3:MediaServiceMetadata" minOccurs="0"/>
                <xsd:element ref="ns3:MediaServiceFastMetadata" minOccurs="0"/>
                <xsd:element ref="ns3:MediaServiceDateTaken" minOccurs="0"/>
                <xsd:element ref="ns3:MediaLengthInSeconds" minOccurs="0"/>
                <xsd:element ref="ns4:SharedWithUsers" minOccurs="0"/>
                <xsd:element ref="ns4:SharedWithDetails" minOccurs="0"/>
                <xsd:element ref="ns4:SharingHintHash" minOccurs="0"/>
                <xsd:element ref="ns3:MediaServiceAutoTags" minOccurs="0"/>
                <xsd:element ref="ns3:_activity" minOccurs="0"/>
                <xsd:element ref="ns3:MediaServiceObjectDetectorVersions" minOccurs="0"/>
                <xsd:element ref="ns3:MediaServiceGenerationTime" minOccurs="0"/>
                <xsd:element ref="ns3:MediaServiceEventHashCode" minOccurs="0"/>
                <xsd:element ref="ns3:MediaServiceSystemTags" minOccurs="0"/>
                <xsd:element ref="ns3:MediaServiceLocation" minOccurs="0"/>
                <xsd:element ref="ns3:MediaServiceOCR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f659a008-7c21-4ee3-a745-e38581e13101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DateTaken" ma:index="10" nillable="true" ma:displayName="MediaServiceDateTaken" ma:hidden="true" ma:internalName="MediaServiceDateTaken" ma:readOnly="true">
      <xsd:simpleType>
        <xsd:restriction base="dms:Text"/>
      </xsd:simpleType>
    </xsd:element>
    <xsd:element name="MediaLengthInSeconds" ma:index="11" nillable="true" ma:displayName="MediaLengthInSeconds" ma:hidden="true" ma:internalName="MediaLengthInSeconds" ma:readOnly="true">
      <xsd:simpleType>
        <xsd:restriction base="dms:Unknown"/>
      </xsd:simpleType>
    </xsd:element>
    <xsd:element name="MediaServiceAutoTags" ma:index="15" nillable="true" ma:displayName="Tags" ma:internalName="MediaServiceAutoTags" ma:readOnly="true">
      <xsd:simpleType>
        <xsd:restriction base="dms:Text"/>
      </xsd:simpleType>
    </xsd:element>
    <xsd:element name="_activity" ma:index="16" nillable="true" ma:displayName="_activity" ma:hidden="true" ma:internalName="_activity">
      <xsd:simpleType>
        <xsd:restriction base="dms:Note"/>
      </xsd:simpleType>
    </xsd:element>
    <xsd:element name="MediaServiceObjectDetectorVersions" ma:index="17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MediaServiceGenerationTime" ma:index="18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9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SystemTags" ma:index="20" nillable="true" ma:displayName="MediaServiceSystemTags" ma:hidden="true" ma:internalName="MediaServiceSystemTags" ma:readOnly="true">
      <xsd:simpleType>
        <xsd:restriction base="dms:Note"/>
      </xsd:simpleType>
    </xsd:element>
    <xsd:element name="MediaServiceLocation" ma:index="21" nillable="true" ma:displayName="Location" ma:indexed="true" ma:internalName="MediaServiceLocation" ma:readOnly="true">
      <xsd:simpleType>
        <xsd:restriction base="dms:Text"/>
      </xsd:simpleType>
    </xsd:element>
    <xsd:element name="MediaServiceOCR" ma:index="22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e064323b-8959-406a-a3e9-bb6e93638192" elementFormDefault="qualified">
    <xsd:import namespace="http://schemas.microsoft.com/office/2006/documentManagement/types"/>
    <xsd:import namespace="http://schemas.microsoft.com/office/infopath/2007/PartnerControls"/>
    <xsd:element name="SharedWithUsers" ma:index="12" nillable="true" ma:displayName="Delt med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3" nillable="true" ma:displayName="Delt med detaljer" ma:internalName="SharedWithDetails" ma:readOnly="true">
      <xsd:simpleType>
        <xsd:restriction base="dms:Note">
          <xsd:maxLength value="255"/>
        </xsd:restriction>
      </xsd:simpleType>
    </xsd:element>
    <xsd:element name="SharingHintHash" ma:index="14" nillable="true" ma:displayName="Hashværdi for deling" ma:hidden="true" ma:internalName="SharingHintHash" ma:readOnly="true">
      <xsd:simpleType>
        <xsd:restriction base="dms:Text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Indholdstype"/>
        <xsd:element ref="dc:title" minOccurs="0" maxOccurs="1" ma:index="4" ma:displayName="Titel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_activity xmlns="f659a008-7c21-4ee3-a745-e38581e13101" xsi:nil="true"/>
  </documentManagement>
</p:properties>
</file>

<file path=customXml/item3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Props1.xml><?xml version="1.0" encoding="utf-8"?>
<ds:datastoreItem xmlns:ds="http://schemas.openxmlformats.org/officeDocument/2006/customXml" ds:itemID="{5FA69414-AA72-43CB-94FC-7891685FAB17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f659a008-7c21-4ee3-a745-e38581e13101"/>
    <ds:schemaRef ds:uri="e064323b-8959-406a-a3e9-bb6e93638192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2.xml><?xml version="1.0" encoding="utf-8"?>
<ds:datastoreItem xmlns:ds="http://schemas.openxmlformats.org/officeDocument/2006/customXml" ds:itemID="{AB63E921-2D6C-4579-9894-621D579FF94B}">
  <ds:schemaRefs>
    <ds:schemaRef ds:uri="http://purl.org/dc/terms/"/>
    <ds:schemaRef ds:uri="http://schemas.microsoft.com/office/2006/metadata/properties"/>
    <ds:schemaRef ds:uri="http://www.w3.org/XML/1998/namespace"/>
    <ds:schemaRef ds:uri="http://schemas.microsoft.com/office/2006/documentManagement/types"/>
    <ds:schemaRef ds:uri="http://purl.org/dc/dcmitype/"/>
    <ds:schemaRef ds:uri="http://purl.org/dc/elements/1.1/"/>
    <ds:schemaRef ds:uri="http://schemas.openxmlformats.org/package/2006/metadata/core-properties"/>
    <ds:schemaRef ds:uri="http://schemas.microsoft.com/office/infopath/2007/PartnerControls"/>
    <ds:schemaRef ds:uri="f659a008-7c21-4ee3-a745-e38581e13101"/>
    <ds:schemaRef ds:uri="e064323b-8959-406a-a3e9-bb6e93638192"/>
  </ds:schemaRefs>
</ds:datastoreItem>
</file>

<file path=customXml/itemProps3.xml><?xml version="1.0" encoding="utf-8"?>
<ds:datastoreItem xmlns:ds="http://schemas.openxmlformats.org/officeDocument/2006/customXml" ds:itemID="{A889211B-83C6-4402-A3E8-D42D8A47B471}">
  <ds:schemaRefs>
    <ds:schemaRef ds:uri="http://schemas.microsoft.com/sharepoint/v3/contenttype/forms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otalTime>9263</TotalTime>
  <Words>3211</Words>
  <Application>Microsoft Office PowerPoint</Application>
  <PresentationFormat>On-screen Show (4:3)</PresentationFormat>
  <Paragraphs>285</Paragraphs>
  <Slides>20</Slides>
  <Notes>20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20</vt:i4>
      </vt:variant>
    </vt:vector>
  </HeadingPairs>
  <TitlesOfParts>
    <vt:vector size="24" baseType="lpstr">
      <vt:lpstr>ＭＳ Ｐゴシック</vt:lpstr>
      <vt:lpstr>Arial</vt:lpstr>
      <vt:lpstr>Times New Roman</vt:lpstr>
      <vt:lpstr>Standarddesign</vt:lpstr>
      <vt:lpstr>PowerPoint Presentation</vt:lpstr>
      <vt:lpstr>DISCLAIMER</vt:lpstr>
      <vt:lpstr>Bachelor project contract</vt:lpstr>
      <vt:lpstr>Submission of bachelor project contract</vt:lpstr>
      <vt:lpstr>Choice of language</vt:lpstr>
      <vt:lpstr>Title for the bachelor project</vt:lpstr>
      <vt:lpstr>Tools to be used in the project</vt:lpstr>
      <vt:lpstr>Short textual description of your project</vt:lpstr>
      <vt:lpstr>Production of the bachelor report</vt:lpstr>
      <vt:lpstr>Work tasks (building blocks)</vt:lpstr>
      <vt:lpstr>Typical time plan</vt:lpstr>
      <vt:lpstr>Typical table of contents</vt:lpstr>
      <vt:lpstr>The bachelor report is extremely important</vt:lpstr>
      <vt:lpstr>You need to write things down</vt:lpstr>
      <vt:lpstr>Use of comments and critique</vt:lpstr>
      <vt:lpstr>Example</vt:lpstr>
      <vt:lpstr>Plan for the rest of this course</vt:lpstr>
      <vt:lpstr>Brightspace page for the course</vt:lpstr>
      <vt:lpstr>Meetings with research groups</vt:lpstr>
      <vt:lpstr>That's all for now…                 … questions</vt:lpstr>
    </vt:vector>
  </TitlesOfParts>
  <Company>DAIMI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Programmering  – fra instruktion til modellering</dc:title>
  <dc:creator>Michael E. Caspersen</dc:creator>
  <cp:lastModifiedBy>Kurt Jensen</cp:lastModifiedBy>
  <cp:revision>804</cp:revision>
  <cp:lastPrinted>2017-08-15T08:16:54Z</cp:lastPrinted>
  <dcterms:created xsi:type="dcterms:W3CDTF">2000-02-22T02:31:40Z</dcterms:created>
  <dcterms:modified xsi:type="dcterms:W3CDTF">2026-01-26T14:20:22Z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0x01010056836BC33D1E5846BD77C269C61838DB</vt:lpwstr>
  </property>
</Properties>
</file>