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heme/themeOverride1.xml" ContentType="application/vnd.openxmlformats-officedocument.themeOverr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1"/>
  </p:notesMasterIdLst>
  <p:handoutMasterIdLst>
    <p:handoutMasterId r:id="rId42"/>
  </p:handoutMasterIdLst>
  <p:sldIdLst>
    <p:sldId id="343" r:id="rId5"/>
    <p:sldId id="652" r:id="rId6"/>
    <p:sldId id="651" r:id="rId7"/>
    <p:sldId id="653" r:id="rId8"/>
    <p:sldId id="656" r:id="rId9"/>
    <p:sldId id="654" r:id="rId10"/>
    <p:sldId id="655" r:id="rId11"/>
    <p:sldId id="687" r:id="rId12"/>
    <p:sldId id="688" r:id="rId13"/>
    <p:sldId id="658" r:id="rId14"/>
    <p:sldId id="659" r:id="rId15"/>
    <p:sldId id="660" r:id="rId16"/>
    <p:sldId id="661" r:id="rId17"/>
    <p:sldId id="662" r:id="rId18"/>
    <p:sldId id="663" r:id="rId19"/>
    <p:sldId id="669" r:id="rId20"/>
    <p:sldId id="670" r:id="rId21"/>
    <p:sldId id="664" r:id="rId22"/>
    <p:sldId id="668" r:id="rId23"/>
    <p:sldId id="689" r:id="rId24"/>
    <p:sldId id="627" r:id="rId25"/>
    <p:sldId id="666" r:id="rId26"/>
    <p:sldId id="667" r:id="rId27"/>
    <p:sldId id="690" r:id="rId28"/>
    <p:sldId id="665" r:id="rId29"/>
    <p:sldId id="672" r:id="rId30"/>
    <p:sldId id="673" r:id="rId31"/>
    <p:sldId id="674" r:id="rId32"/>
    <p:sldId id="675" r:id="rId33"/>
    <p:sldId id="685" r:id="rId34"/>
    <p:sldId id="677" r:id="rId35"/>
    <p:sldId id="682" r:id="rId36"/>
    <p:sldId id="681" r:id="rId37"/>
    <p:sldId id="683" r:id="rId38"/>
    <p:sldId id="671" r:id="rId39"/>
    <p:sldId id="438" r:id="rId40"/>
  </p:sldIdLst>
  <p:sldSz cx="9144000" cy="6858000" type="screen4x3"/>
  <p:notesSz cx="7315200" cy="9601200"/>
  <p:defaultTex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5"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0000FF"/>
    <a:srgbClr val="FFFFCC"/>
    <a:srgbClr val="CCFFCC"/>
    <a:srgbClr val="A50021"/>
    <a:srgbClr val="6699FF"/>
    <a:srgbClr val="CCECFF"/>
    <a:srgbClr val="99CCFF"/>
    <a:srgbClr val="969696"/>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7C5387-F6D7-4634-8370-138B19B424E2}" v="1" dt="2025-11-18T17:25:26.2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455" autoAdjust="0"/>
    <p:restoredTop sz="94703" autoAdjust="0"/>
  </p:normalViewPr>
  <p:slideViewPr>
    <p:cSldViewPr>
      <p:cViewPr varScale="1">
        <p:scale>
          <a:sx n="109" d="100"/>
          <a:sy n="109" d="100"/>
        </p:scale>
        <p:origin x="114" y="31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88" d="100"/>
          <a:sy n="88" d="100"/>
        </p:scale>
        <p:origin x="-2220" y="-102"/>
      </p:cViewPr>
      <p:guideLst>
        <p:guide orient="horz" pos="3024"/>
        <p:guide pos="2305"/>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handoutMaster" Target="handoutMasters/handoutMaster1.xml"/><Relationship Id="rId47"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rt Jensen" userId="536d7847-4321-45c6-997a-4b9f60543789" providerId="ADAL" clId="{E17C5AF6-11E3-421A-B6F2-416B0C981305}"/>
    <pc:docChg chg="modSld modNotesMaster modHandout">
      <pc:chgData name="Kurt Jensen" userId="536d7847-4321-45c6-997a-4b9f60543789" providerId="ADAL" clId="{E17C5AF6-11E3-421A-B6F2-416B0C981305}" dt="2025-11-18T17:25:26.258" v="3"/>
      <pc:docMkLst>
        <pc:docMk/>
      </pc:docMkLst>
      <pc:sldChg chg="modNotes">
        <pc:chgData name="Kurt Jensen" userId="536d7847-4321-45c6-997a-4b9f60543789" providerId="ADAL" clId="{E17C5AF6-11E3-421A-B6F2-416B0C981305}" dt="2025-11-18T17:25:26.258" v="3"/>
        <pc:sldMkLst>
          <pc:docMk/>
          <pc:sldMk cId="15205759" sldId="438"/>
        </pc:sldMkLst>
      </pc:sldChg>
      <pc:sldChg chg="modNotes">
        <pc:chgData name="Kurt Jensen" userId="536d7847-4321-45c6-997a-4b9f60543789" providerId="ADAL" clId="{E17C5AF6-11E3-421A-B6F2-416B0C981305}" dt="2025-11-18T17:25:26.258" v="3"/>
        <pc:sldMkLst>
          <pc:docMk/>
          <pc:sldMk cId="2837724713" sldId="627"/>
        </pc:sldMkLst>
      </pc:sldChg>
      <pc:sldChg chg="modNotes">
        <pc:chgData name="Kurt Jensen" userId="536d7847-4321-45c6-997a-4b9f60543789" providerId="ADAL" clId="{E17C5AF6-11E3-421A-B6F2-416B0C981305}" dt="2025-11-18T17:25:26.258" v="3"/>
        <pc:sldMkLst>
          <pc:docMk/>
          <pc:sldMk cId="1407355886" sldId="651"/>
        </pc:sldMkLst>
      </pc:sldChg>
      <pc:sldChg chg="modNotes">
        <pc:chgData name="Kurt Jensen" userId="536d7847-4321-45c6-997a-4b9f60543789" providerId="ADAL" clId="{E17C5AF6-11E3-421A-B6F2-416B0C981305}" dt="2025-11-18T17:25:26.258" v="3"/>
        <pc:sldMkLst>
          <pc:docMk/>
          <pc:sldMk cId="2744096495" sldId="652"/>
        </pc:sldMkLst>
      </pc:sldChg>
      <pc:sldChg chg="modNotes">
        <pc:chgData name="Kurt Jensen" userId="536d7847-4321-45c6-997a-4b9f60543789" providerId="ADAL" clId="{E17C5AF6-11E3-421A-B6F2-416B0C981305}" dt="2025-11-18T17:25:26.258" v="3"/>
        <pc:sldMkLst>
          <pc:docMk/>
          <pc:sldMk cId="848288808" sldId="653"/>
        </pc:sldMkLst>
      </pc:sldChg>
      <pc:sldChg chg="modNotes">
        <pc:chgData name="Kurt Jensen" userId="536d7847-4321-45c6-997a-4b9f60543789" providerId="ADAL" clId="{E17C5AF6-11E3-421A-B6F2-416B0C981305}" dt="2025-11-18T17:25:26.258" v="3"/>
        <pc:sldMkLst>
          <pc:docMk/>
          <pc:sldMk cId="2773337493" sldId="654"/>
        </pc:sldMkLst>
      </pc:sldChg>
      <pc:sldChg chg="modNotes">
        <pc:chgData name="Kurt Jensen" userId="536d7847-4321-45c6-997a-4b9f60543789" providerId="ADAL" clId="{E17C5AF6-11E3-421A-B6F2-416B0C981305}" dt="2025-11-18T17:25:26.258" v="3"/>
        <pc:sldMkLst>
          <pc:docMk/>
          <pc:sldMk cId="3829954477" sldId="655"/>
        </pc:sldMkLst>
      </pc:sldChg>
      <pc:sldChg chg="modNotes">
        <pc:chgData name="Kurt Jensen" userId="536d7847-4321-45c6-997a-4b9f60543789" providerId="ADAL" clId="{E17C5AF6-11E3-421A-B6F2-416B0C981305}" dt="2025-11-18T17:25:26.258" v="3"/>
        <pc:sldMkLst>
          <pc:docMk/>
          <pc:sldMk cId="1720756971" sldId="656"/>
        </pc:sldMkLst>
      </pc:sldChg>
      <pc:sldChg chg="modNotes">
        <pc:chgData name="Kurt Jensen" userId="536d7847-4321-45c6-997a-4b9f60543789" providerId="ADAL" clId="{E17C5AF6-11E3-421A-B6F2-416B0C981305}" dt="2025-11-18T17:25:26.258" v="3"/>
        <pc:sldMkLst>
          <pc:docMk/>
          <pc:sldMk cId="3438781952" sldId="658"/>
        </pc:sldMkLst>
      </pc:sldChg>
      <pc:sldChg chg="modNotes">
        <pc:chgData name="Kurt Jensen" userId="536d7847-4321-45c6-997a-4b9f60543789" providerId="ADAL" clId="{E17C5AF6-11E3-421A-B6F2-416B0C981305}" dt="2025-11-18T17:25:26.258" v="3"/>
        <pc:sldMkLst>
          <pc:docMk/>
          <pc:sldMk cId="2551516607" sldId="659"/>
        </pc:sldMkLst>
      </pc:sldChg>
      <pc:sldChg chg="modNotes">
        <pc:chgData name="Kurt Jensen" userId="536d7847-4321-45c6-997a-4b9f60543789" providerId="ADAL" clId="{E17C5AF6-11E3-421A-B6F2-416B0C981305}" dt="2025-11-18T17:25:26.258" v="3"/>
        <pc:sldMkLst>
          <pc:docMk/>
          <pc:sldMk cId="1731828147" sldId="660"/>
        </pc:sldMkLst>
      </pc:sldChg>
      <pc:sldChg chg="modNotes">
        <pc:chgData name="Kurt Jensen" userId="536d7847-4321-45c6-997a-4b9f60543789" providerId="ADAL" clId="{E17C5AF6-11E3-421A-B6F2-416B0C981305}" dt="2025-11-18T17:25:26.258" v="3"/>
        <pc:sldMkLst>
          <pc:docMk/>
          <pc:sldMk cId="1220257513" sldId="661"/>
        </pc:sldMkLst>
      </pc:sldChg>
      <pc:sldChg chg="modNotes">
        <pc:chgData name="Kurt Jensen" userId="536d7847-4321-45c6-997a-4b9f60543789" providerId="ADAL" clId="{E17C5AF6-11E3-421A-B6F2-416B0C981305}" dt="2025-11-18T17:25:26.258" v="3"/>
        <pc:sldMkLst>
          <pc:docMk/>
          <pc:sldMk cId="3391260598" sldId="662"/>
        </pc:sldMkLst>
      </pc:sldChg>
      <pc:sldChg chg="modNotes">
        <pc:chgData name="Kurt Jensen" userId="536d7847-4321-45c6-997a-4b9f60543789" providerId="ADAL" clId="{E17C5AF6-11E3-421A-B6F2-416B0C981305}" dt="2025-11-18T17:25:26.258" v="3"/>
        <pc:sldMkLst>
          <pc:docMk/>
          <pc:sldMk cId="2531884504" sldId="663"/>
        </pc:sldMkLst>
      </pc:sldChg>
      <pc:sldChg chg="modNotes">
        <pc:chgData name="Kurt Jensen" userId="536d7847-4321-45c6-997a-4b9f60543789" providerId="ADAL" clId="{E17C5AF6-11E3-421A-B6F2-416B0C981305}" dt="2025-11-18T17:25:26.258" v="3"/>
        <pc:sldMkLst>
          <pc:docMk/>
          <pc:sldMk cId="2674712379" sldId="664"/>
        </pc:sldMkLst>
      </pc:sldChg>
      <pc:sldChg chg="modNotes">
        <pc:chgData name="Kurt Jensen" userId="536d7847-4321-45c6-997a-4b9f60543789" providerId="ADAL" clId="{E17C5AF6-11E3-421A-B6F2-416B0C981305}" dt="2025-11-18T17:25:26.258" v="3"/>
        <pc:sldMkLst>
          <pc:docMk/>
          <pc:sldMk cId="526194753" sldId="665"/>
        </pc:sldMkLst>
      </pc:sldChg>
      <pc:sldChg chg="modNotes">
        <pc:chgData name="Kurt Jensen" userId="536d7847-4321-45c6-997a-4b9f60543789" providerId="ADAL" clId="{E17C5AF6-11E3-421A-B6F2-416B0C981305}" dt="2025-11-18T17:25:26.258" v="3"/>
        <pc:sldMkLst>
          <pc:docMk/>
          <pc:sldMk cId="3064039337" sldId="666"/>
        </pc:sldMkLst>
      </pc:sldChg>
      <pc:sldChg chg="modNotes">
        <pc:chgData name="Kurt Jensen" userId="536d7847-4321-45c6-997a-4b9f60543789" providerId="ADAL" clId="{E17C5AF6-11E3-421A-B6F2-416B0C981305}" dt="2025-11-18T17:25:26.258" v="3"/>
        <pc:sldMkLst>
          <pc:docMk/>
          <pc:sldMk cId="2067365434" sldId="667"/>
        </pc:sldMkLst>
      </pc:sldChg>
      <pc:sldChg chg="modNotes">
        <pc:chgData name="Kurt Jensen" userId="536d7847-4321-45c6-997a-4b9f60543789" providerId="ADAL" clId="{E17C5AF6-11E3-421A-B6F2-416B0C981305}" dt="2025-11-18T17:25:26.258" v="3"/>
        <pc:sldMkLst>
          <pc:docMk/>
          <pc:sldMk cId="3603486008" sldId="668"/>
        </pc:sldMkLst>
      </pc:sldChg>
      <pc:sldChg chg="modNotes">
        <pc:chgData name="Kurt Jensen" userId="536d7847-4321-45c6-997a-4b9f60543789" providerId="ADAL" clId="{E17C5AF6-11E3-421A-B6F2-416B0C981305}" dt="2025-11-18T17:25:26.258" v="3"/>
        <pc:sldMkLst>
          <pc:docMk/>
          <pc:sldMk cId="1390963318" sldId="669"/>
        </pc:sldMkLst>
      </pc:sldChg>
      <pc:sldChg chg="modNotes">
        <pc:chgData name="Kurt Jensen" userId="536d7847-4321-45c6-997a-4b9f60543789" providerId="ADAL" clId="{E17C5AF6-11E3-421A-B6F2-416B0C981305}" dt="2025-11-18T17:25:26.258" v="3"/>
        <pc:sldMkLst>
          <pc:docMk/>
          <pc:sldMk cId="3085854745" sldId="670"/>
        </pc:sldMkLst>
      </pc:sldChg>
      <pc:sldChg chg="modSp mod modNotes">
        <pc:chgData name="Kurt Jensen" userId="536d7847-4321-45c6-997a-4b9f60543789" providerId="ADAL" clId="{E17C5AF6-11E3-421A-B6F2-416B0C981305}" dt="2025-11-18T17:25:26.258" v="3"/>
        <pc:sldMkLst>
          <pc:docMk/>
          <pc:sldMk cId="3888658645" sldId="671"/>
        </pc:sldMkLst>
        <pc:spChg chg="mod">
          <ac:chgData name="Kurt Jensen" userId="536d7847-4321-45c6-997a-4b9f60543789" providerId="ADAL" clId="{E17C5AF6-11E3-421A-B6F2-416B0C981305}" dt="2025-11-18T17:24:51.979" v="2" actId="20577"/>
          <ac:spMkLst>
            <pc:docMk/>
            <pc:sldMk cId="3888658645" sldId="671"/>
            <ac:spMk id="7" creationId="{00000000-0000-0000-0000-000000000000}"/>
          </ac:spMkLst>
        </pc:spChg>
      </pc:sldChg>
      <pc:sldChg chg="modNotes">
        <pc:chgData name="Kurt Jensen" userId="536d7847-4321-45c6-997a-4b9f60543789" providerId="ADAL" clId="{E17C5AF6-11E3-421A-B6F2-416B0C981305}" dt="2025-11-18T17:25:26.258" v="3"/>
        <pc:sldMkLst>
          <pc:docMk/>
          <pc:sldMk cId="23740469" sldId="672"/>
        </pc:sldMkLst>
      </pc:sldChg>
      <pc:sldChg chg="modNotes">
        <pc:chgData name="Kurt Jensen" userId="536d7847-4321-45c6-997a-4b9f60543789" providerId="ADAL" clId="{E17C5AF6-11E3-421A-B6F2-416B0C981305}" dt="2025-11-18T17:25:26.258" v="3"/>
        <pc:sldMkLst>
          <pc:docMk/>
          <pc:sldMk cId="3786508140" sldId="673"/>
        </pc:sldMkLst>
      </pc:sldChg>
      <pc:sldChg chg="modNotes">
        <pc:chgData name="Kurt Jensen" userId="536d7847-4321-45c6-997a-4b9f60543789" providerId="ADAL" clId="{E17C5AF6-11E3-421A-B6F2-416B0C981305}" dt="2025-11-18T17:25:26.258" v="3"/>
        <pc:sldMkLst>
          <pc:docMk/>
          <pc:sldMk cId="2848705576" sldId="674"/>
        </pc:sldMkLst>
      </pc:sldChg>
      <pc:sldChg chg="modNotes">
        <pc:chgData name="Kurt Jensen" userId="536d7847-4321-45c6-997a-4b9f60543789" providerId="ADAL" clId="{E17C5AF6-11E3-421A-B6F2-416B0C981305}" dt="2025-11-18T17:25:26.258" v="3"/>
        <pc:sldMkLst>
          <pc:docMk/>
          <pc:sldMk cId="225234036" sldId="675"/>
        </pc:sldMkLst>
      </pc:sldChg>
      <pc:sldChg chg="modNotes">
        <pc:chgData name="Kurt Jensen" userId="536d7847-4321-45c6-997a-4b9f60543789" providerId="ADAL" clId="{E17C5AF6-11E3-421A-B6F2-416B0C981305}" dt="2025-11-18T17:25:26.258" v="3"/>
        <pc:sldMkLst>
          <pc:docMk/>
          <pc:sldMk cId="1423337674" sldId="677"/>
        </pc:sldMkLst>
      </pc:sldChg>
      <pc:sldChg chg="modNotes">
        <pc:chgData name="Kurt Jensen" userId="536d7847-4321-45c6-997a-4b9f60543789" providerId="ADAL" clId="{E17C5AF6-11E3-421A-B6F2-416B0C981305}" dt="2025-11-18T17:25:26.258" v="3"/>
        <pc:sldMkLst>
          <pc:docMk/>
          <pc:sldMk cId="3021310953" sldId="681"/>
        </pc:sldMkLst>
      </pc:sldChg>
      <pc:sldChg chg="modNotes">
        <pc:chgData name="Kurt Jensen" userId="536d7847-4321-45c6-997a-4b9f60543789" providerId="ADAL" clId="{E17C5AF6-11E3-421A-B6F2-416B0C981305}" dt="2025-11-18T17:25:26.258" v="3"/>
        <pc:sldMkLst>
          <pc:docMk/>
          <pc:sldMk cId="3624873439" sldId="682"/>
        </pc:sldMkLst>
      </pc:sldChg>
      <pc:sldChg chg="modNotes">
        <pc:chgData name="Kurt Jensen" userId="536d7847-4321-45c6-997a-4b9f60543789" providerId="ADAL" clId="{E17C5AF6-11E3-421A-B6F2-416B0C981305}" dt="2025-11-18T17:25:26.258" v="3"/>
        <pc:sldMkLst>
          <pc:docMk/>
          <pc:sldMk cId="3430968459" sldId="683"/>
        </pc:sldMkLst>
      </pc:sldChg>
      <pc:sldChg chg="modNotes">
        <pc:chgData name="Kurt Jensen" userId="536d7847-4321-45c6-997a-4b9f60543789" providerId="ADAL" clId="{E17C5AF6-11E3-421A-B6F2-416B0C981305}" dt="2025-11-18T17:25:26.258" v="3"/>
        <pc:sldMkLst>
          <pc:docMk/>
          <pc:sldMk cId="3974522989" sldId="685"/>
        </pc:sldMkLst>
      </pc:sldChg>
      <pc:sldChg chg="modNotes">
        <pc:chgData name="Kurt Jensen" userId="536d7847-4321-45c6-997a-4b9f60543789" providerId="ADAL" clId="{E17C5AF6-11E3-421A-B6F2-416B0C981305}" dt="2025-11-18T17:25:26.258" v="3"/>
        <pc:sldMkLst>
          <pc:docMk/>
          <pc:sldMk cId="2555679256" sldId="687"/>
        </pc:sldMkLst>
      </pc:sldChg>
      <pc:sldChg chg="modNotes">
        <pc:chgData name="Kurt Jensen" userId="536d7847-4321-45c6-997a-4b9f60543789" providerId="ADAL" clId="{E17C5AF6-11E3-421A-B6F2-416B0C981305}" dt="2025-11-18T17:25:26.258" v="3"/>
        <pc:sldMkLst>
          <pc:docMk/>
          <pc:sldMk cId="592184911" sldId="688"/>
        </pc:sldMkLst>
      </pc:sldChg>
      <pc:sldChg chg="modNotes">
        <pc:chgData name="Kurt Jensen" userId="536d7847-4321-45c6-997a-4b9f60543789" providerId="ADAL" clId="{E17C5AF6-11E3-421A-B6F2-416B0C981305}" dt="2025-11-18T17:25:26.258" v="3"/>
        <pc:sldMkLst>
          <pc:docMk/>
          <pc:sldMk cId="725592275" sldId="689"/>
        </pc:sldMkLst>
      </pc:sldChg>
      <pc:sldChg chg="modSp mod modNotes">
        <pc:chgData name="Kurt Jensen" userId="536d7847-4321-45c6-997a-4b9f60543789" providerId="ADAL" clId="{E17C5AF6-11E3-421A-B6F2-416B0C981305}" dt="2025-11-18T17:25:26.258" v="3"/>
        <pc:sldMkLst>
          <pc:docMk/>
          <pc:sldMk cId="359706570" sldId="690"/>
        </pc:sldMkLst>
        <pc:spChg chg="mod">
          <ac:chgData name="Kurt Jensen" userId="536d7847-4321-45c6-997a-4b9f60543789" providerId="ADAL" clId="{E17C5AF6-11E3-421A-B6F2-416B0C981305}" dt="2025-11-18T16:04:46.352" v="1" actId="20577"/>
          <ac:spMkLst>
            <pc:docMk/>
            <pc:sldMk cId="359706570" sldId="690"/>
            <ac:spMk id="9"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bwMode="auto">
          <a:xfrm>
            <a:off x="1" y="0"/>
            <a:ext cx="3170138" cy="479539"/>
          </a:xfrm>
          <a:prstGeom prst="rect">
            <a:avLst/>
          </a:prstGeom>
          <a:noFill/>
          <a:ln w="9525">
            <a:noFill/>
            <a:miter lim="800000"/>
            <a:headEnd/>
            <a:tailEnd/>
          </a:ln>
          <a:effectLst/>
        </p:spPr>
        <p:txBody>
          <a:bodyPr vert="horz" wrap="square" lIns="95443" tIns="47721" rIns="95443" bIns="47721" numCol="1" anchor="t" anchorCtr="0" compatLnSpc="1">
            <a:prstTxWarp prst="textNoShape">
              <a:avLst/>
            </a:prstTxWarp>
          </a:bodyPr>
          <a:lstStyle>
            <a:lvl1pPr defTabSz="954542">
              <a:defRPr sz="1300">
                <a:solidFill>
                  <a:schemeClr val="tx1"/>
                </a:solidFill>
                <a:latin typeface="Times New Roman" charset="0"/>
                <a:ea typeface="+mn-ea"/>
                <a:cs typeface="+mn-cs"/>
              </a:defRPr>
            </a:lvl1pPr>
          </a:lstStyle>
          <a:p>
            <a:pPr>
              <a:defRPr/>
            </a:pPr>
            <a:endParaRPr lang="da-DK"/>
          </a:p>
        </p:txBody>
      </p:sp>
      <p:sp>
        <p:nvSpPr>
          <p:cNvPr id="61443" name="Rectangle 3"/>
          <p:cNvSpPr>
            <a:spLocks noGrp="1" noChangeArrowheads="1"/>
          </p:cNvSpPr>
          <p:nvPr>
            <p:ph type="dt" sz="quarter" idx="1"/>
          </p:nvPr>
        </p:nvSpPr>
        <p:spPr bwMode="auto">
          <a:xfrm>
            <a:off x="4143428" y="0"/>
            <a:ext cx="3170138" cy="479539"/>
          </a:xfrm>
          <a:prstGeom prst="rect">
            <a:avLst/>
          </a:prstGeom>
          <a:noFill/>
          <a:ln w="9525">
            <a:noFill/>
            <a:miter lim="800000"/>
            <a:headEnd/>
            <a:tailEnd/>
          </a:ln>
          <a:effectLst/>
        </p:spPr>
        <p:txBody>
          <a:bodyPr vert="horz" wrap="square" lIns="95443" tIns="47721" rIns="95443" bIns="47721" numCol="1" anchor="t" anchorCtr="0" compatLnSpc="1">
            <a:prstTxWarp prst="textNoShape">
              <a:avLst/>
            </a:prstTxWarp>
          </a:bodyPr>
          <a:lstStyle>
            <a:lvl1pPr algn="r" defTabSz="954542">
              <a:defRPr sz="1300">
                <a:solidFill>
                  <a:schemeClr val="tx1"/>
                </a:solidFill>
                <a:latin typeface="Times New Roman" charset="0"/>
                <a:ea typeface="+mn-ea"/>
                <a:cs typeface="+mn-cs"/>
              </a:defRPr>
            </a:lvl1pPr>
          </a:lstStyle>
          <a:p>
            <a:pPr>
              <a:defRPr/>
            </a:pPr>
            <a:endParaRPr lang="da-DK"/>
          </a:p>
        </p:txBody>
      </p:sp>
      <p:sp>
        <p:nvSpPr>
          <p:cNvPr id="61444" name="Rectangle 4"/>
          <p:cNvSpPr>
            <a:spLocks noGrp="1" noChangeArrowheads="1"/>
          </p:cNvSpPr>
          <p:nvPr>
            <p:ph type="ftr" sz="quarter" idx="2"/>
          </p:nvPr>
        </p:nvSpPr>
        <p:spPr bwMode="auto">
          <a:xfrm>
            <a:off x="1" y="9120172"/>
            <a:ext cx="3170138" cy="479539"/>
          </a:xfrm>
          <a:prstGeom prst="rect">
            <a:avLst/>
          </a:prstGeom>
          <a:noFill/>
          <a:ln w="9525">
            <a:noFill/>
            <a:miter lim="800000"/>
            <a:headEnd/>
            <a:tailEnd/>
          </a:ln>
          <a:effectLst/>
        </p:spPr>
        <p:txBody>
          <a:bodyPr vert="horz" wrap="square" lIns="95443" tIns="47721" rIns="95443" bIns="47721" numCol="1" anchor="b" anchorCtr="0" compatLnSpc="1">
            <a:prstTxWarp prst="textNoShape">
              <a:avLst/>
            </a:prstTxWarp>
          </a:bodyPr>
          <a:lstStyle>
            <a:lvl1pPr defTabSz="954542">
              <a:defRPr sz="1300">
                <a:solidFill>
                  <a:schemeClr val="tx1"/>
                </a:solidFill>
                <a:latin typeface="Times New Roman" charset="0"/>
                <a:ea typeface="+mn-ea"/>
                <a:cs typeface="+mn-cs"/>
              </a:defRPr>
            </a:lvl1pPr>
          </a:lstStyle>
          <a:p>
            <a:pPr>
              <a:defRPr/>
            </a:pPr>
            <a:endParaRPr lang="da-DK"/>
          </a:p>
        </p:txBody>
      </p:sp>
      <p:sp>
        <p:nvSpPr>
          <p:cNvPr id="61445" name="Rectangle 5"/>
          <p:cNvSpPr>
            <a:spLocks noGrp="1" noChangeArrowheads="1"/>
          </p:cNvSpPr>
          <p:nvPr>
            <p:ph type="sldNum" sz="quarter" idx="3"/>
          </p:nvPr>
        </p:nvSpPr>
        <p:spPr bwMode="auto">
          <a:xfrm>
            <a:off x="4143428" y="9120172"/>
            <a:ext cx="3170138" cy="479539"/>
          </a:xfrm>
          <a:prstGeom prst="rect">
            <a:avLst/>
          </a:prstGeom>
          <a:noFill/>
          <a:ln w="9525">
            <a:noFill/>
            <a:miter lim="800000"/>
            <a:headEnd/>
            <a:tailEnd/>
          </a:ln>
          <a:effectLst/>
        </p:spPr>
        <p:txBody>
          <a:bodyPr vert="horz" wrap="square" lIns="95443" tIns="47721" rIns="95443" bIns="47721" numCol="1" anchor="b" anchorCtr="0" compatLnSpc="1">
            <a:prstTxWarp prst="textNoShape">
              <a:avLst/>
            </a:prstTxWarp>
          </a:bodyPr>
          <a:lstStyle>
            <a:lvl1pPr algn="r" defTabSz="954542">
              <a:defRPr sz="1300">
                <a:solidFill>
                  <a:schemeClr val="tx1"/>
                </a:solidFill>
                <a:latin typeface="Times New Roman" pitchFamily="18" charset="0"/>
              </a:defRPr>
            </a:lvl1pPr>
          </a:lstStyle>
          <a:p>
            <a:fld id="{3897A82C-780D-4210-8377-8FEE4ACB15B5}" type="slidenum">
              <a:rPr lang="da-DK" altLang="da-DK"/>
              <a:pPr/>
              <a:t>‹#›</a:t>
            </a:fld>
            <a:endParaRPr lang="da-DK" altLang="da-DK"/>
          </a:p>
        </p:txBody>
      </p:sp>
    </p:spTree>
    <p:extLst>
      <p:ext uri="{BB962C8B-B14F-4D97-AF65-F5344CB8AC3E}">
        <p14:creationId xmlns:p14="http://schemas.microsoft.com/office/powerpoint/2010/main" val="27870973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1" y="0"/>
            <a:ext cx="3170138" cy="479539"/>
          </a:xfrm>
          <a:prstGeom prst="rect">
            <a:avLst/>
          </a:prstGeom>
          <a:noFill/>
          <a:ln w="9525">
            <a:noFill/>
            <a:miter lim="800000"/>
            <a:headEnd/>
            <a:tailEnd/>
          </a:ln>
          <a:effectLst/>
        </p:spPr>
        <p:txBody>
          <a:bodyPr vert="horz" wrap="square" lIns="95443" tIns="47721" rIns="95443" bIns="47721" numCol="1" anchor="t" anchorCtr="0" compatLnSpc="1">
            <a:prstTxWarp prst="textNoShape">
              <a:avLst/>
            </a:prstTxWarp>
          </a:bodyPr>
          <a:lstStyle>
            <a:lvl1pPr defTabSz="954542">
              <a:defRPr sz="1300" b="1">
                <a:solidFill>
                  <a:srgbClr val="CC0000"/>
                </a:solidFill>
                <a:latin typeface="Times New Roman" charset="0"/>
                <a:ea typeface="+mn-ea"/>
                <a:cs typeface="+mn-cs"/>
              </a:defRPr>
            </a:lvl1pPr>
          </a:lstStyle>
          <a:p>
            <a:pPr>
              <a:defRPr/>
            </a:pPr>
            <a:endParaRPr lang="da-DK"/>
          </a:p>
        </p:txBody>
      </p:sp>
      <p:sp>
        <p:nvSpPr>
          <p:cNvPr id="5123" name="Rectangle 3"/>
          <p:cNvSpPr>
            <a:spLocks noGrp="1" noChangeArrowheads="1"/>
          </p:cNvSpPr>
          <p:nvPr>
            <p:ph type="dt" idx="1"/>
          </p:nvPr>
        </p:nvSpPr>
        <p:spPr bwMode="auto">
          <a:xfrm>
            <a:off x="4145064" y="0"/>
            <a:ext cx="3170138" cy="479539"/>
          </a:xfrm>
          <a:prstGeom prst="rect">
            <a:avLst/>
          </a:prstGeom>
          <a:noFill/>
          <a:ln w="9525">
            <a:noFill/>
            <a:miter lim="800000"/>
            <a:headEnd/>
            <a:tailEnd/>
          </a:ln>
          <a:effectLst/>
        </p:spPr>
        <p:txBody>
          <a:bodyPr vert="horz" wrap="square" lIns="95443" tIns="47721" rIns="95443" bIns="47721" numCol="1" anchor="t" anchorCtr="0" compatLnSpc="1">
            <a:prstTxWarp prst="textNoShape">
              <a:avLst/>
            </a:prstTxWarp>
          </a:bodyPr>
          <a:lstStyle>
            <a:lvl1pPr algn="r" defTabSz="954542">
              <a:defRPr sz="1300" b="1">
                <a:solidFill>
                  <a:srgbClr val="CC0000"/>
                </a:solidFill>
                <a:latin typeface="Times New Roman" charset="0"/>
                <a:ea typeface="+mn-ea"/>
                <a:cs typeface="+mn-cs"/>
              </a:defRPr>
            </a:lvl1pPr>
          </a:lstStyle>
          <a:p>
            <a:pPr>
              <a:defRPr/>
            </a:pPr>
            <a:endParaRPr lang="da-DK"/>
          </a:p>
        </p:txBody>
      </p:sp>
      <p:sp>
        <p:nvSpPr>
          <p:cNvPr id="14340" name="Rectangle 4"/>
          <p:cNvSpPr>
            <a:spLocks noGrp="1" noRot="1" noChangeAspect="1" noChangeArrowheads="1" noTextEdit="1"/>
          </p:cNvSpPr>
          <p:nvPr>
            <p:ph type="sldImg" idx="2"/>
          </p:nvPr>
        </p:nvSpPr>
        <p:spPr bwMode="auto">
          <a:xfrm>
            <a:off x="1258888" y="720725"/>
            <a:ext cx="4797425" cy="35988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974924" y="4560086"/>
            <a:ext cx="5365353" cy="4320317"/>
          </a:xfrm>
          <a:prstGeom prst="rect">
            <a:avLst/>
          </a:prstGeom>
          <a:noFill/>
          <a:ln w="9525">
            <a:noFill/>
            <a:miter lim="800000"/>
            <a:headEnd/>
            <a:tailEnd/>
          </a:ln>
          <a:effectLst/>
        </p:spPr>
        <p:txBody>
          <a:bodyPr vert="horz" wrap="square" lIns="95443" tIns="47721" rIns="95443" bIns="47721" numCol="1" anchor="t" anchorCtr="0" compatLnSpc="1">
            <a:prstTxWarp prst="textNoShape">
              <a:avLst/>
            </a:prstTxWarp>
          </a:bodyPr>
          <a:lstStyle/>
          <a:p>
            <a:pPr lvl="0"/>
            <a:r>
              <a:rPr lang="da-DK" noProof="0"/>
              <a:t>Klik for at redigere teksttypografierne i masteren</a:t>
            </a:r>
          </a:p>
          <a:p>
            <a:pPr lvl="1"/>
            <a:r>
              <a:rPr lang="da-DK" noProof="0"/>
              <a:t>Andet niveau</a:t>
            </a:r>
          </a:p>
          <a:p>
            <a:pPr lvl="2"/>
            <a:r>
              <a:rPr lang="da-DK" noProof="0"/>
              <a:t>Tredje niveau</a:t>
            </a:r>
          </a:p>
          <a:p>
            <a:pPr lvl="3"/>
            <a:r>
              <a:rPr lang="da-DK" noProof="0"/>
              <a:t>Fjerde niveau</a:t>
            </a:r>
          </a:p>
          <a:p>
            <a:pPr lvl="4"/>
            <a:r>
              <a:rPr lang="da-DK" noProof="0"/>
              <a:t>Femte niveau</a:t>
            </a:r>
          </a:p>
        </p:txBody>
      </p:sp>
      <p:sp>
        <p:nvSpPr>
          <p:cNvPr id="5126" name="Rectangle 6"/>
          <p:cNvSpPr>
            <a:spLocks noGrp="1" noChangeArrowheads="1"/>
          </p:cNvSpPr>
          <p:nvPr>
            <p:ph type="ftr" sz="quarter" idx="4"/>
          </p:nvPr>
        </p:nvSpPr>
        <p:spPr bwMode="auto">
          <a:xfrm>
            <a:off x="1" y="9121662"/>
            <a:ext cx="3170138" cy="479539"/>
          </a:xfrm>
          <a:prstGeom prst="rect">
            <a:avLst/>
          </a:prstGeom>
          <a:noFill/>
          <a:ln w="9525">
            <a:noFill/>
            <a:miter lim="800000"/>
            <a:headEnd/>
            <a:tailEnd/>
          </a:ln>
          <a:effectLst/>
        </p:spPr>
        <p:txBody>
          <a:bodyPr vert="horz" wrap="square" lIns="95443" tIns="47721" rIns="95443" bIns="47721" numCol="1" anchor="b" anchorCtr="0" compatLnSpc="1">
            <a:prstTxWarp prst="textNoShape">
              <a:avLst/>
            </a:prstTxWarp>
          </a:bodyPr>
          <a:lstStyle>
            <a:lvl1pPr defTabSz="954542">
              <a:defRPr sz="1300" b="1">
                <a:solidFill>
                  <a:srgbClr val="CC0000"/>
                </a:solidFill>
                <a:latin typeface="Times New Roman" charset="0"/>
                <a:ea typeface="+mn-ea"/>
                <a:cs typeface="+mn-cs"/>
              </a:defRPr>
            </a:lvl1pPr>
          </a:lstStyle>
          <a:p>
            <a:pPr>
              <a:defRPr/>
            </a:pPr>
            <a:endParaRPr lang="da-DK"/>
          </a:p>
        </p:txBody>
      </p:sp>
      <p:sp>
        <p:nvSpPr>
          <p:cNvPr id="5127" name="Rectangle 7"/>
          <p:cNvSpPr>
            <a:spLocks noGrp="1" noChangeArrowheads="1"/>
          </p:cNvSpPr>
          <p:nvPr>
            <p:ph type="sldNum" sz="quarter" idx="5"/>
          </p:nvPr>
        </p:nvSpPr>
        <p:spPr bwMode="auto">
          <a:xfrm>
            <a:off x="4145064" y="9121662"/>
            <a:ext cx="3170138" cy="479539"/>
          </a:xfrm>
          <a:prstGeom prst="rect">
            <a:avLst/>
          </a:prstGeom>
          <a:noFill/>
          <a:ln w="9525">
            <a:noFill/>
            <a:miter lim="800000"/>
            <a:headEnd/>
            <a:tailEnd/>
          </a:ln>
          <a:effectLst/>
        </p:spPr>
        <p:txBody>
          <a:bodyPr vert="horz" wrap="square" lIns="95443" tIns="47721" rIns="95443" bIns="47721" numCol="1" anchor="b" anchorCtr="0" compatLnSpc="1">
            <a:prstTxWarp prst="textNoShape">
              <a:avLst/>
            </a:prstTxWarp>
          </a:bodyPr>
          <a:lstStyle>
            <a:lvl1pPr algn="r" defTabSz="954542">
              <a:defRPr sz="1300" b="1">
                <a:solidFill>
                  <a:srgbClr val="CC0000"/>
                </a:solidFill>
                <a:latin typeface="Times New Roman" pitchFamily="18" charset="0"/>
              </a:defRPr>
            </a:lvl1pPr>
          </a:lstStyle>
          <a:p>
            <a:fld id="{4B17CE37-4641-4131-A94A-505FEC827471}" type="slidenum">
              <a:rPr lang="da-DK" altLang="da-DK"/>
              <a:pPr/>
              <a:t>‹#›</a:t>
            </a:fld>
            <a:endParaRPr lang="da-DK" altLang="da-DK"/>
          </a:p>
        </p:txBody>
      </p:sp>
    </p:spTree>
    <p:extLst>
      <p:ext uri="{BB962C8B-B14F-4D97-AF65-F5344CB8AC3E}">
        <p14:creationId xmlns:p14="http://schemas.microsoft.com/office/powerpoint/2010/main" val="4069488917"/>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charset="0"/>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10"/>
          </p:nvPr>
        </p:nvSpPr>
        <p:spPr/>
        <p:txBody>
          <a:bodyPr/>
          <a:lstStyle/>
          <a:p>
            <a:fld id="{4B17CE37-4641-4131-A94A-505FEC827471}" type="slidenum">
              <a:rPr lang="da-DK" altLang="da-DK" smtClean="0"/>
              <a:pPr/>
              <a:t>1</a:t>
            </a:fld>
            <a:endParaRPr lang="da-DK" altLang="da-DK"/>
          </a:p>
        </p:txBody>
      </p:sp>
    </p:spTree>
    <p:extLst>
      <p:ext uri="{BB962C8B-B14F-4D97-AF65-F5344CB8AC3E}">
        <p14:creationId xmlns:p14="http://schemas.microsoft.com/office/powerpoint/2010/main" val="38933028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8888" y="720725"/>
            <a:ext cx="4797425" cy="3598863"/>
          </a:xfrm>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10"/>
          </p:nvPr>
        </p:nvSpPr>
        <p:spPr/>
        <p:txBody>
          <a:bodyPr/>
          <a:lstStyle/>
          <a:p>
            <a:fld id="{9FCBDC66-5FD4-4D91-9FD7-3639CA8D149D}" type="slidenum">
              <a:rPr lang="da-DK" altLang="da-DK" smtClean="0"/>
              <a:pPr/>
              <a:t>2</a:t>
            </a:fld>
            <a:endParaRPr lang="da-DK" altLang="da-DK"/>
          </a:p>
        </p:txBody>
      </p:sp>
    </p:spTree>
    <p:extLst>
      <p:ext uri="{BB962C8B-B14F-4D97-AF65-F5344CB8AC3E}">
        <p14:creationId xmlns:p14="http://schemas.microsoft.com/office/powerpoint/2010/main" val="25715714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8888" y="720725"/>
            <a:ext cx="4797425" cy="3598863"/>
          </a:xfrm>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10"/>
          </p:nvPr>
        </p:nvSpPr>
        <p:spPr/>
        <p:txBody>
          <a:bodyPr/>
          <a:lstStyle/>
          <a:p>
            <a:fld id="{9FCBDC66-5FD4-4D91-9FD7-3639CA8D149D}" type="slidenum">
              <a:rPr lang="da-DK" altLang="da-DK" smtClean="0"/>
              <a:pPr/>
              <a:t>3</a:t>
            </a:fld>
            <a:endParaRPr lang="da-DK" altLang="da-DK"/>
          </a:p>
        </p:txBody>
      </p:sp>
    </p:spTree>
    <p:extLst>
      <p:ext uri="{BB962C8B-B14F-4D97-AF65-F5344CB8AC3E}">
        <p14:creationId xmlns:p14="http://schemas.microsoft.com/office/powerpoint/2010/main" val="25715714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8888" y="720725"/>
            <a:ext cx="4797425" cy="3598863"/>
          </a:xfrm>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10"/>
          </p:nvPr>
        </p:nvSpPr>
        <p:spPr/>
        <p:txBody>
          <a:bodyPr/>
          <a:lstStyle/>
          <a:p>
            <a:fld id="{9FCBDC66-5FD4-4D91-9FD7-3639CA8D149D}" type="slidenum">
              <a:rPr lang="da-DK" altLang="da-DK" smtClean="0"/>
              <a:pPr/>
              <a:t>4</a:t>
            </a:fld>
            <a:endParaRPr lang="da-DK" altLang="da-DK"/>
          </a:p>
        </p:txBody>
      </p:sp>
    </p:spTree>
    <p:extLst>
      <p:ext uri="{BB962C8B-B14F-4D97-AF65-F5344CB8AC3E}">
        <p14:creationId xmlns:p14="http://schemas.microsoft.com/office/powerpoint/2010/main" val="25715714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8888" y="720725"/>
            <a:ext cx="4797425" cy="3598863"/>
          </a:xfrm>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10"/>
          </p:nvPr>
        </p:nvSpPr>
        <p:spPr/>
        <p:txBody>
          <a:bodyPr/>
          <a:lstStyle/>
          <a:p>
            <a:fld id="{9FCBDC66-5FD4-4D91-9FD7-3639CA8D149D}" type="slidenum">
              <a:rPr lang="da-DK" altLang="da-DK" smtClean="0"/>
              <a:pPr/>
              <a:t>5</a:t>
            </a:fld>
            <a:endParaRPr lang="da-DK" altLang="da-DK"/>
          </a:p>
        </p:txBody>
      </p:sp>
    </p:spTree>
    <p:extLst>
      <p:ext uri="{BB962C8B-B14F-4D97-AF65-F5344CB8AC3E}">
        <p14:creationId xmlns:p14="http://schemas.microsoft.com/office/powerpoint/2010/main" val="25715714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8888" y="720725"/>
            <a:ext cx="4797425" cy="3598863"/>
          </a:xfrm>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10"/>
          </p:nvPr>
        </p:nvSpPr>
        <p:spPr/>
        <p:txBody>
          <a:bodyPr/>
          <a:lstStyle/>
          <a:p>
            <a:fld id="{9FCBDC66-5FD4-4D91-9FD7-3639CA8D149D}" type="slidenum">
              <a:rPr lang="da-DK" altLang="da-DK" smtClean="0"/>
              <a:pPr/>
              <a:t>6</a:t>
            </a:fld>
            <a:endParaRPr lang="da-DK" altLang="da-DK"/>
          </a:p>
        </p:txBody>
      </p:sp>
    </p:spTree>
    <p:extLst>
      <p:ext uri="{BB962C8B-B14F-4D97-AF65-F5344CB8AC3E}">
        <p14:creationId xmlns:p14="http://schemas.microsoft.com/office/powerpoint/2010/main" val="25715714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8888" y="720725"/>
            <a:ext cx="4797425" cy="3598863"/>
          </a:xfrm>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10"/>
          </p:nvPr>
        </p:nvSpPr>
        <p:spPr/>
        <p:txBody>
          <a:bodyPr/>
          <a:lstStyle/>
          <a:p>
            <a:fld id="{9FCBDC66-5FD4-4D91-9FD7-3639CA8D149D}" type="slidenum">
              <a:rPr lang="da-DK" altLang="da-DK" smtClean="0"/>
              <a:pPr/>
              <a:t>7</a:t>
            </a:fld>
            <a:endParaRPr lang="da-DK" altLang="da-DK"/>
          </a:p>
        </p:txBody>
      </p:sp>
    </p:spTree>
    <p:extLst>
      <p:ext uri="{BB962C8B-B14F-4D97-AF65-F5344CB8AC3E}">
        <p14:creationId xmlns:p14="http://schemas.microsoft.com/office/powerpoint/2010/main" val="25715714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8888" y="720725"/>
            <a:ext cx="4797425" cy="3598863"/>
          </a:xfrm>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10"/>
          </p:nvPr>
        </p:nvSpPr>
        <p:spPr/>
        <p:txBody>
          <a:bodyPr/>
          <a:lstStyle/>
          <a:p>
            <a:fld id="{9FCBDC66-5FD4-4D91-9FD7-3639CA8D149D}" type="slidenum">
              <a:rPr lang="da-DK" altLang="da-DK" smtClean="0"/>
              <a:pPr/>
              <a:t>8</a:t>
            </a:fld>
            <a:endParaRPr lang="da-DK" altLang="da-DK"/>
          </a:p>
        </p:txBody>
      </p:sp>
    </p:spTree>
    <p:extLst>
      <p:ext uri="{BB962C8B-B14F-4D97-AF65-F5344CB8AC3E}">
        <p14:creationId xmlns:p14="http://schemas.microsoft.com/office/powerpoint/2010/main" val="3780969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8888" y="720725"/>
            <a:ext cx="4797425" cy="3598863"/>
          </a:xfrm>
        </p:spPr>
      </p:sp>
      <p:sp>
        <p:nvSpPr>
          <p:cNvPr id="3" name="Notes Placeholder 2"/>
          <p:cNvSpPr>
            <a:spLocks noGrp="1"/>
          </p:cNvSpPr>
          <p:nvPr>
            <p:ph type="body" idx="1"/>
          </p:nvPr>
        </p:nvSpPr>
        <p:spPr/>
        <p:txBody>
          <a:bodyPr/>
          <a:lstStyle/>
          <a:p>
            <a:endParaRPr lang="da-DK" dirty="0"/>
          </a:p>
        </p:txBody>
      </p:sp>
      <p:sp>
        <p:nvSpPr>
          <p:cNvPr id="4" name="Slide Number Placeholder 3"/>
          <p:cNvSpPr>
            <a:spLocks noGrp="1"/>
          </p:cNvSpPr>
          <p:nvPr>
            <p:ph type="sldNum" sz="quarter" idx="10"/>
          </p:nvPr>
        </p:nvSpPr>
        <p:spPr/>
        <p:txBody>
          <a:bodyPr/>
          <a:lstStyle/>
          <a:p>
            <a:fld id="{9FCBDC66-5FD4-4D91-9FD7-3639CA8D149D}" type="slidenum">
              <a:rPr lang="da-DK" altLang="da-DK" smtClean="0"/>
              <a:pPr/>
              <a:t>9</a:t>
            </a:fld>
            <a:endParaRPr lang="da-DK" altLang="da-DK"/>
          </a:p>
        </p:txBody>
      </p:sp>
    </p:spTree>
    <p:extLst>
      <p:ext uri="{BB962C8B-B14F-4D97-AF65-F5344CB8AC3E}">
        <p14:creationId xmlns:p14="http://schemas.microsoft.com/office/powerpoint/2010/main" val="34122867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8888" y="720725"/>
            <a:ext cx="4797425" cy="3598863"/>
          </a:xfrm>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10"/>
          </p:nvPr>
        </p:nvSpPr>
        <p:spPr/>
        <p:txBody>
          <a:bodyPr/>
          <a:lstStyle/>
          <a:p>
            <a:fld id="{9FCBDC66-5FD4-4D91-9FD7-3639CA8D149D}" type="slidenum">
              <a:rPr lang="da-DK" altLang="da-DK" smtClean="0"/>
              <a:pPr/>
              <a:t>10</a:t>
            </a:fld>
            <a:endParaRPr lang="da-DK" altLang="da-DK"/>
          </a:p>
        </p:txBody>
      </p:sp>
    </p:spTree>
    <p:extLst>
      <p:ext uri="{BB962C8B-B14F-4D97-AF65-F5344CB8AC3E}">
        <p14:creationId xmlns:p14="http://schemas.microsoft.com/office/powerpoint/2010/main" val="25715714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8888" y="720725"/>
            <a:ext cx="4797425" cy="3598863"/>
          </a:xfrm>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10"/>
          </p:nvPr>
        </p:nvSpPr>
        <p:spPr/>
        <p:txBody>
          <a:bodyPr/>
          <a:lstStyle/>
          <a:p>
            <a:fld id="{9FCBDC66-5FD4-4D91-9FD7-3639CA8D149D}" type="slidenum">
              <a:rPr lang="da-DK" altLang="da-DK" smtClean="0"/>
              <a:pPr/>
              <a:t>11</a:t>
            </a:fld>
            <a:endParaRPr lang="da-DK" altLang="da-DK"/>
          </a:p>
        </p:txBody>
      </p:sp>
    </p:spTree>
    <p:extLst>
      <p:ext uri="{BB962C8B-B14F-4D97-AF65-F5344CB8AC3E}">
        <p14:creationId xmlns:p14="http://schemas.microsoft.com/office/powerpoint/2010/main" val="25715714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8888" y="720725"/>
            <a:ext cx="4797425" cy="3598863"/>
          </a:xfrm>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10"/>
          </p:nvPr>
        </p:nvSpPr>
        <p:spPr/>
        <p:txBody>
          <a:bodyPr/>
          <a:lstStyle/>
          <a:p>
            <a:fld id="{9FCBDC66-5FD4-4D91-9FD7-3639CA8D149D}" type="slidenum">
              <a:rPr lang="da-DK" altLang="da-DK" smtClean="0"/>
              <a:pPr/>
              <a:t>12</a:t>
            </a:fld>
            <a:endParaRPr lang="da-DK" altLang="da-DK"/>
          </a:p>
        </p:txBody>
      </p:sp>
    </p:spTree>
    <p:extLst>
      <p:ext uri="{BB962C8B-B14F-4D97-AF65-F5344CB8AC3E}">
        <p14:creationId xmlns:p14="http://schemas.microsoft.com/office/powerpoint/2010/main" val="25715714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8888" y="720725"/>
            <a:ext cx="4797425" cy="3598863"/>
          </a:xfrm>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10"/>
          </p:nvPr>
        </p:nvSpPr>
        <p:spPr/>
        <p:txBody>
          <a:bodyPr/>
          <a:lstStyle/>
          <a:p>
            <a:fld id="{9FCBDC66-5FD4-4D91-9FD7-3639CA8D149D}" type="slidenum">
              <a:rPr lang="da-DK" altLang="da-DK" smtClean="0"/>
              <a:pPr/>
              <a:t>13</a:t>
            </a:fld>
            <a:endParaRPr lang="da-DK" altLang="da-DK"/>
          </a:p>
        </p:txBody>
      </p:sp>
    </p:spTree>
    <p:extLst>
      <p:ext uri="{BB962C8B-B14F-4D97-AF65-F5344CB8AC3E}">
        <p14:creationId xmlns:p14="http://schemas.microsoft.com/office/powerpoint/2010/main" val="25715714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8888" y="720725"/>
            <a:ext cx="4797425" cy="3598863"/>
          </a:xfrm>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10"/>
          </p:nvPr>
        </p:nvSpPr>
        <p:spPr/>
        <p:txBody>
          <a:bodyPr/>
          <a:lstStyle/>
          <a:p>
            <a:fld id="{9FCBDC66-5FD4-4D91-9FD7-3639CA8D149D}" type="slidenum">
              <a:rPr lang="da-DK" altLang="da-DK" smtClean="0"/>
              <a:pPr/>
              <a:t>14</a:t>
            </a:fld>
            <a:endParaRPr lang="da-DK" altLang="da-DK"/>
          </a:p>
        </p:txBody>
      </p:sp>
    </p:spTree>
    <p:extLst>
      <p:ext uri="{BB962C8B-B14F-4D97-AF65-F5344CB8AC3E}">
        <p14:creationId xmlns:p14="http://schemas.microsoft.com/office/powerpoint/2010/main" val="25715714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8888" y="720725"/>
            <a:ext cx="4797425" cy="3598863"/>
          </a:xfrm>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10"/>
          </p:nvPr>
        </p:nvSpPr>
        <p:spPr/>
        <p:txBody>
          <a:bodyPr/>
          <a:lstStyle/>
          <a:p>
            <a:fld id="{9FCBDC66-5FD4-4D91-9FD7-3639CA8D149D}" type="slidenum">
              <a:rPr lang="da-DK" altLang="da-DK" smtClean="0"/>
              <a:pPr/>
              <a:t>15</a:t>
            </a:fld>
            <a:endParaRPr lang="da-DK" altLang="da-DK"/>
          </a:p>
        </p:txBody>
      </p:sp>
    </p:spTree>
    <p:extLst>
      <p:ext uri="{BB962C8B-B14F-4D97-AF65-F5344CB8AC3E}">
        <p14:creationId xmlns:p14="http://schemas.microsoft.com/office/powerpoint/2010/main" val="25715714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8888" y="720725"/>
            <a:ext cx="4797425" cy="3598863"/>
          </a:xfrm>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10"/>
          </p:nvPr>
        </p:nvSpPr>
        <p:spPr/>
        <p:txBody>
          <a:bodyPr/>
          <a:lstStyle/>
          <a:p>
            <a:fld id="{9FCBDC66-5FD4-4D91-9FD7-3639CA8D149D}" type="slidenum">
              <a:rPr lang="da-DK" altLang="da-DK" smtClean="0"/>
              <a:pPr/>
              <a:t>16</a:t>
            </a:fld>
            <a:endParaRPr lang="da-DK" altLang="da-DK"/>
          </a:p>
        </p:txBody>
      </p:sp>
    </p:spTree>
    <p:extLst>
      <p:ext uri="{BB962C8B-B14F-4D97-AF65-F5344CB8AC3E}">
        <p14:creationId xmlns:p14="http://schemas.microsoft.com/office/powerpoint/2010/main" val="25715714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8888" y="720725"/>
            <a:ext cx="4797425" cy="3598863"/>
          </a:xfrm>
        </p:spPr>
      </p:sp>
      <p:sp>
        <p:nvSpPr>
          <p:cNvPr id="3" name="Notes Placeholder 2"/>
          <p:cNvSpPr>
            <a:spLocks noGrp="1"/>
          </p:cNvSpPr>
          <p:nvPr>
            <p:ph type="body" idx="1"/>
          </p:nvPr>
        </p:nvSpPr>
        <p:spPr/>
        <p:txBody>
          <a:bodyPr/>
          <a:lstStyle/>
          <a:p>
            <a:endParaRPr lang="da-DK" dirty="0"/>
          </a:p>
        </p:txBody>
      </p:sp>
      <p:sp>
        <p:nvSpPr>
          <p:cNvPr id="4" name="Slide Number Placeholder 3"/>
          <p:cNvSpPr>
            <a:spLocks noGrp="1"/>
          </p:cNvSpPr>
          <p:nvPr>
            <p:ph type="sldNum" sz="quarter" idx="10"/>
          </p:nvPr>
        </p:nvSpPr>
        <p:spPr/>
        <p:txBody>
          <a:bodyPr/>
          <a:lstStyle/>
          <a:p>
            <a:fld id="{9FCBDC66-5FD4-4D91-9FD7-3639CA8D149D}" type="slidenum">
              <a:rPr lang="da-DK" altLang="da-DK" smtClean="0"/>
              <a:pPr/>
              <a:t>17</a:t>
            </a:fld>
            <a:endParaRPr lang="da-DK" altLang="da-DK"/>
          </a:p>
        </p:txBody>
      </p:sp>
    </p:spTree>
    <p:extLst>
      <p:ext uri="{BB962C8B-B14F-4D97-AF65-F5344CB8AC3E}">
        <p14:creationId xmlns:p14="http://schemas.microsoft.com/office/powerpoint/2010/main" val="25715714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8888" y="720725"/>
            <a:ext cx="4797425" cy="3598863"/>
          </a:xfrm>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10"/>
          </p:nvPr>
        </p:nvSpPr>
        <p:spPr/>
        <p:txBody>
          <a:bodyPr/>
          <a:lstStyle/>
          <a:p>
            <a:fld id="{9FCBDC66-5FD4-4D91-9FD7-3639CA8D149D}" type="slidenum">
              <a:rPr lang="da-DK" altLang="da-DK" smtClean="0"/>
              <a:pPr/>
              <a:t>18</a:t>
            </a:fld>
            <a:endParaRPr lang="da-DK" altLang="da-DK"/>
          </a:p>
        </p:txBody>
      </p:sp>
    </p:spTree>
    <p:extLst>
      <p:ext uri="{BB962C8B-B14F-4D97-AF65-F5344CB8AC3E}">
        <p14:creationId xmlns:p14="http://schemas.microsoft.com/office/powerpoint/2010/main" val="25715714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8888" y="720725"/>
            <a:ext cx="4797425" cy="3598863"/>
          </a:xfrm>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10"/>
          </p:nvPr>
        </p:nvSpPr>
        <p:spPr/>
        <p:txBody>
          <a:bodyPr/>
          <a:lstStyle/>
          <a:p>
            <a:fld id="{9FCBDC66-5FD4-4D91-9FD7-3639CA8D149D}" type="slidenum">
              <a:rPr lang="da-DK" altLang="da-DK" smtClean="0"/>
              <a:pPr/>
              <a:t>19</a:t>
            </a:fld>
            <a:endParaRPr lang="da-DK" altLang="da-DK"/>
          </a:p>
        </p:txBody>
      </p:sp>
    </p:spTree>
    <p:extLst>
      <p:ext uri="{BB962C8B-B14F-4D97-AF65-F5344CB8AC3E}">
        <p14:creationId xmlns:p14="http://schemas.microsoft.com/office/powerpoint/2010/main" val="25715714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8888" y="720725"/>
            <a:ext cx="4797425" cy="3598863"/>
          </a:xfrm>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10"/>
          </p:nvPr>
        </p:nvSpPr>
        <p:spPr/>
        <p:txBody>
          <a:bodyPr/>
          <a:lstStyle/>
          <a:p>
            <a:fld id="{9FCBDC66-5FD4-4D91-9FD7-3639CA8D149D}" type="slidenum">
              <a:rPr lang="da-DK" altLang="da-DK" smtClean="0"/>
              <a:pPr/>
              <a:t>20</a:t>
            </a:fld>
            <a:endParaRPr lang="da-DK" altLang="da-DK"/>
          </a:p>
        </p:txBody>
      </p:sp>
    </p:spTree>
    <p:extLst>
      <p:ext uri="{BB962C8B-B14F-4D97-AF65-F5344CB8AC3E}">
        <p14:creationId xmlns:p14="http://schemas.microsoft.com/office/powerpoint/2010/main" val="37776458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8888" y="720725"/>
            <a:ext cx="4797425" cy="3598863"/>
          </a:xfrm>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10"/>
          </p:nvPr>
        </p:nvSpPr>
        <p:spPr/>
        <p:txBody>
          <a:bodyPr/>
          <a:lstStyle/>
          <a:p>
            <a:fld id="{9FCBDC66-5FD4-4D91-9FD7-3639CA8D149D}" type="slidenum">
              <a:rPr lang="da-DK" altLang="da-DK" smtClean="0"/>
              <a:pPr/>
              <a:t>21</a:t>
            </a:fld>
            <a:endParaRPr lang="da-DK" altLang="da-DK"/>
          </a:p>
        </p:txBody>
      </p:sp>
    </p:spTree>
    <p:extLst>
      <p:ext uri="{BB962C8B-B14F-4D97-AF65-F5344CB8AC3E}">
        <p14:creationId xmlns:p14="http://schemas.microsoft.com/office/powerpoint/2010/main" val="25715714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8888" y="720725"/>
            <a:ext cx="4797425" cy="3598863"/>
          </a:xfrm>
        </p:spPr>
      </p:sp>
      <p:sp>
        <p:nvSpPr>
          <p:cNvPr id="3" name="Notes Placeholder 2"/>
          <p:cNvSpPr>
            <a:spLocks noGrp="1"/>
          </p:cNvSpPr>
          <p:nvPr>
            <p:ph type="body" idx="1"/>
          </p:nvPr>
        </p:nvSpPr>
        <p:spPr/>
        <p:txBody>
          <a:bodyPr/>
          <a:lstStyle/>
          <a:p>
            <a:endParaRPr lang="da-DK" dirty="0"/>
          </a:p>
        </p:txBody>
      </p:sp>
      <p:sp>
        <p:nvSpPr>
          <p:cNvPr id="4" name="Slide Number Placeholder 3"/>
          <p:cNvSpPr>
            <a:spLocks noGrp="1"/>
          </p:cNvSpPr>
          <p:nvPr>
            <p:ph type="sldNum" sz="quarter" idx="10"/>
          </p:nvPr>
        </p:nvSpPr>
        <p:spPr/>
        <p:txBody>
          <a:bodyPr/>
          <a:lstStyle/>
          <a:p>
            <a:fld id="{9FCBDC66-5FD4-4D91-9FD7-3639CA8D149D}" type="slidenum">
              <a:rPr lang="da-DK" altLang="da-DK" smtClean="0"/>
              <a:pPr/>
              <a:t>22</a:t>
            </a:fld>
            <a:endParaRPr lang="da-DK" altLang="da-DK"/>
          </a:p>
        </p:txBody>
      </p:sp>
    </p:spTree>
    <p:extLst>
      <p:ext uri="{BB962C8B-B14F-4D97-AF65-F5344CB8AC3E}">
        <p14:creationId xmlns:p14="http://schemas.microsoft.com/office/powerpoint/2010/main" val="25715714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8888" y="720725"/>
            <a:ext cx="4797425" cy="3598863"/>
          </a:xfrm>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10"/>
          </p:nvPr>
        </p:nvSpPr>
        <p:spPr/>
        <p:txBody>
          <a:bodyPr/>
          <a:lstStyle/>
          <a:p>
            <a:fld id="{9FCBDC66-5FD4-4D91-9FD7-3639CA8D149D}" type="slidenum">
              <a:rPr lang="da-DK" altLang="da-DK" smtClean="0"/>
              <a:pPr/>
              <a:t>23</a:t>
            </a:fld>
            <a:endParaRPr lang="da-DK" altLang="da-DK"/>
          </a:p>
        </p:txBody>
      </p:sp>
    </p:spTree>
    <p:extLst>
      <p:ext uri="{BB962C8B-B14F-4D97-AF65-F5344CB8AC3E}">
        <p14:creationId xmlns:p14="http://schemas.microsoft.com/office/powerpoint/2010/main" val="25715714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8888" y="720725"/>
            <a:ext cx="4797425" cy="3598863"/>
          </a:xfrm>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10"/>
          </p:nvPr>
        </p:nvSpPr>
        <p:spPr/>
        <p:txBody>
          <a:bodyPr/>
          <a:lstStyle/>
          <a:p>
            <a:fld id="{9FCBDC66-5FD4-4D91-9FD7-3639CA8D149D}" type="slidenum">
              <a:rPr lang="da-DK" altLang="da-DK" smtClean="0"/>
              <a:pPr/>
              <a:t>24</a:t>
            </a:fld>
            <a:endParaRPr lang="da-DK" altLang="da-DK"/>
          </a:p>
        </p:txBody>
      </p:sp>
    </p:spTree>
    <p:extLst>
      <p:ext uri="{BB962C8B-B14F-4D97-AF65-F5344CB8AC3E}">
        <p14:creationId xmlns:p14="http://schemas.microsoft.com/office/powerpoint/2010/main" val="28026487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8888" y="720725"/>
            <a:ext cx="4797425" cy="3598863"/>
          </a:xfrm>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10"/>
          </p:nvPr>
        </p:nvSpPr>
        <p:spPr/>
        <p:txBody>
          <a:bodyPr/>
          <a:lstStyle/>
          <a:p>
            <a:fld id="{9FCBDC66-5FD4-4D91-9FD7-3639CA8D149D}" type="slidenum">
              <a:rPr lang="da-DK" altLang="da-DK" smtClean="0"/>
              <a:pPr/>
              <a:t>25</a:t>
            </a:fld>
            <a:endParaRPr lang="da-DK" altLang="da-DK"/>
          </a:p>
        </p:txBody>
      </p:sp>
    </p:spTree>
    <p:extLst>
      <p:ext uri="{BB962C8B-B14F-4D97-AF65-F5344CB8AC3E}">
        <p14:creationId xmlns:p14="http://schemas.microsoft.com/office/powerpoint/2010/main" val="25715714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8888" y="720725"/>
            <a:ext cx="4797425" cy="3598863"/>
          </a:xfrm>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10"/>
          </p:nvPr>
        </p:nvSpPr>
        <p:spPr/>
        <p:txBody>
          <a:bodyPr/>
          <a:lstStyle/>
          <a:p>
            <a:fld id="{9FCBDC66-5FD4-4D91-9FD7-3639CA8D149D}" type="slidenum">
              <a:rPr lang="da-DK" altLang="da-DK" smtClean="0"/>
              <a:pPr/>
              <a:t>26</a:t>
            </a:fld>
            <a:endParaRPr lang="da-DK" altLang="da-DK"/>
          </a:p>
        </p:txBody>
      </p:sp>
    </p:spTree>
    <p:extLst>
      <p:ext uri="{BB962C8B-B14F-4D97-AF65-F5344CB8AC3E}">
        <p14:creationId xmlns:p14="http://schemas.microsoft.com/office/powerpoint/2010/main" val="25715714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8888" y="720725"/>
            <a:ext cx="4797425" cy="3598863"/>
          </a:xfrm>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10"/>
          </p:nvPr>
        </p:nvSpPr>
        <p:spPr/>
        <p:txBody>
          <a:bodyPr/>
          <a:lstStyle/>
          <a:p>
            <a:fld id="{9FCBDC66-5FD4-4D91-9FD7-3639CA8D149D}" type="slidenum">
              <a:rPr lang="da-DK" altLang="da-DK" smtClean="0"/>
              <a:pPr/>
              <a:t>27</a:t>
            </a:fld>
            <a:endParaRPr lang="da-DK" altLang="da-DK"/>
          </a:p>
        </p:txBody>
      </p:sp>
    </p:spTree>
    <p:extLst>
      <p:ext uri="{BB962C8B-B14F-4D97-AF65-F5344CB8AC3E}">
        <p14:creationId xmlns:p14="http://schemas.microsoft.com/office/powerpoint/2010/main" val="25715714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8888" y="720725"/>
            <a:ext cx="4797425" cy="3598863"/>
          </a:xfrm>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10"/>
          </p:nvPr>
        </p:nvSpPr>
        <p:spPr/>
        <p:txBody>
          <a:bodyPr/>
          <a:lstStyle/>
          <a:p>
            <a:fld id="{9FCBDC66-5FD4-4D91-9FD7-3639CA8D149D}" type="slidenum">
              <a:rPr lang="da-DK" altLang="da-DK" smtClean="0"/>
              <a:pPr/>
              <a:t>28</a:t>
            </a:fld>
            <a:endParaRPr lang="da-DK" altLang="da-DK"/>
          </a:p>
        </p:txBody>
      </p:sp>
    </p:spTree>
    <p:extLst>
      <p:ext uri="{BB962C8B-B14F-4D97-AF65-F5344CB8AC3E}">
        <p14:creationId xmlns:p14="http://schemas.microsoft.com/office/powerpoint/2010/main" val="25715714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8888" y="720725"/>
            <a:ext cx="4797425" cy="3598863"/>
          </a:xfrm>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10"/>
          </p:nvPr>
        </p:nvSpPr>
        <p:spPr/>
        <p:txBody>
          <a:bodyPr/>
          <a:lstStyle/>
          <a:p>
            <a:fld id="{9FCBDC66-5FD4-4D91-9FD7-3639CA8D149D}" type="slidenum">
              <a:rPr lang="da-DK" altLang="da-DK" smtClean="0"/>
              <a:pPr/>
              <a:t>29</a:t>
            </a:fld>
            <a:endParaRPr lang="da-DK" altLang="da-DK"/>
          </a:p>
        </p:txBody>
      </p:sp>
    </p:spTree>
    <p:extLst>
      <p:ext uri="{BB962C8B-B14F-4D97-AF65-F5344CB8AC3E}">
        <p14:creationId xmlns:p14="http://schemas.microsoft.com/office/powerpoint/2010/main" val="25715714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8888" y="720725"/>
            <a:ext cx="4797425" cy="3598863"/>
          </a:xfrm>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10"/>
          </p:nvPr>
        </p:nvSpPr>
        <p:spPr/>
        <p:txBody>
          <a:bodyPr/>
          <a:lstStyle/>
          <a:p>
            <a:fld id="{9FCBDC66-5FD4-4D91-9FD7-3639CA8D149D}" type="slidenum">
              <a:rPr lang="da-DK" altLang="da-DK" smtClean="0"/>
              <a:pPr/>
              <a:t>30</a:t>
            </a:fld>
            <a:endParaRPr lang="da-DK" altLang="da-DK"/>
          </a:p>
        </p:txBody>
      </p:sp>
    </p:spTree>
    <p:extLst>
      <p:ext uri="{BB962C8B-B14F-4D97-AF65-F5344CB8AC3E}">
        <p14:creationId xmlns:p14="http://schemas.microsoft.com/office/powerpoint/2010/main" val="23426194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8888" y="720725"/>
            <a:ext cx="4797425" cy="3598863"/>
          </a:xfrm>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10"/>
          </p:nvPr>
        </p:nvSpPr>
        <p:spPr/>
        <p:txBody>
          <a:bodyPr/>
          <a:lstStyle/>
          <a:p>
            <a:fld id="{9FCBDC66-5FD4-4D91-9FD7-3639CA8D149D}" type="slidenum">
              <a:rPr lang="da-DK" altLang="da-DK" smtClean="0"/>
              <a:pPr/>
              <a:t>31</a:t>
            </a:fld>
            <a:endParaRPr lang="da-DK" altLang="da-DK"/>
          </a:p>
        </p:txBody>
      </p:sp>
    </p:spTree>
    <p:extLst>
      <p:ext uri="{BB962C8B-B14F-4D97-AF65-F5344CB8AC3E}">
        <p14:creationId xmlns:p14="http://schemas.microsoft.com/office/powerpoint/2010/main" val="25715714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8888" y="720725"/>
            <a:ext cx="4797425" cy="3598863"/>
          </a:xfrm>
        </p:spPr>
      </p:sp>
      <p:sp>
        <p:nvSpPr>
          <p:cNvPr id="3" name="Notes Placeholder 2"/>
          <p:cNvSpPr>
            <a:spLocks noGrp="1"/>
          </p:cNvSpPr>
          <p:nvPr>
            <p:ph type="body" idx="1"/>
          </p:nvPr>
        </p:nvSpPr>
        <p:spPr/>
        <p:txBody>
          <a:bodyPr/>
          <a:lstStyle/>
          <a:p>
            <a:endParaRPr lang="da-DK" dirty="0"/>
          </a:p>
        </p:txBody>
      </p:sp>
      <p:sp>
        <p:nvSpPr>
          <p:cNvPr id="4" name="Slide Number Placeholder 3"/>
          <p:cNvSpPr>
            <a:spLocks noGrp="1"/>
          </p:cNvSpPr>
          <p:nvPr>
            <p:ph type="sldNum" sz="quarter" idx="10"/>
          </p:nvPr>
        </p:nvSpPr>
        <p:spPr/>
        <p:txBody>
          <a:bodyPr/>
          <a:lstStyle/>
          <a:p>
            <a:fld id="{9FCBDC66-5FD4-4D91-9FD7-3639CA8D149D}" type="slidenum">
              <a:rPr lang="da-DK" altLang="da-DK" smtClean="0"/>
              <a:pPr/>
              <a:t>32</a:t>
            </a:fld>
            <a:endParaRPr lang="da-DK" altLang="da-DK"/>
          </a:p>
        </p:txBody>
      </p:sp>
    </p:spTree>
    <p:extLst>
      <p:ext uri="{BB962C8B-B14F-4D97-AF65-F5344CB8AC3E}">
        <p14:creationId xmlns:p14="http://schemas.microsoft.com/office/powerpoint/2010/main" val="32580080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8888" y="720725"/>
            <a:ext cx="4797425" cy="3598863"/>
          </a:xfrm>
        </p:spPr>
      </p:sp>
      <p:sp>
        <p:nvSpPr>
          <p:cNvPr id="3" name="Notes Placeholder 2"/>
          <p:cNvSpPr>
            <a:spLocks noGrp="1"/>
          </p:cNvSpPr>
          <p:nvPr>
            <p:ph type="body" idx="1"/>
          </p:nvPr>
        </p:nvSpPr>
        <p:spPr/>
        <p:txBody>
          <a:bodyPr/>
          <a:lstStyle/>
          <a:p>
            <a:endParaRPr lang="da-DK" dirty="0"/>
          </a:p>
        </p:txBody>
      </p:sp>
      <p:sp>
        <p:nvSpPr>
          <p:cNvPr id="4" name="Slide Number Placeholder 3"/>
          <p:cNvSpPr>
            <a:spLocks noGrp="1"/>
          </p:cNvSpPr>
          <p:nvPr>
            <p:ph type="sldNum" sz="quarter" idx="10"/>
          </p:nvPr>
        </p:nvSpPr>
        <p:spPr/>
        <p:txBody>
          <a:bodyPr/>
          <a:lstStyle/>
          <a:p>
            <a:fld id="{9FCBDC66-5FD4-4D91-9FD7-3639CA8D149D}" type="slidenum">
              <a:rPr lang="da-DK" altLang="da-DK" smtClean="0"/>
              <a:pPr/>
              <a:t>33</a:t>
            </a:fld>
            <a:endParaRPr lang="da-DK" altLang="da-DK"/>
          </a:p>
        </p:txBody>
      </p:sp>
    </p:spTree>
    <p:extLst>
      <p:ext uri="{BB962C8B-B14F-4D97-AF65-F5344CB8AC3E}">
        <p14:creationId xmlns:p14="http://schemas.microsoft.com/office/powerpoint/2010/main" val="291097589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473" eaLnBrk="0" hangingPunct="0">
              <a:defRPr sz="1900">
                <a:solidFill>
                  <a:srgbClr val="A50021"/>
                </a:solidFill>
                <a:latin typeface="Arial" pitchFamily="34" charset="0"/>
                <a:ea typeface="ＭＳ Ｐゴシック" pitchFamily="34" charset="-128"/>
              </a:defRPr>
            </a:lvl1pPr>
            <a:lvl2pPr marL="715856" indent="-275329" defTabSz="954473" eaLnBrk="0" hangingPunct="0">
              <a:defRPr sz="1900">
                <a:solidFill>
                  <a:srgbClr val="A50021"/>
                </a:solidFill>
                <a:latin typeface="Arial" pitchFamily="34" charset="0"/>
                <a:ea typeface="ＭＳ Ｐゴシック" pitchFamily="34" charset="-128"/>
              </a:defRPr>
            </a:lvl2pPr>
            <a:lvl3pPr marL="1101316" indent="-220264" defTabSz="954473" eaLnBrk="0" hangingPunct="0">
              <a:defRPr sz="1900">
                <a:solidFill>
                  <a:srgbClr val="A50021"/>
                </a:solidFill>
                <a:latin typeface="Arial" pitchFamily="34" charset="0"/>
                <a:ea typeface="ＭＳ Ｐゴシック" pitchFamily="34" charset="-128"/>
              </a:defRPr>
            </a:lvl3pPr>
            <a:lvl4pPr marL="1541842" indent="-220264" defTabSz="954473" eaLnBrk="0" hangingPunct="0">
              <a:defRPr sz="1900">
                <a:solidFill>
                  <a:srgbClr val="A50021"/>
                </a:solidFill>
                <a:latin typeface="Arial" pitchFamily="34" charset="0"/>
                <a:ea typeface="ＭＳ Ｐゴシック" pitchFamily="34" charset="-128"/>
              </a:defRPr>
            </a:lvl4pPr>
            <a:lvl5pPr marL="1982368" indent="-220264" defTabSz="954473" eaLnBrk="0" hangingPunct="0">
              <a:defRPr sz="1900">
                <a:solidFill>
                  <a:srgbClr val="A50021"/>
                </a:solidFill>
                <a:latin typeface="Arial" pitchFamily="34" charset="0"/>
                <a:ea typeface="ＭＳ Ｐゴシック" pitchFamily="34" charset="-128"/>
              </a:defRPr>
            </a:lvl5pPr>
            <a:lvl6pPr marL="2422894" indent="-220264" defTabSz="954473" eaLnBrk="0" fontAlgn="base" hangingPunct="0">
              <a:spcBef>
                <a:spcPct val="0"/>
              </a:spcBef>
              <a:spcAft>
                <a:spcPct val="0"/>
              </a:spcAft>
              <a:defRPr sz="1900">
                <a:solidFill>
                  <a:srgbClr val="A50021"/>
                </a:solidFill>
                <a:latin typeface="Arial" pitchFamily="34" charset="0"/>
                <a:ea typeface="ＭＳ Ｐゴシック" pitchFamily="34" charset="-128"/>
              </a:defRPr>
            </a:lvl6pPr>
            <a:lvl7pPr marL="2863419" indent="-220264" defTabSz="954473" eaLnBrk="0" fontAlgn="base" hangingPunct="0">
              <a:spcBef>
                <a:spcPct val="0"/>
              </a:spcBef>
              <a:spcAft>
                <a:spcPct val="0"/>
              </a:spcAft>
              <a:defRPr sz="1900">
                <a:solidFill>
                  <a:srgbClr val="A50021"/>
                </a:solidFill>
                <a:latin typeface="Arial" pitchFamily="34" charset="0"/>
                <a:ea typeface="ＭＳ Ｐゴシック" pitchFamily="34" charset="-128"/>
              </a:defRPr>
            </a:lvl7pPr>
            <a:lvl8pPr marL="3303945" indent="-220264" defTabSz="954473" eaLnBrk="0" fontAlgn="base" hangingPunct="0">
              <a:spcBef>
                <a:spcPct val="0"/>
              </a:spcBef>
              <a:spcAft>
                <a:spcPct val="0"/>
              </a:spcAft>
              <a:defRPr sz="1900">
                <a:solidFill>
                  <a:srgbClr val="A50021"/>
                </a:solidFill>
                <a:latin typeface="Arial" pitchFamily="34" charset="0"/>
                <a:ea typeface="ＭＳ Ｐゴシック" pitchFamily="34" charset="-128"/>
              </a:defRPr>
            </a:lvl8pPr>
            <a:lvl9pPr marL="3744472" indent="-220264" defTabSz="954473" eaLnBrk="0" fontAlgn="base" hangingPunct="0">
              <a:spcBef>
                <a:spcPct val="0"/>
              </a:spcBef>
              <a:spcAft>
                <a:spcPct val="0"/>
              </a:spcAft>
              <a:defRPr sz="1900">
                <a:solidFill>
                  <a:srgbClr val="A50021"/>
                </a:solidFill>
                <a:latin typeface="Arial" pitchFamily="34" charset="0"/>
                <a:ea typeface="ＭＳ Ｐゴシック" pitchFamily="34" charset="-128"/>
              </a:defRPr>
            </a:lvl9pPr>
          </a:lstStyle>
          <a:p>
            <a:pPr eaLnBrk="1" hangingPunct="1"/>
            <a:fld id="{D0D15BEC-A969-4B4E-A419-C8485F5E417F}" type="slidenum">
              <a:rPr lang="da-DK" altLang="da-DK" sz="1300">
                <a:solidFill>
                  <a:srgbClr val="CC0000"/>
                </a:solidFill>
                <a:latin typeface="Times New Roman" pitchFamily="18" charset="0"/>
              </a:rPr>
              <a:pPr eaLnBrk="1" hangingPunct="1"/>
              <a:t>34</a:t>
            </a:fld>
            <a:endParaRPr lang="da-DK" altLang="da-DK" sz="1300">
              <a:solidFill>
                <a:srgbClr val="CC0000"/>
              </a:solidFill>
              <a:latin typeface="Times New Roman" pitchFamily="18" charset="0"/>
            </a:endParaRPr>
          </a:p>
        </p:txBody>
      </p:sp>
      <p:sp>
        <p:nvSpPr>
          <p:cNvPr id="19458" name="Rectangle 2"/>
          <p:cNvSpPr>
            <a:spLocks noGrp="1" noRot="1" noChangeAspect="1" noChangeArrowheads="1" noTextEdit="1"/>
          </p:cNvSpPr>
          <p:nvPr>
            <p:ph type="sldImg"/>
          </p:nvPr>
        </p:nvSpPr>
        <p:spPr>
          <a:xfrm>
            <a:off x="1639888" y="695325"/>
            <a:ext cx="4637087" cy="3476625"/>
          </a:xfrm>
          <a:ln/>
        </p:spPr>
      </p:sp>
      <p:sp>
        <p:nvSpPr>
          <p:cNvPr id="194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da-DK" dirty="0">
              <a:latin typeface="Times New Roman" pitchFamily="18" charset="0"/>
              <a:ea typeface="ＭＳ Ｐゴシック" pitchFamily="34" charset="-128"/>
            </a:endParaRPr>
          </a:p>
        </p:txBody>
      </p:sp>
    </p:spTree>
    <p:extLst>
      <p:ext uri="{BB962C8B-B14F-4D97-AF65-F5344CB8AC3E}">
        <p14:creationId xmlns:p14="http://schemas.microsoft.com/office/powerpoint/2010/main" val="99500157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8888" y="720725"/>
            <a:ext cx="4797425" cy="3598863"/>
          </a:xfrm>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10"/>
          </p:nvPr>
        </p:nvSpPr>
        <p:spPr/>
        <p:txBody>
          <a:bodyPr/>
          <a:lstStyle/>
          <a:p>
            <a:fld id="{9FCBDC66-5FD4-4D91-9FD7-3639CA8D149D}" type="slidenum">
              <a:rPr lang="da-DK" altLang="da-DK" smtClean="0"/>
              <a:pPr/>
              <a:t>35</a:t>
            </a:fld>
            <a:endParaRPr lang="da-DK" altLang="da-DK"/>
          </a:p>
        </p:txBody>
      </p:sp>
    </p:spTree>
    <p:extLst>
      <p:ext uri="{BB962C8B-B14F-4D97-AF65-F5344CB8AC3E}">
        <p14:creationId xmlns:p14="http://schemas.microsoft.com/office/powerpoint/2010/main" val="257157143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542" eaLnBrk="0" hangingPunct="0">
              <a:spcBef>
                <a:spcPct val="30000"/>
              </a:spcBef>
              <a:defRPr sz="1200">
                <a:solidFill>
                  <a:schemeClr val="tx1"/>
                </a:solidFill>
                <a:latin typeface="Times New Roman" pitchFamily="18" charset="0"/>
                <a:ea typeface="ＭＳ Ｐゴシック" pitchFamily="34" charset="-128"/>
              </a:defRPr>
            </a:lvl1pPr>
            <a:lvl2pPr marL="715907" indent="-275349" defTabSz="954542" eaLnBrk="0" hangingPunct="0">
              <a:spcBef>
                <a:spcPct val="30000"/>
              </a:spcBef>
              <a:defRPr sz="1200">
                <a:solidFill>
                  <a:schemeClr val="tx1"/>
                </a:solidFill>
                <a:latin typeface="Times New Roman" pitchFamily="18" charset="0"/>
                <a:ea typeface="ＭＳ Ｐゴシック" pitchFamily="34" charset="-128"/>
              </a:defRPr>
            </a:lvl2pPr>
            <a:lvl3pPr marL="1101395" indent="-220279" defTabSz="954542" eaLnBrk="0" hangingPunct="0">
              <a:spcBef>
                <a:spcPct val="30000"/>
              </a:spcBef>
              <a:defRPr sz="1200">
                <a:solidFill>
                  <a:schemeClr val="tx1"/>
                </a:solidFill>
                <a:latin typeface="Times New Roman" pitchFamily="18" charset="0"/>
                <a:ea typeface="ＭＳ Ｐゴシック" pitchFamily="34" charset="-128"/>
              </a:defRPr>
            </a:lvl3pPr>
            <a:lvl4pPr marL="1541953" indent="-220279" defTabSz="954542" eaLnBrk="0" hangingPunct="0">
              <a:spcBef>
                <a:spcPct val="30000"/>
              </a:spcBef>
              <a:defRPr sz="1200">
                <a:solidFill>
                  <a:schemeClr val="tx1"/>
                </a:solidFill>
                <a:latin typeface="Times New Roman" pitchFamily="18" charset="0"/>
                <a:ea typeface="ＭＳ Ｐゴシック" pitchFamily="34" charset="-128"/>
              </a:defRPr>
            </a:lvl4pPr>
            <a:lvl5pPr marL="1982511" indent="-220279" defTabSz="954542" eaLnBrk="0" hangingPunct="0">
              <a:spcBef>
                <a:spcPct val="30000"/>
              </a:spcBef>
              <a:defRPr sz="1200">
                <a:solidFill>
                  <a:schemeClr val="tx1"/>
                </a:solidFill>
                <a:latin typeface="Times New Roman" pitchFamily="18" charset="0"/>
                <a:ea typeface="ＭＳ Ｐゴシック" pitchFamily="34" charset="-128"/>
              </a:defRPr>
            </a:lvl5pPr>
            <a:lvl6pPr marL="2423069" indent="-220279" defTabSz="954542" eaLnBrk="0" fontAlgn="base" hangingPunct="0">
              <a:spcBef>
                <a:spcPct val="30000"/>
              </a:spcBef>
              <a:spcAft>
                <a:spcPct val="0"/>
              </a:spcAft>
              <a:defRPr sz="1200">
                <a:solidFill>
                  <a:schemeClr val="tx1"/>
                </a:solidFill>
                <a:latin typeface="Times New Roman" pitchFamily="18" charset="0"/>
                <a:ea typeface="ＭＳ Ｐゴシック" pitchFamily="34" charset="-128"/>
              </a:defRPr>
            </a:lvl6pPr>
            <a:lvl7pPr marL="2863626" indent="-220279" defTabSz="954542" eaLnBrk="0" fontAlgn="base" hangingPunct="0">
              <a:spcBef>
                <a:spcPct val="30000"/>
              </a:spcBef>
              <a:spcAft>
                <a:spcPct val="0"/>
              </a:spcAft>
              <a:defRPr sz="1200">
                <a:solidFill>
                  <a:schemeClr val="tx1"/>
                </a:solidFill>
                <a:latin typeface="Times New Roman" pitchFamily="18" charset="0"/>
                <a:ea typeface="ＭＳ Ｐゴシック" pitchFamily="34" charset="-128"/>
              </a:defRPr>
            </a:lvl7pPr>
            <a:lvl8pPr marL="3304184" indent="-220279" defTabSz="954542" eaLnBrk="0" fontAlgn="base" hangingPunct="0">
              <a:spcBef>
                <a:spcPct val="30000"/>
              </a:spcBef>
              <a:spcAft>
                <a:spcPct val="0"/>
              </a:spcAft>
              <a:defRPr sz="1200">
                <a:solidFill>
                  <a:schemeClr val="tx1"/>
                </a:solidFill>
                <a:latin typeface="Times New Roman" pitchFamily="18" charset="0"/>
                <a:ea typeface="ＭＳ Ｐゴシック" pitchFamily="34" charset="-128"/>
              </a:defRPr>
            </a:lvl8pPr>
            <a:lvl9pPr marL="3744742" indent="-220279" defTabSz="954542" eaLnBrk="0" fontAlgn="base" hangingPunct="0">
              <a:spcBef>
                <a:spcPct val="30000"/>
              </a:spcBef>
              <a:spcAft>
                <a:spcPct val="0"/>
              </a:spcAft>
              <a:defRPr sz="1200">
                <a:solidFill>
                  <a:schemeClr val="tx1"/>
                </a:solidFill>
                <a:latin typeface="Times New Roman" pitchFamily="18" charset="0"/>
                <a:ea typeface="ＭＳ Ｐゴシック" pitchFamily="34" charset="-128"/>
              </a:defRPr>
            </a:lvl9pPr>
          </a:lstStyle>
          <a:p>
            <a:pPr eaLnBrk="1" hangingPunct="1">
              <a:spcBef>
                <a:spcPct val="0"/>
              </a:spcBef>
            </a:pPr>
            <a:fld id="{0A7C83F2-97F6-4FF2-A03C-029400408B2C}" type="slidenum">
              <a:rPr lang="da-DK" altLang="da-DK" sz="1300">
                <a:solidFill>
                  <a:srgbClr val="CC0000"/>
                </a:solidFill>
              </a:rPr>
              <a:pPr eaLnBrk="1" hangingPunct="1">
                <a:spcBef>
                  <a:spcPct val="0"/>
                </a:spcBef>
              </a:pPr>
              <a:t>36</a:t>
            </a:fld>
            <a:endParaRPr lang="da-DK" altLang="da-DK" sz="1300">
              <a:solidFill>
                <a:srgbClr val="CC0000"/>
              </a:solidFill>
            </a:endParaRPr>
          </a:p>
        </p:txBody>
      </p:sp>
      <p:sp>
        <p:nvSpPr>
          <p:cNvPr id="10243" name="Rectangle 2"/>
          <p:cNvSpPr>
            <a:spLocks noGrp="1" noRot="1" noChangeAspect="1" noChangeArrowheads="1" noTextEdit="1"/>
          </p:cNvSpPr>
          <p:nvPr>
            <p:ph type="sldImg"/>
          </p:nvPr>
        </p:nvSpPr>
        <p:spPr>
          <a:xfrm>
            <a:off x="1258888" y="720725"/>
            <a:ext cx="4797425" cy="3598863"/>
          </a:xfrm>
          <a:ln/>
        </p:spPr>
      </p:sp>
      <p:sp>
        <p:nvSpPr>
          <p:cNvPr id="102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da-DK">
              <a:latin typeface="Times New Roman" pitchFamily="18" charset="0"/>
              <a:ea typeface="ＭＳ Ｐゴシック" pitchFamily="34" charset="-128"/>
            </a:endParaRPr>
          </a:p>
        </p:txBody>
      </p:sp>
    </p:spTree>
    <p:extLst>
      <p:ext uri="{BB962C8B-B14F-4D97-AF65-F5344CB8AC3E}">
        <p14:creationId xmlns:p14="http://schemas.microsoft.com/office/powerpoint/2010/main" val="29174154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a:t>Click to edit Master title style</a:t>
            </a:r>
            <a:endParaRPr lang="en-US"/>
          </a:p>
        </p:txBody>
      </p:sp>
      <p:sp>
        <p:nvSpPr>
          <p:cNvPr id="3" name="Content Placeholder 2"/>
          <p:cNvSpPr>
            <a:spLocks noGrp="1"/>
          </p:cNvSpPr>
          <p:nvPr>
            <p:ph idx="1"/>
          </p:nvPr>
        </p:nvSpPr>
        <p:spPr/>
        <p:txBody>
          <a:bodyPr/>
          <a:lstStyle/>
          <a:p>
            <a:pPr lvl="0"/>
            <a:r>
              <a:rPr lang="da-DK"/>
              <a:t>Click to edit Master text styles</a:t>
            </a:r>
          </a:p>
          <a:p>
            <a:pPr lvl="1"/>
            <a:r>
              <a:rPr lang="da-DK"/>
              <a:t>Second level</a:t>
            </a:r>
          </a:p>
          <a:p>
            <a:pPr lvl="2"/>
            <a:r>
              <a:rPr lang="da-DK"/>
              <a:t>Third level</a:t>
            </a:r>
          </a:p>
          <a:p>
            <a:pPr lvl="3"/>
            <a:r>
              <a:rPr lang="da-DK"/>
              <a:t>Fourth level</a:t>
            </a:r>
          </a:p>
          <a:p>
            <a:pPr lvl="4"/>
            <a:r>
              <a:rPr lang="da-DK"/>
              <a:t>Fifth level</a:t>
            </a:r>
            <a:endParaRPr lang="en-US"/>
          </a:p>
        </p:txBody>
      </p:sp>
      <p:sp>
        <p:nvSpPr>
          <p:cNvPr id="6" name="Rectangle 6"/>
          <p:cNvSpPr>
            <a:spLocks noGrp="1" noChangeArrowheads="1"/>
          </p:cNvSpPr>
          <p:nvPr>
            <p:ph type="sldNum" sz="quarter" idx="12"/>
          </p:nvPr>
        </p:nvSpPr>
        <p:spPr>
          <a:xfrm>
            <a:off x="8388424" y="6400800"/>
            <a:ext cx="784143" cy="457200"/>
          </a:xfrm>
          <a:prstGeom prst="rect">
            <a:avLst/>
          </a:prstGeom>
          <a:ln/>
        </p:spPr>
        <p:txBody>
          <a:bodyPr/>
          <a:lstStyle>
            <a:lvl1pPr algn="ctr">
              <a:defRPr sz="1800" b="1"/>
            </a:lvl1pPr>
          </a:lstStyle>
          <a:p>
            <a:fld id="{AFFA0464-6430-46B6-9821-63ECB517BF02}" type="slidenum">
              <a:rPr lang="da-DK" altLang="da-DK" smtClean="0"/>
              <a:pPr/>
              <a:t>‹#›</a:t>
            </a:fld>
            <a:endParaRPr lang="da-DK" altLang="da-DK" dirty="0"/>
          </a:p>
        </p:txBody>
      </p:sp>
    </p:spTree>
    <p:extLst>
      <p:ext uri="{BB962C8B-B14F-4D97-AF65-F5344CB8AC3E}">
        <p14:creationId xmlns:p14="http://schemas.microsoft.com/office/powerpoint/2010/main" val="2802838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a:t>Click to edit Master title style</a:t>
            </a:r>
            <a:endParaRPr lang="en-US"/>
          </a:p>
        </p:txBody>
      </p:sp>
      <p:sp>
        <p:nvSpPr>
          <p:cNvPr id="6" name="Rectangle 6"/>
          <p:cNvSpPr>
            <a:spLocks noGrp="1" noChangeArrowheads="1"/>
          </p:cNvSpPr>
          <p:nvPr>
            <p:ph type="sldNum" sz="quarter" idx="12"/>
          </p:nvPr>
        </p:nvSpPr>
        <p:spPr>
          <a:xfrm>
            <a:off x="8388424" y="6400800"/>
            <a:ext cx="784143" cy="457200"/>
          </a:xfrm>
          <a:ln/>
        </p:spPr>
        <p:txBody>
          <a:bodyPr/>
          <a:lstStyle>
            <a:lvl1pPr algn="ctr">
              <a:defRPr sz="1800" b="1"/>
            </a:lvl1pPr>
          </a:lstStyle>
          <a:p>
            <a:fld id="{AFFA0464-6430-46B6-9821-63ECB517BF02}" type="slidenum">
              <a:rPr lang="da-DK" altLang="da-DK" smtClean="0"/>
              <a:pPr/>
              <a:t>‹#›</a:t>
            </a:fld>
            <a:endParaRPr lang="da-DK" altLang="da-DK" dirty="0"/>
          </a:p>
        </p:txBody>
      </p:sp>
    </p:spTree>
    <p:extLst>
      <p:ext uri="{BB962C8B-B14F-4D97-AF65-F5344CB8AC3E}">
        <p14:creationId xmlns:p14="http://schemas.microsoft.com/office/powerpoint/2010/main" val="381321650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68313" y="260350"/>
            <a:ext cx="8207375"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da-DK" altLang="da-DK"/>
              <a:t>Click to edit Master title style</a:t>
            </a:r>
          </a:p>
        </p:txBody>
      </p:sp>
      <p:sp>
        <p:nvSpPr>
          <p:cNvPr id="1027" name="Rectangle 3"/>
          <p:cNvSpPr>
            <a:spLocks noGrp="1" noChangeArrowheads="1"/>
          </p:cNvSpPr>
          <p:nvPr>
            <p:ph type="body" idx="1"/>
          </p:nvPr>
        </p:nvSpPr>
        <p:spPr bwMode="auto">
          <a:xfrm>
            <a:off x="468313" y="1052513"/>
            <a:ext cx="8207375" cy="519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a-DK" altLang="da-DK"/>
              <a:t>Click to edit Master text styles</a:t>
            </a:r>
          </a:p>
          <a:p>
            <a:pPr lvl="1"/>
            <a:r>
              <a:rPr lang="da-DK" altLang="da-DK"/>
              <a:t>Second level</a:t>
            </a:r>
          </a:p>
          <a:p>
            <a:pPr lvl="2"/>
            <a:r>
              <a:rPr lang="da-DK" altLang="da-DK"/>
              <a:t>Third level</a:t>
            </a:r>
          </a:p>
          <a:p>
            <a:pPr lvl="3"/>
            <a:r>
              <a:rPr lang="da-DK" altLang="da-DK"/>
              <a:t>Fourth level</a:t>
            </a:r>
          </a:p>
          <a:p>
            <a:pPr lvl="4"/>
            <a:r>
              <a:rPr lang="da-DK" altLang="da-DK"/>
              <a:t>Fifth level</a:t>
            </a:r>
          </a:p>
        </p:txBody>
      </p:sp>
      <p:sp>
        <p:nvSpPr>
          <p:cNvPr id="1031" name="Line 9"/>
          <p:cNvSpPr>
            <a:spLocks noChangeShapeType="1"/>
          </p:cNvSpPr>
          <p:nvPr/>
        </p:nvSpPr>
        <p:spPr bwMode="auto">
          <a:xfrm flipV="1">
            <a:off x="468313" y="981075"/>
            <a:ext cx="8207375" cy="0"/>
          </a:xfrm>
          <a:prstGeom prst="line">
            <a:avLst/>
          </a:prstGeom>
          <a:noFill/>
          <a:ln w="25400">
            <a:solidFill>
              <a:srgbClr val="000066"/>
            </a:solidFill>
            <a:round/>
            <a:headEnd/>
            <a:tailEnd/>
          </a:ln>
          <a:extLst>
            <a:ext uri="{909E8E84-426E-40DD-AFC4-6F175D3DCCD1}">
              <a14:hiddenFill xmlns:a14="http://schemas.microsoft.com/office/drawing/2010/main">
                <a:noFill/>
              </a14:hiddenFill>
            </a:ext>
          </a:extLst>
        </p:spPr>
        <p:txBody>
          <a:bodyPr/>
          <a:lstStyle/>
          <a:p>
            <a:endParaRPr lang="da-DK"/>
          </a:p>
        </p:txBody>
      </p:sp>
      <p:sp>
        <p:nvSpPr>
          <p:cNvPr id="8" name="Rectangle 6"/>
          <p:cNvSpPr>
            <a:spLocks noGrp="1" noChangeArrowheads="1"/>
          </p:cNvSpPr>
          <p:nvPr>
            <p:ph type="sldNum" sz="quarter" idx="4"/>
          </p:nvPr>
        </p:nvSpPr>
        <p:spPr>
          <a:xfrm>
            <a:off x="8388424" y="6400800"/>
            <a:ext cx="784143" cy="457200"/>
          </a:xfrm>
          <a:prstGeom prst="rect">
            <a:avLst/>
          </a:prstGeom>
          <a:ln/>
        </p:spPr>
        <p:txBody>
          <a:bodyPr/>
          <a:lstStyle>
            <a:lvl1pPr algn="ctr">
              <a:defRPr sz="1800" b="1">
                <a:solidFill>
                  <a:srgbClr val="002060"/>
                </a:solidFill>
              </a:defRPr>
            </a:lvl1pPr>
          </a:lstStyle>
          <a:p>
            <a:fld id="{AFFA0464-6430-46B6-9821-63ECB517BF02}" type="slidenum">
              <a:rPr lang="da-DK" altLang="da-DK" smtClean="0"/>
              <a:pPr/>
              <a:t>‹#›</a:t>
            </a:fld>
            <a:endParaRPr lang="da-DK" altLang="da-DK" dirty="0"/>
          </a:p>
        </p:txBody>
      </p:sp>
    </p:spTree>
  </p:cSld>
  <p:clrMap bg1="lt1" tx1="dk1" bg2="lt2" tx2="dk2" accent1="accent1" accent2="accent2" accent3="accent3" accent4="accent4" accent5="accent5" accent6="accent6" hlink="hlink" folHlink="folHlink"/>
  <p:sldLayoutIdLst>
    <p:sldLayoutId id="2147483650" r:id="rId1"/>
    <p:sldLayoutId id="2147483654" r:id="rId2"/>
  </p:sldLayoutIdLst>
  <p:hf hdr="0" ftr="0" dt="0"/>
  <p:txStyles>
    <p:titleStyle>
      <a:lvl1pPr algn="l" rtl="0" eaLnBrk="0" fontAlgn="base" hangingPunct="0">
        <a:spcBef>
          <a:spcPct val="0"/>
        </a:spcBef>
        <a:spcAft>
          <a:spcPct val="0"/>
        </a:spcAft>
        <a:defRPr sz="3600" b="1">
          <a:solidFill>
            <a:srgbClr val="000066"/>
          </a:solidFill>
          <a:latin typeface="+mj-lt"/>
          <a:ea typeface="ＭＳ Ｐゴシック" pitchFamily="-106" charset="-128"/>
          <a:cs typeface="ＭＳ Ｐゴシック" pitchFamily="-106" charset="-128"/>
        </a:defRPr>
      </a:lvl1pPr>
      <a:lvl2pPr algn="l" rtl="0" eaLnBrk="0" fontAlgn="base" hangingPunct="0">
        <a:spcBef>
          <a:spcPct val="0"/>
        </a:spcBef>
        <a:spcAft>
          <a:spcPct val="0"/>
        </a:spcAft>
        <a:defRPr sz="3600" b="1">
          <a:solidFill>
            <a:srgbClr val="000066"/>
          </a:solidFill>
          <a:latin typeface="Arial" charset="0"/>
          <a:ea typeface="ＭＳ Ｐゴシック" pitchFamily="-106" charset="-128"/>
          <a:cs typeface="ＭＳ Ｐゴシック" pitchFamily="-106" charset="-128"/>
        </a:defRPr>
      </a:lvl2pPr>
      <a:lvl3pPr algn="l" rtl="0" eaLnBrk="0" fontAlgn="base" hangingPunct="0">
        <a:spcBef>
          <a:spcPct val="0"/>
        </a:spcBef>
        <a:spcAft>
          <a:spcPct val="0"/>
        </a:spcAft>
        <a:defRPr sz="3600" b="1">
          <a:solidFill>
            <a:srgbClr val="000066"/>
          </a:solidFill>
          <a:latin typeface="Arial" charset="0"/>
          <a:ea typeface="ＭＳ Ｐゴシック" pitchFamily="-106" charset="-128"/>
          <a:cs typeface="ＭＳ Ｐゴシック" pitchFamily="-106" charset="-128"/>
        </a:defRPr>
      </a:lvl3pPr>
      <a:lvl4pPr algn="l" rtl="0" eaLnBrk="0" fontAlgn="base" hangingPunct="0">
        <a:spcBef>
          <a:spcPct val="0"/>
        </a:spcBef>
        <a:spcAft>
          <a:spcPct val="0"/>
        </a:spcAft>
        <a:defRPr sz="3600" b="1">
          <a:solidFill>
            <a:srgbClr val="000066"/>
          </a:solidFill>
          <a:latin typeface="Arial" charset="0"/>
          <a:ea typeface="ＭＳ Ｐゴシック" pitchFamily="-106" charset="-128"/>
          <a:cs typeface="ＭＳ Ｐゴシック" pitchFamily="-106" charset="-128"/>
        </a:defRPr>
      </a:lvl4pPr>
      <a:lvl5pPr algn="l" rtl="0" eaLnBrk="0" fontAlgn="base" hangingPunct="0">
        <a:spcBef>
          <a:spcPct val="0"/>
        </a:spcBef>
        <a:spcAft>
          <a:spcPct val="0"/>
        </a:spcAft>
        <a:defRPr sz="3600" b="1">
          <a:solidFill>
            <a:srgbClr val="000066"/>
          </a:solidFill>
          <a:latin typeface="Arial" charset="0"/>
          <a:ea typeface="ＭＳ Ｐゴシック" pitchFamily="-106" charset="-128"/>
          <a:cs typeface="ＭＳ Ｐゴシック" pitchFamily="-106" charset="-128"/>
        </a:defRPr>
      </a:lvl5pPr>
      <a:lvl6pPr marL="457200" algn="l" rtl="0" fontAlgn="base">
        <a:spcBef>
          <a:spcPct val="0"/>
        </a:spcBef>
        <a:spcAft>
          <a:spcPct val="0"/>
        </a:spcAft>
        <a:defRPr sz="3600" b="1">
          <a:solidFill>
            <a:srgbClr val="000066"/>
          </a:solidFill>
          <a:latin typeface="Arial" charset="0"/>
        </a:defRPr>
      </a:lvl6pPr>
      <a:lvl7pPr marL="914400" algn="l" rtl="0" fontAlgn="base">
        <a:spcBef>
          <a:spcPct val="0"/>
        </a:spcBef>
        <a:spcAft>
          <a:spcPct val="0"/>
        </a:spcAft>
        <a:defRPr sz="3600" b="1">
          <a:solidFill>
            <a:srgbClr val="000066"/>
          </a:solidFill>
          <a:latin typeface="Arial" charset="0"/>
        </a:defRPr>
      </a:lvl7pPr>
      <a:lvl8pPr marL="1371600" algn="l" rtl="0" fontAlgn="base">
        <a:spcBef>
          <a:spcPct val="0"/>
        </a:spcBef>
        <a:spcAft>
          <a:spcPct val="0"/>
        </a:spcAft>
        <a:defRPr sz="3600" b="1">
          <a:solidFill>
            <a:srgbClr val="000066"/>
          </a:solidFill>
          <a:latin typeface="Arial" charset="0"/>
        </a:defRPr>
      </a:lvl8pPr>
      <a:lvl9pPr marL="1828800" algn="l" rtl="0" fontAlgn="base">
        <a:spcBef>
          <a:spcPct val="0"/>
        </a:spcBef>
        <a:spcAft>
          <a:spcPct val="0"/>
        </a:spcAft>
        <a:defRPr sz="3600" b="1">
          <a:solidFill>
            <a:srgbClr val="000066"/>
          </a:solidFill>
          <a:latin typeface="Arial" charset="0"/>
        </a:defRPr>
      </a:lvl9pPr>
    </p:titleStyle>
    <p:body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36.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6156176" y="4293096"/>
            <a:ext cx="2915816" cy="2415486"/>
            <a:chOff x="4996207" y="3521723"/>
            <a:chExt cx="3774104" cy="2829026"/>
          </a:xfrm>
        </p:grpSpPr>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r="25757"/>
            <a:stretch/>
          </p:blipFill>
          <p:spPr>
            <a:xfrm>
              <a:off x="4996208" y="3521720"/>
              <a:ext cx="3774105" cy="2829024"/>
            </a:xfrm>
            <a:prstGeom prst="rect">
              <a:avLst/>
            </a:prstGeom>
            <a:solidFill>
              <a:schemeClr val="bg1"/>
            </a:solidFill>
          </p:spPr>
        </p:pic>
        <p:sp>
          <p:nvSpPr>
            <p:cNvPr id="8" name="Rectangle 7"/>
            <p:cNvSpPr/>
            <p:nvPr/>
          </p:nvSpPr>
          <p:spPr bwMode="auto">
            <a:xfrm>
              <a:off x="8028383" y="3645024"/>
              <a:ext cx="741929" cy="648072"/>
            </a:xfrm>
            <a:prstGeom prst="rect">
              <a:avLst/>
            </a:prstGeom>
            <a:solidFill>
              <a:schemeClr val="bg1"/>
            </a:solidFill>
            <a:ln w="9525" cap="flat" cmpd="sng" algn="ctr">
              <a:noFill/>
              <a:prstDash val="solid"/>
              <a:round/>
              <a:headEnd type="none" w="med" len="med"/>
              <a:tailEnd type="triangle" w="med" len="med"/>
            </a:ln>
            <a:effectLst/>
          </p:spPr>
          <p:txBody>
            <a:bodyPr vert="horz" wrap="square" lIns="90000" tIns="46800" rIns="90000" bIns="468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a-DK" sz="2000" b="0" i="0" u="none" strike="noStrike" cap="none" normalizeH="0" baseline="0">
                <a:ln>
                  <a:noFill/>
                </a:ln>
                <a:solidFill>
                  <a:srgbClr val="A50021"/>
                </a:solidFill>
                <a:effectLst/>
                <a:latin typeface="Arial" charset="0"/>
              </a:endParaRPr>
            </a:p>
          </p:txBody>
        </p:sp>
      </p:grpSp>
      <p:sp>
        <p:nvSpPr>
          <p:cNvPr id="30721" name="Rectangle 2"/>
          <p:cNvSpPr>
            <a:spLocks noGrp="1" noChangeArrowheads="1"/>
          </p:cNvSpPr>
          <p:nvPr>
            <p:ph type="title"/>
          </p:nvPr>
        </p:nvSpPr>
        <p:spPr>
          <a:xfrm>
            <a:off x="468313" y="260350"/>
            <a:ext cx="8568183" cy="682625"/>
          </a:xfrm>
        </p:spPr>
        <p:txBody>
          <a:bodyPr/>
          <a:lstStyle/>
          <a:p>
            <a:pPr eaLnBrk="1" hangingPunct="1"/>
            <a:r>
              <a:rPr lang="da-DK" altLang="da-DK" sz="3200" noProof="0" dirty="0">
                <a:ea typeface="ＭＳ Ｐゴシック" pitchFamily="34" charset="-128"/>
              </a:rPr>
              <a:t>Forelæsning Uge </a:t>
            </a:r>
            <a:r>
              <a:rPr lang="da-DK" altLang="da-DK" sz="3200" dirty="0">
                <a:ea typeface="ＭＳ Ｐゴシック" pitchFamily="34" charset="-128"/>
              </a:rPr>
              <a:t>14</a:t>
            </a:r>
            <a:endParaRPr lang="da-DK" altLang="da-DK" sz="3200" noProof="0" dirty="0">
              <a:ea typeface="ＭＳ Ｐゴシック" pitchFamily="34" charset="-128"/>
            </a:endParaRPr>
          </a:p>
        </p:txBody>
      </p:sp>
      <p:sp>
        <p:nvSpPr>
          <p:cNvPr id="30722" name="Rectangle 3"/>
          <p:cNvSpPr>
            <a:spLocks noGrp="1" noChangeArrowheads="1"/>
          </p:cNvSpPr>
          <p:nvPr>
            <p:ph type="body" idx="1"/>
          </p:nvPr>
        </p:nvSpPr>
        <p:spPr>
          <a:xfrm>
            <a:off x="468313" y="1052736"/>
            <a:ext cx="8479822" cy="5733257"/>
          </a:xfrm>
        </p:spPr>
        <p:txBody>
          <a:bodyPr/>
          <a:lstStyle/>
          <a:p>
            <a:pPr>
              <a:spcBef>
                <a:spcPts val="1200"/>
              </a:spcBef>
            </a:pPr>
            <a:r>
              <a:rPr lang="da-DK" altLang="da-DK" sz="1800" dirty="0">
                <a:ea typeface="ＭＳ Ｐゴシック" pitchFamily="34" charset="-128"/>
              </a:rPr>
              <a:t>Defensiv programmering</a:t>
            </a:r>
          </a:p>
          <a:p>
            <a:pPr lvl="1">
              <a:spcBef>
                <a:spcPts val="300"/>
              </a:spcBef>
            </a:pPr>
            <a:r>
              <a:rPr lang="da-DK" altLang="da-DK" sz="1600" kern="1200" dirty="0">
                <a:ea typeface="ＭＳ Ｐゴシック" pitchFamily="34" charset="-128"/>
                <a:cs typeface="+mn-cs"/>
              </a:rPr>
              <a:t>Metoder og konstruktører bør tjekke de parameterværdier, som de kaldes med</a:t>
            </a:r>
          </a:p>
          <a:p>
            <a:pPr lvl="1">
              <a:spcBef>
                <a:spcPts val="300"/>
              </a:spcBef>
            </a:pPr>
            <a:r>
              <a:rPr lang="da-DK" altLang="da-DK" sz="1600" kern="1200" dirty="0">
                <a:ea typeface="ＭＳ Ｐゴシック" pitchFamily="34" charset="-128"/>
                <a:cs typeface="+mn-cs"/>
              </a:rPr>
              <a:t>Derved kan man ofte undgå ulovlige handlinger, </a:t>
            </a:r>
            <a:r>
              <a:rPr lang="da-DK" altLang="da-DK" sz="1600" dirty="0">
                <a:ea typeface="ＭＳ Ｐゴシック" pitchFamily="34" charset="-128"/>
              </a:rPr>
              <a:t>såsom at dividere med nul eller tilgå et element, som ikke eksisterer</a:t>
            </a:r>
            <a:endParaRPr lang="da-DK" altLang="da-DK" sz="1600" spc="-50" dirty="0">
              <a:ea typeface="ＭＳ Ｐゴシック" pitchFamily="34" charset="-128"/>
            </a:endParaRPr>
          </a:p>
          <a:p>
            <a:pPr marL="342900" lvl="1" indent="-342900">
              <a:spcBef>
                <a:spcPts val="900"/>
              </a:spcBef>
              <a:buChar char="•"/>
            </a:pPr>
            <a:r>
              <a:rPr lang="da-DK" altLang="da-DK" sz="1800" b="1" dirty="0">
                <a:solidFill>
                  <a:srgbClr val="A50021"/>
                </a:solidFill>
                <a:ea typeface="ＭＳ Ｐゴシック" pitchFamily="34" charset="-128"/>
                <a:cs typeface="ＭＳ Ｐゴシック" pitchFamily="-106" charset="-128"/>
              </a:rPr>
              <a:t>Exceptions</a:t>
            </a:r>
          </a:p>
          <a:p>
            <a:pPr lvl="1">
              <a:spcBef>
                <a:spcPts val="300"/>
              </a:spcBef>
            </a:pPr>
            <a:r>
              <a:rPr lang="da-DK" altLang="da-DK" sz="1600" kern="1200" dirty="0">
                <a:ea typeface="ＭＳ Ｐゴシック" pitchFamily="34" charset="-128"/>
                <a:cs typeface="+mn-cs"/>
              </a:rPr>
              <a:t>Sprogkonstruktion til rapportering af fejl</a:t>
            </a:r>
          </a:p>
          <a:p>
            <a:pPr lvl="1">
              <a:spcBef>
                <a:spcPts val="300"/>
              </a:spcBef>
            </a:pPr>
            <a:r>
              <a:rPr lang="da-DK" altLang="da-DK" sz="1600" kern="1200" dirty="0">
                <a:ea typeface="ＭＳ Ｐゴシック" pitchFamily="34" charset="-128"/>
                <a:cs typeface="+mn-cs"/>
              </a:rPr>
              <a:t>En kaldt metode kan kaste en exception, som så efterfølgende gribes (håndteres) på det sted, hvor metoden blev kaldt</a:t>
            </a:r>
          </a:p>
          <a:p>
            <a:pPr marL="342900" lvl="1" indent="-342900">
              <a:spcBef>
                <a:spcPts val="900"/>
              </a:spcBef>
              <a:buChar char="•"/>
            </a:pPr>
            <a:r>
              <a:rPr lang="da-DK" altLang="da-DK" sz="1800" b="1" dirty="0">
                <a:solidFill>
                  <a:srgbClr val="A50021"/>
                </a:solidFill>
                <a:ea typeface="ＭＳ Ｐゴシック" pitchFamily="34" charset="-128"/>
                <a:cs typeface="ＭＳ Ｐゴシック" pitchFamily="-106" charset="-128"/>
              </a:rPr>
              <a:t>Assertions</a:t>
            </a:r>
          </a:p>
          <a:p>
            <a:pPr lvl="1">
              <a:spcBef>
                <a:spcPts val="300"/>
              </a:spcBef>
            </a:pPr>
            <a:r>
              <a:rPr lang="da-DK" altLang="da-DK" sz="1600" kern="1200" dirty="0">
                <a:ea typeface="ＭＳ Ｐゴシック" pitchFamily="34" charset="-128"/>
                <a:cs typeface="+mn-cs"/>
              </a:rPr>
              <a:t>Sprogkonstruktion til beskrivelse af betingelser, som man forventer vil være opfyldt på bestemte steder i programmet</a:t>
            </a:r>
          </a:p>
          <a:p>
            <a:pPr marL="342900" lvl="1" indent="-342900">
              <a:spcBef>
                <a:spcPts val="900"/>
              </a:spcBef>
              <a:buChar char="•"/>
            </a:pPr>
            <a:r>
              <a:rPr lang="da-DK" altLang="da-DK" sz="1800" b="1" dirty="0">
                <a:solidFill>
                  <a:srgbClr val="A50021"/>
                </a:solidFill>
                <a:ea typeface="ＭＳ Ｐゴシック" pitchFamily="34" charset="-128"/>
                <a:cs typeface="ＭＳ Ｐゴシック" pitchFamily="-106" charset="-128"/>
              </a:rPr>
              <a:t>Fil-baseret input/output</a:t>
            </a:r>
          </a:p>
          <a:p>
            <a:pPr lvl="1">
              <a:spcBef>
                <a:spcPts val="300"/>
              </a:spcBef>
            </a:pPr>
            <a:r>
              <a:rPr lang="da-DK" altLang="da-DK" sz="1600" kern="1200" dirty="0">
                <a:ea typeface="ＭＳ Ｐゴシック" pitchFamily="34" charset="-128"/>
                <a:cs typeface="+mn-cs"/>
              </a:rPr>
              <a:t>Hvordan læser og skriver man en fil?</a:t>
            </a:r>
          </a:p>
          <a:p>
            <a:pPr lvl="1">
              <a:spcBef>
                <a:spcPts val="300"/>
              </a:spcBef>
            </a:pPr>
            <a:r>
              <a:rPr lang="da-DK" altLang="da-DK" sz="1600" kern="1200" dirty="0">
                <a:ea typeface="ＭＳ Ｐゴシック" pitchFamily="34" charset="-128"/>
                <a:cs typeface="+mn-cs"/>
              </a:rPr>
              <a:t>Område, hvor der let kan ske fejl (forkert filnavn,</a:t>
            </a:r>
            <a:br>
              <a:rPr lang="da-DK" altLang="da-DK" sz="1600" kern="1200" dirty="0">
                <a:ea typeface="ＭＳ Ｐゴシック" pitchFamily="34" charset="-128"/>
                <a:cs typeface="+mn-cs"/>
              </a:rPr>
            </a:br>
            <a:r>
              <a:rPr lang="da-DK" altLang="da-DK" sz="1600" kern="1200" dirty="0">
                <a:ea typeface="ＭＳ Ｐゴシック" pitchFamily="34" charset="-128"/>
                <a:cs typeface="+mn-cs"/>
              </a:rPr>
              <a:t>disk </a:t>
            </a:r>
            <a:r>
              <a:rPr lang="da-DK" altLang="da-DK" sz="1600" kern="1200" dirty="0" err="1">
                <a:ea typeface="ＭＳ Ｐゴシック" pitchFamily="34" charset="-128"/>
                <a:cs typeface="+mn-cs"/>
              </a:rPr>
              <a:t>full</a:t>
            </a:r>
            <a:r>
              <a:rPr lang="da-DK" altLang="da-DK" sz="1600" kern="1200" dirty="0">
                <a:ea typeface="ＭＳ Ｐゴシック" pitchFamily="34" charset="-128"/>
                <a:cs typeface="+mn-cs"/>
              </a:rPr>
              <a:t>, </a:t>
            </a:r>
            <a:r>
              <a:rPr lang="da-DK" altLang="da-DK" sz="1600" kern="1200" dirty="0" err="1">
                <a:ea typeface="ＭＳ Ｐゴシック" pitchFamily="34" charset="-128"/>
                <a:cs typeface="+mn-cs"/>
              </a:rPr>
              <a:t>no</a:t>
            </a:r>
            <a:r>
              <a:rPr lang="da-DK" altLang="da-DK" sz="1600" kern="1200" dirty="0">
                <a:ea typeface="ＭＳ Ｐゴシック" pitchFamily="34" charset="-128"/>
                <a:cs typeface="+mn-cs"/>
              </a:rPr>
              <a:t> permission , netværksfejl, osv.)</a:t>
            </a:r>
          </a:p>
          <a:p>
            <a:pPr lvl="1">
              <a:spcBef>
                <a:spcPts val="300"/>
              </a:spcBef>
            </a:pPr>
            <a:r>
              <a:rPr lang="da-DK" altLang="da-DK" sz="1600" kern="1200" dirty="0">
                <a:ea typeface="ＭＳ Ｐゴシック" pitchFamily="34" charset="-128"/>
                <a:cs typeface="+mn-cs"/>
              </a:rPr>
              <a:t>Sådanne fejl håndteres elegant ved hjælp af exceptions</a:t>
            </a:r>
          </a:p>
          <a:p>
            <a:pPr marL="342900" lvl="1" indent="-342900">
              <a:spcBef>
                <a:spcPts val="900"/>
              </a:spcBef>
              <a:buFontTx/>
              <a:buChar char="•"/>
            </a:pPr>
            <a:r>
              <a:rPr lang="da-DK" altLang="da-DK" sz="1800" b="1" spc="-70" dirty="0">
                <a:solidFill>
                  <a:srgbClr val="A50021"/>
                </a:solidFill>
                <a:ea typeface="ＭＳ Ｐゴシック" pitchFamily="34" charset="-128"/>
                <a:cs typeface="ＭＳ Ｐゴシック" pitchFamily="-106" charset="-128"/>
              </a:rPr>
              <a:t>Afleveringsopgave: Computerspil 4</a:t>
            </a:r>
          </a:p>
          <a:p>
            <a:pPr lvl="1">
              <a:spcBef>
                <a:spcPts val="300"/>
              </a:spcBef>
            </a:pPr>
            <a:r>
              <a:rPr lang="da-DK" altLang="da-DK" sz="1600" kern="1200" dirty="0">
                <a:ea typeface="ＭＳ Ｐゴシック" pitchFamily="34" charset="-128"/>
                <a:cs typeface="+mn-cs"/>
              </a:rPr>
              <a:t>Modifikation af den</a:t>
            </a:r>
            <a:br>
              <a:rPr lang="da-DK" altLang="da-DK" sz="1600" kern="1200" dirty="0">
                <a:ea typeface="ＭＳ Ｐゴシック" pitchFamily="34" charset="-128"/>
                <a:cs typeface="+mn-cs"/>
              </a:rPr>
            </a:br>
            <a:r>
              <a:rPr lang="da-DK" altLang="da-DK" sz="1600" kern="1200" dirty="0">
                <a:ea typeface="ＭＳ Ｐゴシック" pitchFamily="34" charset="-128"/>
                <a:cs typeface="+mn-cs"/>
              </a:rPr>
              <a:t>grafiske brugergrænseflade</a:t>
            </a:r>
          </a:p>
          <a:p>
            <a:pPr lvl="1">
              <a:spcBef>
                <a:spcPts val="100"/>
              </a:spcBef>
            </a:pPr>
            <a:endParaRPr lang="da-DK" altLang="da-DK" sz="1600" kern="1200" spc="-50" dirty="0">
              <a:ea typeface="ＭＳ Ｐゴシック" pitchFamily="34" charset="-128"/>
              <a:cs typeface="+mn-cs"/>
            </a:endParaRPr>
          </a:p>
          <a:p>
            <a:pPr>
              <a:spcBef>
                <a:spcPts val="1200"/>
              </a:spcBef>
            </a:pPr>
            <a:endParaRPr lang="da-DK" altLang="da-DK" sz="1800" dirty="0">
              <a:ea typeface="ＭＳ Ｐゴシック" pitchFamily="34" charset="-128"/>
            </a:endParaRPr>
          </a:p>
        </p:txBody>
      </p:sp>
      <p:sp>
        <p:nvSpPr>
          <p:cNvPr id="9" name="Text Box 21"/>
          <p:cNvSpPr txBox="1">
            <a:spLocks noChangeArrowheads="1"/>
          </p:cNvSpPr>
          <p:nvPr/>
        </p:nvSpPr>
        <p:spPr bwMode="auto">
          <a:xfrm>
            <a:off x="4932040" y="476672"/>
            <a:ext cx="4016094" cy="869469"/>
          </a:xfrm>
          <a:prstGeom prst="rect">
            <a:avLst/>
          </a:prstGeom>
          <a:solidFill>
            <a:srgbClr val="CCECFF"/>
          </a:solidFill>
          <a:ln w="28575">
            <a:solidFill>
              <a:srgbClr val="0000FF"/>
            </a:solidFill>
          </a:ln>
        </p:spPr>
        <p:txBody>
          <a:bodyPr wrap="square">
            <a:spAutoFit/>
          </a:bodyPr>
          <a:lstStyle>
            <a:defPPr>
              <a:defRPr lang="da-DK"/>
            </a:defPPr>
            <a:lvl1pPr eaLnBrk="1" hangingPunct="1">
              <a:spcBef>
                <a:spcPct val="50000"/>
              </a:spcBef>
              <a:buFontTx/>
              <a:buNone/>
              <a:defRPr sz="1400" b="1">
                <a:solidFill>
                  <a:srgbClr val="0000FF"/>
                </a:solidFill>
              </a:defRPr>
            </a:lvl1pPr>
          </a:lstStyle>
          <a:p>
            <a:r>
              <a:rPr lang="da-DK" altLang="da-DK" sz="1200" dirty="0"/>
              <a:t>Tillykke</a:t>
            </a:r>
          </a:p>
          <a:p>
            <a:pPr marL="182563" indent="-182563">
              <a:spcBef>
                <a:spcPts val="100"/>
              </a:spcBef>
              <a:buFont typeface="Arial" panose="020B0604020202020204" pitchFamily="34" charset="0"/>
              <a:buChar char="•"/>
            </a:pPr>
            <a:r>
              <a:rPr lang="da-DK" altLang="da-DK" sz="1200" dirty="0"/>
              <a:t>I mangler nu kun at aflevere Computerspil 4 og 5 (som de fleste synes er lettere end de foregående)</a:t>
            </a:r>
          </a:p>
          <a:p>
            <a:pPr marL="182563" indent="-182563">
              <a:spcBef>
                <a:spcPts val="200"/>
              </a:spcBef>
              <a:buFont typeface="Arial" panose="020B0604020202020204" pitchFamily="34" charset="0"/>
              <a:buChar char="•"/>
            </a:pPr>
            <a:r>
              <a:rPr lang="da-DK" altLang="da-DK" sz="1200" dirty="0"/>
              <a:t>Husk også de to mundtlige præsentationer</a:t>
            </a:r>
          </a:p>
        </p:txBody>
      </p:sp>
    </p:spTree>
    <p:extLst>
      <p:ext uri="{BB962C8B-B14F-4D97-AF65-F5344CB8AC3E}">
        <p14:creationId xmlns:p14="http://schemas.microsoft.com/office/powerpoint/2010/main" val="8886980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395536" y="260648"/>
            <a:ext cx="8676456" cy="682625"/>
          </a:xfrm>
        </p:spPr>
        <p:txBody>
          <a:bodyPr/>
          <a:lstStyle/>
          <a:p>
            <a:pPr lvl="1"/>
            <a:r>
              <a:rPr lang="da-DK" altLang="da-DK" sz="3200" dirty="0">
                <a:solidFill>
                  <a:srgbClr val="C00000"/>
                </a:solidFill>
                <a:cs typeface="Arial"/>
              </a:rPr>
              <a:t>●</a:t>
            </a:r>
            <a:r>
              <a:rPr lang="da-DK" altLang="da-DK" sz="3200" dirty="0">
                <a:cs typeface="Arial"/>
              </a:rPr>
              <a:t> </a:t>
            </a:r>
            <a:r>
              <a:rPr lang="da-DK" altLang="da-DK" sz="3200" dirty="0">
                <a:ea typeface="ＭＳ Ｐゴシック" pitchFamily="34" charset="-128"/>
              </a:rPr>
              <a:t>Defensiv programmering</a:t>
            </a:r>
          </a:p>
        </p:txBody>
      </p:sp>
      <p:sp>
        <p:nvSpPr>
          <p:cNvPr id="2" name="Slide Number Placeholder 1"/>
          <p:cNvSpPr>
            <a:spLocks noGrp="1"/>
          </p:cNvSpPr>
          <p:nvPr>
            <p:ph type="sldNum" sz="quarter" idx="4294967295"/>
          </p:nvPr>
        </p:nvSpPr>
        <p:spPr>
          <a:xfrm>
            <a:off x="8532440" y="6400800"/>
            <a:ext cx="611560" cy="457200"/>
          </a:xfrm>
          <a:prstGeom prst="rect">
            <a:avLst/>
          </a:prstGeom>
        </p:spPr>
        <p:txBody>
          <a:bodyPr/>
          <a:lstStyle/>
          <a:p>
            <a:pPr>
              <a:defRPr/>
            </a:pPr>
            <a:fld id="{2CA5836E-6711-417F-AF48-31ACC3CF4030}" type="slidenum">
              <a:rPr lang="da-DK" altLang="da-DK" smtClean="0"/>
              <a:pPr>
                <a:defRPr/>
              </a:pPr>
              <a:t>2</a:t>
            </a:fld>
            <a:endParaRPr lang="da-DK" altLang="da-DK" dirty="0"/>
          </a:p>
        </p:txBody>
      </p:sp>
      <p:sp>
        <p:nvSpPr>
          <p:cNvPr id="7" name="Content Placeholder 2"/>
          <p:cNvSpPr txBox="1">
            <a:spLocks/>
          </p:cNvSpPr>
          <p:nvPr/>
        </p:nvSpPr>
        <p:spPr bwMode="auto">
          <a:xfrm>
            <a:off x="395536" y="1068592"/>
            <a:ext cx="8496944" cy="5600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65" charset="-128"/>
                <a:cs typeface="ＭＳ Ｐゴシック" pitchFamily="-65" charset="-128"/>
              </a:defRPr>
            </a:lvl1pPr>
            <a:lvl2pPr marL="742950" indent="-285750" algn="l" rtl="0" eaLnBrk="0" fontAlgn="base" hangingPunct="0">
              <a:spcBef>
                <a:spcPct val="20000"/>
              </a:spcBef>
              <a:spcAft>
                <a:spcPct val="0"/>
              </a:spcAft>
              <a:buChar char="–"/>
              <a:defRPr sz="2000">
                <a:solidFill>
                  <a:srgbClr val="002060"/>
                </a:solidFill>
                <a:latin typeface="+mn-lt"/>
                <a:ea typeface="ＭＳ Ｐゴシック" pitchFamily="-106" charset="-128"/>
              </a:defRPr>
            </a:lvl2pPr>
            <a:lvl3pPr marL="1143000" indent="-228600" algn="l" rtl="0" eaLnBrk="0" fontAlgn="base" hangingPunct="0">
              <a:spcBef>
                <a:spcPct val="20000"/>
              </a:spcBef>
              <a:spcAft>
                <a:spcPct val="0"/>
              </a:spcAft>
              <a:buChar char="•"/>
              <a:defRPr sz="1600">
                <a:solidFill>
                  <a:srgbClr val="002060"/>
                </a:solidFill>
                <a:latin typeface="+mn-lt"/>
                <a:ea typeface="ＭＳ Ｐゴシック" pitchFamily="-106" charset="-128"/>
              </a:defRPr>
            </a:lvl3pPr>
            <a:lvl4pPr marL="1600200" indent="-228600" algn="l" rtl="0" eaLnBrk="0" fontAlgn="base" hangingPunct="0">
              <a:spcBef>
                <a:spcPct val="20000"/>
              </a:spcBef>
              <a:spcAft>
                <a:spcPct val="0"/>
              </a:spcAft>
              <a:buChar char="–"/>
              <a:defRPr sz="1600">
                <a:solidFill>
                  <a:srgbClr val="002060"/>
                </a:solidFill>
                <a:latin typeface="Times New Roman" pitchFamily="-106" charset="0"/>
                <a:ea typeface="ＭＳ Ｐゴシック" pitchFamily="-106" charset="-128"/>
              </a:defRPr>
            </a:lvl4pPr>
            <a:lvl5pPr marL="2057400" indent="-228600" algn="l" rtl="0" eaLnBrk="0" fontAlgn="base" hangingPunct="0">
              <a:spcBef>
                <a:spcPct val="20000"/>
              </a:spcBef>
              <a:spcAft>
                <a:spcPct val="0"/>
              </a:spcAft>
              <a:buChar char="»"/>
              <a:defRPr sz="1200">
                <a:solidFill>
                  <a:srgbClr val="002060"/>
                </a:solidFill>
                <a:latin typeface="Times New Roman" pitchFamily="-106" charset="0"/>
                <a:ea typeface="ＭＳ Ｐゴシック" pitchFamily="-106" charset="-128"/>
              </a:defRPr>
            </a:lvl5pPr>
            <a:lvl6pPr marL="2514600" indent="-228600" algn="l" rtl="0" fontAlgn="base">
              <a:spcBef>
                <a:spcPct val="20000"/>
              </a:spcBef>
              <a:spcAft>
                <a:spcPct val="0"/>
              </a:spcAft>
              <a:buChar char="»"/>
              <a:defRPr sz="1200">
                <a:solidFill>
                  <a:schemeClr val="tx1"/>
                </a:solidFill>
                <a:latin typeface="Times New Roman" pitchFamily="-106" charset="0"/>
                <a:ea typeface="ＭＳ Ｐゴシック" pitchFamily="-106" charset="-128"/>
              </a:defRPr>
            </a:lvl6pPr>
            <a:lvl7pPr marL="2971800" indent="-228600" algn="l" rtl="0" fontAlgn="base">
              <a:spcBef>
                <a:spcPct val="20000"/>
              </a:spcBef>
              <a:spcAft>
                <a:spcPct val="0"/>
              </a:spcAft>
              <a:buChar char="»"/>
              <a:defRPr sz="1200">
                <a:solidFill>
                  <a:schemeClr val="tx1"/>
                </a:solidFill>
                <a:latin typeface="Times New Roman" pitchFamily="-106" charset="0"/>
                <a:ea typeface="ＭＳ Ｐゴシック" pitchFamily="-106" charset="-128"/>
              </a:defRPr>
            </a:lvl7pPr>
            <a:lvl8pPr marL="3429000" indent="-228600" algn="l" rtl="0" fontAlgn="base">
              <a:spcBef>
                <a:spcPct val="20000"/>
              </a:spcBef>
              <a:spcAft>
                <a:spcPct val="0"/>
              </a:spcAft>
              <a:buChar char="»"/>
              <a:defRPr sz="1200">
                <a:solidFill>
                  <a:schemeClr val="tx1"/>
                </a:solidFill>
                <a:latin typeface="Times New Roman" pitchFamily="-106" charset="0"/>
                <a:ea typeface="ＭＳ Ｐゴシック" pitchFamily="-106" charset="-128"/>
              </a:defRPr>
            </a:lvl8pPr>
            <a:lvl9pPr marL="3886200" indent="-228600" algn="l" rtl="0" fontAlgn="base">
              <a:spcBef>
                <a:spcPct val="20000"/>
              </a:spcBef>
              <a:spcAft>
                <a:spcPct val="0"/>
              </a:spcAft>
              <a:buChar char="»"/>
              <a:defRPr sz="1200">
                <a:solidFill>
                  <a:schemeClr val="tx1"/>
                </a:solidFill>
                <a:latin typeface="Times New Roman" pitchFamily="-106" charset="0"/>
                <a:ea typeface="ＭＳ Ｐゴシック" pitchFamily="-106" charset="-128"/>
              </a:defRPr>
            </a:lvl9pPr>
          </a:lstStyle>
          <a:p>
            <a:pPr marL="342900" lvl="1" indent="-342900" eaLnBrk="1" hangingPunct="1">
              <a:spcBef>
                <a:spcPts val="1800"/>
              </a:spcBef>
              <a:buFontTx/>
              <a:buChar char="•"/>
            </a:pPr>
            <a:r>
              <a:rPr lang="da-DK" altLang="da-DK" b="1" kern="0" dirty="0">
                <a:solidFill>
                  <a:srgbClr val="A50021"/>
                </a:solidFill>
                <a:latin typeface="Arial" pitchFamily="34" charset="0"/>
                <a:ea typeface="ＭＳ Ｐゴシック" pitchFamily="34" charset="-128"/>
              </a:rPr>
              <a:t>I kapitlet om defensiv programmering og exceptions tager</a:t>
            </a:r>
            <a:br>
              <a:rPr lang="da-DK" altLang="da-DK" b="1" kern="0" dirty="0">
                <a:solidFill>
                  <a:srgbClr val="A50021"/>
                </a:solidFill>
                <a:latin typeface="Arial" pitchFamily="34" charset="0"/>
                <a:ea typeface="ＭＳ Ｐゴシック" pitchFamily="34" charset="-128"/>
              </a:rPr>
            </a:br>
            <a:r>
              <a:rPr lang="da-DK" altLang="da-DK" b="1" kern="0" dirty="0">
                <a:solidFill>
                  <a:srgbClr val="A50021"/>
                </a:solidFill>
                <a:latin typeface="Arial" pitchFamily="34" charset="0"/>
                <a:ea typeface="ＭＳ Ｐゴシック" pitchFamily="34" charset="-128"/>
              </a:rPr>
              <a:t>BlueJ bogen udgangspunkt i klient/server systemer</a:t>
            </a:r>
          </a:p>
          <a:p>
            <a:pPr lvl="1">
              <a:spcBef>
                <a:spcPts val="400"/>
              </a:spcBef>
              <a:buFontTx/>
              <a:buChar char="–"/>
            </a:pPr>
            <a:r>
              <a:rPr lang="da-DK" altLang="da-DK" sz="1800" kern="0" dirty="0">
                <a:solidFill>
                  <a:srgbClr val="000066"/>
                </a:solidFill>
                <a:ea typeface="ＭＳ Ｐゴシック" pitchFamily="34" charset="-128"/>
              </a:rPr>
              <a:t>Det er dog ikke kun for klient/server systemer, at defensiv programmering og exceptions er relevant</a:t>
            </a:r>
          </a:p>
          <a:p>
            <a:pPr lvl="1">
              <a:spcBef>
                <a:spcPts val="400"/>
              </a:spcBef>
            </a:pPr>
            <a:r>
              <a:rPr lang="da-DK" altLang="da-DK" sz="1800" kern="0" dirty="0">
                <a:solidFill>
                  <a:srgbClr val="000066"/>
                </a:solidFill>
                <a:ea typeface="ＭＳ Ｐゴシック" pitchFamily="34" charset="-128"/>
              </a:rPr>
              <a:t>De kan bruges overalt, hvor metoder/konstruktører kalder hinanden</a:t>
            </a:r>
          </a:p>
          <a:p>
            <a:pPr marL="342900" lvl="1" indent="-342900" eaLnBrk="1" hangingPunct="1">
              <a:spcBef>
                <a:spcPts val="1800"/>
              </a:spcBef>
              <a:buFontTx/>
              <a:buChar char="•"/>
            </a:pPr>
            <a:r>
              <a:rPr lang="da-DK" altLang="da-DK" b="1" kern="0" dirty="0">
                <a:solidFill>
                  <a:srgbClr val="A50021"/>
                </a:solidFill>
                <a:latin typeface="Arial" pitchFamily="34" charset="0"/>
                <a:ea typeface="ＭＳ Ｐゴシック" pitchFamily="34" charset="-128"/>
              </a:rPr>
              <a:t>En server er karakteriseret ved, at den er </a:t>
            </a:r>
            <a:r>
              <a:rPr lang="da-DK" altLang="da-DK" b="1" kern="0" dirty="0">
                <a:solidFill>
                  <a:srgbClr val="008000"/>
                </a:solidFill>
                <a:latin typeface="Arial" pitchFamily="34" charset="0"/>
                <a:ea typeface="ＭＳ Ｐゴシック" pitchFamily="34" charset="-128"/>
              </a:rPr>
              <a:t>reaktiv</a:t>
            </a:r>
            <a:r>
              <a:rPr lang="da-DK" altLang="da-DK" b="1" kern="0" dirty="0">
                <a:solidFill>
                  <a:srgbClr val="A50021"/>
                </a:solidFill>
                <a:latin typeface="Arial" pitchFamily="34" charset="0"/>
                <a:ea typeface="ＭＳ Ｐゴシック" pitchFamily="34" charset="-128"/>
              </a:rPr>
              <a:t> </a:t>
            </a:r>
          </a:p>
          <a:p>
            <a:pPr lvl="1">
              <a:spcBef>
                <a:spcPts val="400"/>
              </a:spcBef>
            </a:pPr>
            <a:r>
              <a:rPr lang="da-DK" altLang="da-DK" sz="1800" kern="0" dirty="0">
                <a:solidFill>
                  <a:srgbClr val="000066"/>
                </a:solidFill>
                <a:ea typeface="ＭＳ Ｐゴシック" pitchFamily="34" charset="-128"/>
              </a:rPr>
              <a:t>Serveren gør kun noget, når en klient anmoder om det (webserver, testserver, mailserver, osv.)</a:t>
            </a:r>
          </a:p>
          <a:p>
            <a:pPr lvl="1">
              <a:spcBef>
                <a:spcPts val="400"/>
              </a:spcBef>
              <a:buFontTx/>
              <a:buChar char="–"/>
            </a:pPr>
            <a:r>
              <a:rPr lang="da-DK" altLang="da-DK" sz="1800" kern="0" dirty="0">
                <a:solidFill>
                  <a:srgbClr val="000066"/>
                </a:solidFill>
                <a:ea typeface="ＭＳ Ｐゴシック" pitchFamily="34" charset="-128"/>
              </a:rPr>
              <a:t>Serveren gør intet på egen hånd</a:t>
            </a:r>
          </a:p>
          <a:p>
            <a:pPr marL="342900" lvl="1" indent="-342900" eaLnBrk="1" hangingPunct="1">
              <a:spcBef>
                <a:spcPts val="1800"/>
              </a:spcBef>
              <a:buFontTx/>
              <a:buChar char="•"/>
            </a:pPr>
            <a:r>
              <a:rPr lang="da-DK" altLang="da-DK" b="1" kern="0" dirty="0">
                <a:solidFill>
                  <a:srgbClr val="A50021"/>
                </a:solidFill>
                <a:latin typeface="Arial" pitchFamily="34" charset="0"/>
                <a:ea typeface="ＭＳ Ｐゴシック" pitchFamily="34" charset="-128"/>
              </a:rPr>
              <a:t>To mulige strategier for programmering af servere (og andre systemer, hvor metoder/konstruktører kalder hinanden)</a:t>
            </a:r>
          </a:p>
          <a:p>
            <a:pPr lvl="1">
              <a:spcBef>
                <a:spcPts val="400"/>
              </a:spcBef>
            </a:pPr>
            <a:r>
              <a:rPr lang="da-DK" altLang="da-DK" sz="1800" kern="0" dirty="0">
                <a:solidFill>
                  <a:srgbClr val="000066"/>
                </a:solidFill>
                <a:ea typeface="ＭＳ Ｐゴシック" pitchFamily="34" charset="-128"/>
              </a:rPr>
              <a:t>Vi kan antage, at klienterne ved, hvad de gør, og kun foretager fornuftige og veldefinerede serverkald</a:t>
            </a:r>
          </a:p>
          <a:p>
            <a:pPr lvl="1">
              <a:spcBef>
                <a:spcPts val="400"/>
              </a:spcBef>
            </a:pPr>
            <a:r>
              <a:rPr lang="da-DK" altLang="da-DK" sz="1800" kern="0" dirty="0">
                <a:solidFill>
                  <a:srgbClr val="000066"/>
                </a:solidFill>
                <a:ea typeface="ＭＳ Ｐゴシック" pitchFamily="34" charset="-128"/>
              </a:rPr>
              <a:t>Vi kan antage, at klienterne indeholder fejl eller med vilje forsøger at udføre illegale serverkald</a:t>
            </a:r>
          </a:p>
          <a:p>
            <a:pPr lvl="1">
              <a:spcBef>
                <a:spcPts val="400"/>
              </a:spcBef>
            </a:pPr>
            <a:r>
              <a:rPr lang="da-DK" altLang="da-DK" sz="1800" kern="0" dirty="0">
                <a:solidFill>
                  <a:srgbClr val="000066"/>
                </a:solidFill>
                <a:ea typeface="ＭＳ Ｐゴシック" pitchFamily="34" charset="-128"/>
              </a:rPr>
              <a:t>Det kan vi forsvare os imod ved hjælp af defensiv programmering</a:t>
            </a:r>
            <a:endParaRPr lang="da-DK" altLang="da-DK" sz="1800" dirty="0">
              <a:ea typeface="ＭＳ Ｐゴシック" pitchFamily="34" charset="-128"/>
            </a:endParaRPr>
          </a:p>
          <a:p>
            <a:pPr lvl="1">
              <a:spcBef>
                <a:spcPts val="200"/>
              </a:spcBef>
            </a:pPr>
            <a:endParaRPr lang="da-DK" altLang="da-DK" sz="1800" dirty="0">
              <a:ea typeface="ＭＳ Ｐゴシック" pitchFamily="34" charset="-128"/>
            </a:endParaRPr>
          </a:p>
        </p:txBody>
      </p:sp>
    </p:spTree>
    <p:extLst>
      <p:ext uri="{BB962C8B-B14F-4D97-AF65-F5344CB8AC3E}">
        <p14:creationId xmlns:p14="http://schemas.microsoft.com/office/powerpoint/2010/main" val="274409649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395536" y="260648"/>
            <a:ext cx="8676456" cy="682625"/>
          </a:xfrm>
        </p:spPr>
        <p:txBody>
          <a:bodyPr/>
          <a:lstStyle/>
          <a:p>
            <a:pPr lvl="1"/>
            <a:r>
              <a:rPr lang="da-DK" altLang="da-DK" sz="3200" dirty="0">
                <a:ea typeface="ＭＳ Ｐゴシック" pitchFamily="34" charset="-128"/>
              </a:rPr>
              <a:t>AddressBook projektet</a:t>
            </a:r>
          </a:p>
        </p:txBody>
      </p:sp>
      <p:sp>
        <p:nvSpPr>
          <p:cNvPr id="2" name="Slide Number Placeholder 1"/>
          <p:cNvSpPr>
            <a:spLocks noGrp="1"/>
          </p:cNvSpPr>
          <p:nvPr>
            <p:ph type="sldNum" sz="quarter" idx="4294967295"/>
          </p:nvPr>
        </p:nvSpPr>
        <p:spPr>
          <a:xfrm>
            <a:off x="8532440" y="6400800"/>
            <a:ext cx="611560" cy="457200"/>
          </a:xfrm>
          <a:prstGeom prst="rect">
            <a:avLst/>
          </a:prstGeom>
        </p:spPr>
        <p:txBody>
          <a:bodyPr/>
          <a:lstStyle/>
          <a:p>
            <a:pPr>
              <a:defRPr/>
            </a:pPr>
            <a:fld id="{2CA5836E-6711-417F-AF48-31ACC3CF4030}" type="slidenum">
              <a:rPr lang="da-DK" altLang="da-DK" smtClean="0"/>
              <a:pPr>
                <a:defRPr/>
              </a:pPr>
              <a:t>3</a:t>
            </a:fld>
            <a:endParaRPr lang="da-DK" altLang="da-DK" dirty="0"/>
          </a:p>
        </p:txBody>
      </p:sp>
      <p:sp>
        <p:nvSpPr>
          <p:cNvPr id="7" name="Content Placeholder 2"/>
          <p:cNvSpPr txBox="1">
            <a:spLocks/>
          </p:cNvSpPr>
          <p:nvPr/>
        </p:nvSpPr>
        <p:spPr bwMode="auto">
          <a:xfrm>
            <a:off x="395536" y="1052736"/>
            <a:ext cx="8632584" cy="54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65" charset="-128"/>
                <a:cs typeface="ＭＳ Ｐゴシック" pitchFamily="-65" charset="-128"/>
              </a:defRPr>
            </a:lvl1pPr>
            <a:lvl2pPr marL="742950" indent="-285750" algn="l" rtl="0" eaLnBrk="0" fontAlgn="base" hangingPunct="0">
              <a:spcBef>
                <a:spcPct val="20000"/>
              </a:spcBef>
              <a:spcAft>
                <a:spcPct val="0"/>
              </a:spcAft>
              <a:buChar char="–"/>
              <a:defRPr sz="2000">
                <a:solidFill>
                  <a:srgbClr val="002060"/>
                </a:solidFill>
                <a:latin typeface="+mn-lt"/>
                <a:ea typeface="ＭＳ Ｐゴシック" pitchFamily="-106" charset="-128"/>
              </a:defRPr>
            </a:lvl2pPr>
            <a:lvl3pPr marL="1143000" indent="-228600" algn="l" rtl="0" eaLnBrk="0" fontAlgn="base" hangingPunct="0">
              <a:spcBef>
                <a:spcPct val="20000"/>
              </a:spcBef>
              <a:spcAft>
                <a:spcPct val="0"/>
              </a:spcAft>
              <a:buChar char="•"/>
              <a:defRPr sz="1600">
                <a:solidFill>
                  <a:srgbClr val="002060"/>
                </a:solidFill>
                <a:latin typeface="+mn-lt"/>
                <a:ea typeface="ＭＳ Ｐゴシック" pitchFamily="-106" charset="-128"/>
              </a:defRPr>
            </a:lvl3pPr>
            <a:lvl4pPr marL="1600200" indent="-228600" algn="l" rtl="0" eaLnBrk="0" fontAlgn="base" hangingPunct="0">
              <a:spcBef>
                <a:spcPct val="20000"/>
              </a:spcBef>
              <a:spcAft>
                <a:spcPct val="0"/>
              </a:spcAft>
              <a:buChar char="–"/>
              <a:defRPr sz="1600">
                <a:solidFill>
                  <a:srgbClr val="002060"/>
                </a:solidFill>
                <a:latin typeface="Times New Roman" pitchFamily="-106" charset="0"/>
                <a:ea typeface="ＭＳ Ｐゴシック" pitchFamily="-106" charset="-128"/>
              </a:defRPr>
            </a:lvl4pPr>
            <a:lvl5pPr marL="2057400" indent="-228600" algn="l" rtl="0" eaLnBrk="0" fontAlgn="base" hangingPunct="0">
              <a:spcBef>
                <a:spcPct val="20000"/>
              </a:spcBef>
              <a:spcAft>
                <a:spcPct val="0"/>
              </a:spcAft>
              <a:buChar char="»"/>
              <a:defRPr sz="1200">
                <a:solidFill>
                  <a:srgbClr val="002060"/>
                </a:solidFill>
                <a:latin typeface="Times New Roman" pitchFamily="-106" charset="0"/>
                <a:ea typeface="ＭＳ Ｐゴシック" pitchFamily="-106" charset="-128"/>
              </a:defRPr>
            </a:lvl5pPr>
            <a:lvl6pPr marL="2514600" indent="-228600" algn="l" rtl="0" fontAlgn="base">
              <a:spcBef>
                <a:spcPct val="20000"/>
              </a:spcBef>
              <a:spcAft>
                <a:spcPct val="0"/>
              </a:spcAft>
              <a:buChar char="»"/>
              <a:defRPr sz="1200">
                <a:solidFill>
                  <a:schemeClr val="tx1"/>
                </a:solidFill>
                <a:latin typeface="Times New Roman" pitchFamily="-106" charset="0"/>
                <a:ea typeface="ＭＳ Ｐゴシック" pitchFamily="-106" charset="-128"/>
              </a:defRPr>
            </a:lvl6pPr>
            <a:lvl7pPr marL="2971800" indent="-228600" algn="l" rtl="0" fontAlgn="base">
              <a:spcBef>
                <a:spcPct val="20000"/>
              </a:spcBef>
              <a:spcAft>
                <a:spcPct val="0"/>
              </a:spcAft>
              <a:buChar char="»"/>
              <a:defRPr sz="1200">
                <a:solidFill>
                  <a:schemeClr val="tx1"/>
                </a:solidFill>
                <a:latin typeface="Times New Roman" pitchFamily="-106" charset="0"/>
                <a:ea typeface="ＭＳ Ｐゴシック" pitchFamily="-106" charset="-128"/>
              </a:defRPr>
            </a:lvl7pPr>
            <a:lvl8pPr marL="3429000" indent="-228600" algn="l" rtl="0" fontAlgn="base">
              <a:spcBef>
                <a:spcPct val="20000"/>
              </a:spcBef>
              <a:spcAft>
                <a:spcPct val="0"/>
              </a:spcAft>
              <a:buChar char="»"/>
              <a:defRPr sz="1200">
                <a:solidFill>
                  <a:schemeClr val="tx1"/>
                </a:solidFill>
                <a:latin typeface="Times New Roman" pitchFamily="-106" charset="0"/>
                <a:ea typeface="ＭＳ Ｐゴシック" pitchFamily="-106" charset="-128"/>
              </a:defRPr>
            </a:lvl8pPr>
            <a:lvl9pPr marL="3886200" indent="-228600" algn="l" rtl="0" fontAlgn="base">
              <a:spcBef>
                <a:spcPct val="20000"/>
              </a:spcBef>
              <a:spcAft>
                <a:spcPct val="0"/>
              </a:spcAft>
              <a:buChar char="»"/>
              <a:defRPr sz="1200">
                <a:solidFill>
                  <a:schemeClr val="tx1"/>
                </a:solidFill>
                <a:latin typeface="Times New Roman" pitchFamily="-106" charset="0"/>
                <a:ea typeface="ＭＳ Ｐゴシック" pitchFamily="-106" charset="-128"/>
              </a:defRPr>
            </a:lvl9pPr>
          </a:lstStyle>
          <a:p>
            <a:pPr marL="342900" lvl="1" indent="-342900">
              <a:spcBef>
                <a:spcPts val="1200"/>
              </a:spcBef>
              <a:buFontTx/>
              <a:buChar char="•"/>
            </a:pPr>
            <a:r>
              <a:rPr lang="da-DK" altLang="da-DK" b="1" kern="0" dirty="0">
                <a:solidFill>
                  <a:srgbClr val="A50021"/>
                </a:solidFill>
                <a:ea typeface="ＭＳ Ｐゴシック" pitchFamily="34" charset="-128"/>
              </a:rPr>
              <a:t>Lad os betragte et program, der implementerer en adressebog</a:t>
            </a:r>
          </a:p>
          <a:p>
            <a:pPr marL="342900" lvl="1" indent="-342900">
              <a:spcBef>
                <a:spcPts val="1200"/>
              </a:spcBef>
              <a:buFontTx/>
              <a:buChar char="•"/>
            </a:pPr>
            <a:r>
              <a:rPr lang="da-DK" altLang="da-DK" b="1" kern="0" dirty="0">
                <a:solidFill>
                  <a:srgbClr val="A50021"/>
                </a:solidFill>
                <a:ea typeface="ＭＳ Ｐゴシック" pitchFamily="34" charset="-128"/>
              </a:rPr>
              <a:t>Systemet har tre klasser</a:t>
            </a:r>
          </a:p>
          <a:p>
            <a:pPr lvl="1">
              <a:spcBef>
                <a:spcPts val="600"/>
              </a:spcBef>
            </a:pPr>
            <a:r>
              <a:rPr lang="da-DK" altLang="da-DK" sz="1800" kern="0" dirty="0">
                <a:solidFill>
                  <a:srgbClr val="000066"/>
                </a:solidFill>
                <a:ea typeface="ＭＳ Ｐゴシック" pitchFamily="34" charset="-128"/>
              </a:rPr>
              <a:t>AddressBookGUI implementerer programmets</a:t>
            </a:r>
            <a:br>
              <a:rPr lang="da-DK" altLang="da-DK" sz="1800" kern="0" dirty="0">
                <a:solidFill>
                  <a:srgbClr val="000066"/>
                </a:solidFill>
                <a:ea typeface="ＭＳ Ｐゴシック" pitchFamily="34" charset="-128"/>
              </a:rPr>
            </a:br>
            <a:r>
              <a:rPr lang="da-DK" altLang="da-DK" sz="1800" kern="0" dirty="0">
                <a:solidFill>
                  <a:srgbClr val="000066"/>
                </a:solidFill>
                <a:ea typeface="ＭＳ Ｐゴシック" pitchFamily="34" charset="-128"/>
              </a:rPr>
              <a:t>grafiske brugergrænseflade</a:t>
            </a:r>
          </a:p>
          <a:p>
            <a:pPr lvl="1">
              <a:spcBef>
                <a:spcPts val="600"/>
              </a:spcBef>
            </a:pPr>
            <a:r>
              <a:rPr lang="da-DK" altLang="da-DK" sz="1800" kern="0" dirty="0">
                <a:solidFill>
                  <a:srgbClr val="000066"/>
                </a:solidFill>
                <a:ea typeface="ＭＳ Ｐゴシック" pitchFamily="34" charset="-128"/>
              </a:rPr>
              <a:t>AddressBook implementerer programmets</a:t>
            </a:r>
            <a:br>
              <a:rPr lang="da-DK" altLang="da-DK" sz="1800" kern="0" dirty="0">
                <a:solidFill>
                  <a:srgbClr val="000066"/>
                </a:solidFill>
                <a:ea typeface="ＭＳ Ｐゴシック" pitchFamily="34" charset="-128"/>
              </a:rPr>
            </a:br>
            <a:r>
              <a:rPr lang="da-DK" altLang="da-DK" sz="1800" kern="0" dirty="0">
                <a:solidFill>
                  <a:srgbClr val="000066"/>
                </a:solidFill>
                <a:ea typeface="ＭＳ Ｐゴシック" pitchFamily="34" charset="-128"/>
              </a:rPr>
              <a:t>øvrige funktionalitet. Klassen indeholder</a:t>
            </a:r>
            <a:br>
              <a:rPr lang="da-DK" altLang="da-DK" sz="1800" kern="0" dirty="0">
                <a:solidFill>
                  <a:srgbClr val="000066"/>
                </a:solidFill>
                <a:ea typeface="ＭＳ Ｐゴシック" pitchFamily="34" charset="-128"/>
              </a:rPr>
            </a:br>
            <a:r>
              <a:rPr lang="da-DK" altLang="da-DK" sz="1800" kern="0" dirty="0">
                <a:solidFill>
                  <a:srgbClr val="000066"/>
                </a:solidFill>
                <a:ea typeface="ＭＳ Ｐゴシック" pitchFamily="34" charset="-128"/>
              </a:rPr>
              <a:t>metoder til at tilføje, ændre, fjerne og søge i</a:t>
            </a:r>
            <a:br>
              <a:rPr lang="da-DK" altLang="da-DK" sz="1800" kern="0" dirty="0">
                <a:solidFill>
                  <a:srgbClr val="000066"/>
                </a:solidFill>
                <a:ea typeface="ＭＳ Ｐゴシック" pitchFamily="34" charset="-128"/>
              </a:rPr>
            </a:br>
            <a:r>
              <a:rPr lang="da-DK" altLang="da-DK" sz="1800" kern="0" dirty="0">
                <a:solidFill>
                  <a:srgbClr val="000066"/>
                </a:solidFill>
                <a:ea typeface="ＭＳ Ｐゴシック" pitchFamily="34" charset="-128"/>
              </a:rPr>
              <a:t>kontaktinformation</a:t>
            </a:r>
          </a:p>
          <a:p>
            <a:pPr lvl="1">
              <a:spcBef>
                <a:spcPts val="600"/>
              </a:spcBef>
            </a:pPr>
            <a:r>
              <a:rPr lang="da-DK" altLang="da-DK" sz="1800" kern="0" dirty="0">
                <a:solidFill>
                  <a:srgbClr val="000066"/>
                </a:solidFill>
                <a:ea typeface="ＭＳ Ｐゴシック" pitchFamily="34" charset="-128"/>
              </a:rPr>
              <a:t>ContactDetails indeholder kontaktinformationen,</a:t>
            </a:r>
            <a:br>
              <a:rPr lang="da-DK" altLang="da-DK" sz="1800" kern="0" dirty="0">
                <a:solidFill>
                  <a:srgbClr val="000066"/>
                </a:solidFill>
                <a:ea typeface="ＭＳ Ｐゴシック" pitchFamily="34" charset="-128"/>
              </a:rPr>
            </a:br>
            <a:r>
              <a:rPr lang="da-DK" altLang="da-DK" sz="1800" kern="0" dirty="0">
                <a:solidFill>
                  <a:srgbClr val="000066"/>
                </a:solidFill>
                <a:ea typeface="ＭＳ Ｐゴシック" pitchFamily="34" charset="-128"/>
              </a:rPr>
              <a:t>der består af navn, telefonnummer og adresse</a:t>
            </a:r>
          </a:p>
          <a:p>
            <a:pPr marL="342900" lvl="1" indent="-342900" eaLnBrk="1" hangingPunct="1">
              <a:spcBef>
                <a:spcPts val="1800"/>
              </a:spcBef>
              <a:buFontTx/>
              <a:buChar char="•"/>
            </a:pPr>
            <a:r>
              <a:rPr lang="da-DK" altLang="da-DK" b="1" kern="0" spc="-20" dirty="0">
                <a:solidFill>
                  <a:srgbClr val="A50021"/>
                </a:solidFill>
                <a:latin typeface="Arial" pitchFamily="34" charset="0"/>
                <a:ea typeface="ＭＳ Ｐゴシック" pitchFamily="34" charset="-128"/>
              </a:rPr>
              <a:t>AddressBook gemmer kontaktinformationerne i et Map, hvor de kan findes ved at bruge enten </a:t>
            </a:r>
            <a:r>
              <a:rPr lang="da-DK" altLang="da-DK" b="1" kern="0" spc="-20" dirty="0">
                <a:solidFill>
                  <a:srgbClr val="008000"/>
                </a:solidFill>
                <a:latin typeface="Arial" pitchFamily="34" charset="0"/>
                <a:ea typeface="ＭＳ Ｐゴシック" pitchFamily="34" charset="-128"/>
              </a:rPr>
              <a:t>navnet</a:t>
            </a:r>
            <a:r>
              <a:rPr lang="da-DK" altLang="da-DK" b="1" kern="0" spc="-20" dirty="0">
                <a:solidFill>
                  <a:srgbClr val="A50021"/>
                </a:solidFill>
                <a:latin typeface="Arial" pitchFamily="34" charset="0"/>
                <a:ea typeface="ＭＳ Ｐゴシック" pitchFamily="34" charset="-128"/>
              </a:rPr>
              <a:t> eller </a:t>
            </a:r>
            <a:r>
              <a:rPr lang="da-DK" altLang="da-DK" b="1" kern="0" spc="-20" dirty="0">
                <a:solidFill>
                  <a:srgbClr val="008000"/>
                </a:solidFill>
                <a:latin typeface="Arial" pitchFamily="34" charset="0"/>
                <a:ea typeface="ＭＳ Ｐゴシック" pitchFamily="34" charset="-128"/>
              </a:rPr>
              <a:t>telefonnummeret</a:t>
            </a:r>
            <a:r>
              <a:rPr lang="da-DK" altLang="da-DK" b="1" kern="0" spc="-20" dirty="0">
                <a:solidFill>
                  <a:srgbClr val="A50021"/>
                </a:solidFill>
                <a:latin typeface="Arial" pitchFamily="34" charset="0"/>
                <a:ea typeface="ＭＳ Ｐゴシック" pitchFamily="34" charset="-128"/>
              </a:rPr>
              <a:t> som nøgle</a:t>
            </a:r>
          </a:p>
          <a:p>
            <a:pPr marL="342900" lvl="1" indent="-342900" eaLnBrk="1" hangingPunct="1">
              <a:spcBef>
                <a:spcPts val="1800"/>
              </a:spcBef>
              <a:buFontTx/>
              <a:buChar char="•"/>
            </a:pPr>
            <a:r>
              <a:rPr lang="da-DK" altLang="da-DK" b="1" kern="0" dirty="0">
                <a:solidFill>
                  <a:srgbClr val="A50021"/>
                </a:solidFill>
                <a:latin typeface="Arial" pitchFamily="34" charset="0"/>
                <a:ea typeface="ＭＳ Ｐゴシック" pitchFamily="34" charset="-128"/>
              </a:rPr>
              <a:t>Et AddressBook objekt er et typisk eksempel på en server</a:t>
            </a:r>
          </a:p>
          <a:p>
            <a:pPr lvl="1">
              <a:spcBef>
                <a:spcPts val="600"/>
              </a:spcBef>
            </a:pPr>
            <a:r>
              <a:rPr lang="da-DK" altLang="da-DK" sz="1800" kern="0" dirty="0">
                <a:solidFill>
                  <a:srgbClr val="000066"/>
                </a:solidFill>
                <a:ea typeface="ＭＳ Ｐゴシック" pitchFamily="34" charset="-128"/>
              </a:rPr>
              <a:t>Objektet gør intet på egen hånd</a:t>
            </a:r>
          </a:p>
          <a:p>
            <a:pPr lvl="1">
              <a:spcBef>
                <a:spcPts val="600"/>
              </a:spcBef>
            </a:pPr>
            <a:r>
              <a:rPr lang="da-DK" altLang="da-DK" sz="1800" kern="0" dirty="0">
                <a:solidFill>
                  <a:srgbClr val="000066"/>
                </a:solidFill>
                <a:ea typeface="ＭＳ Ｐゴシック" pitchFamily="34" charset="-128"/>
              </a:rPr>
              <a:t>Det handler kun, når en klient (GUI-objektet) anmoder om det</a:t>
            </a:r>
          </a:p>
          <a:p>
            <a:pPr marL="742950" lvl="2" indent="-342900" eaLnBrk="1" hangingPunct="1">
              <a:spcBef>
                <a:spcPts val="1200"/>
              </a:spcBef>
            </a:pPr>
            <a:endParaRPr lang="da-DK" altLang="da-DK" b="1" kern="0" dirty="0">
              <a:solidFill>
                <a:srgbClr val="A50021"/>
              </a:solidFill>
              <a:latin typeface="Arial" pitchFamily="34" charset="0"/>
              <a:ea typeface="ＭＳ Ｐゴシック" pitchFamily="34" charset="-128"/>
            </a:endParaRPr>
          </a:p>
          <a:p>
            <a:pPr lvl="1">
              <a:spcBef>
                <a:spcPts val="600"/>
              </a:spcBef>
            </a:pPr>
            <a:endParaRPr lang="da-DK" altLang="da-DK" sz="1800" kern="0" dirty="0">
              <a:solidFill>
                <a:srgbClr val="000066"/>
              </a:solidFill>
              <a:ea typeface="ＭＳ Ｐゴシック" pitchFamily="34" charset="-128"/>
            </a:endParaRPr>
          </a:p>
          <a:p>
            <a:pPr marL="742950" lvl="2" indent="-342900">
              <a:spcBef>
                <a:spcPts val="1200"/>
              </a:spcBef>
            </a:pPr>
            <a:endParaRPr lang="da-DK" altLang="da-DK" sz="1400" dirty="0">
              <a:ea typeface="ＭＳ Ｐゴシック" pitchFamily="34" charset="-128"/>
            </a:endParaRPr>
          </a:p>
          <a:p>
            <a:pPr lvl="1">
              <a:spcBef>
                <a:spcPts val="400"/>
              </a:spcBef>
            </a:pPr>
            <a:endParaRPr lang="da-DK" altLang="da-DK" sz="1800" dirty="0">
              <a:ea typeface="ＭＳ Ｐゴシック" pitchFamily="34" charset="-128"/>
            </a:endParaRPr>
          </a:p>
          <a:p>
            <a:pPr lvl="1">
              <a:spcBef>
                <a:spcPts val="200"/>
              </a:spcBef>
            </a:pPr>
            <a:endParaRPr lang="da-DK" altLang="da-DK" sz="1800" dirty="0">
              <a:ea typeface="ＭＳ Ｐゴシック" pitchFamily="34" charset="-128"/>
            </a:endParaRP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8184" y="1776430"/>
            <a:ext cx="2799936" cy="2156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0735588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395536" y="260648"/>
            <a:ext cx="8640960" cy="682625"/>
          </a:xfrm>
        </p:spPr>
        <p:txBody>
          <a:bodyPr/>
          <a:lstStyle/>
          <a:p>
            <a:pPr lvl="1"/>
            <a:r>
              <a:rPr lang="da-DK" altLang="da-DK" sz="3200" dirty="0">
                <a:ea typeface="ＭＳ Ｐゴシック" pitchFamily="34" charset="-128"/>
              </a:rPr>
              <a:t>removeDetails metoden i AddressBook</a:t>
            </a:r>
          </a:p>
        </p:txBody>
      </p:sp>
      <p:sp>
        <p:nvSpPr>
          <p:cNvPr id="2" name="Slide Number Placeholder 1"/>
          <p:cNvSpPr>
            <a:spLocks noGrp="1"/>
          </p:cNvSpPr>
          <p:nvPr>
            <p:ph type="sldNum" sz="quarter" idx="4294967295"/>
          </p:nvPr>
        </p:nvSpPr>
        <p:spPr>
          <a:xfrm>
            <a:off x="8532440" y="6400800"/>
            <a:ext cx="611560" cy="457200"/>
          </a:xfrm>
          <a:prstGeom prst="rect">
            <a:avLst/>
          </a:prstGeom>
        </p:spPr>
        <p:txBody>
          <a:bodyPr/>
          <a:lstStyle/>
          <a:p>
            <a:pPr>
              <a:defRPr/>
            </a:pPr>
            <a:fld id="{2CA5836E-6711-417F-AF48-31ACC3CF4030}" type="slidenum">
              <a:rPr lang="da-DK" altLang="da-DK" smtClean="0"/>
              <a:pPr>
                <a:defRPr/>
              </a:pPr>
              <a:t>4</a:t>
            </a:fld>
            <a:endParaRPr lang="da-DK" altLang="da-DK" dirty="0"/>
          </a:p>
        </p:txBody>
      </p:sp>
      <p:sp>
        <p:nvSpPr>
          <p:cNvPr id="7" name="Content Placeholder 2"/>
          <p:cNvSpPr txBox="1">
            <a:spLocks/>
          </p:cNvSpPr>
          <p:nvPr/>
        </p:nvSpPr>
        <p:spPr bwMode="auto">
          <a:xfrm>
            <a:off x="395536" y="980728"/>
            <a:ext cx="8352928" cy="79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65" charset="-128"/>
                <a:cs typeface="ＭＳ Ｐゴシック" pitchFamily="-65" charset="-128"/>
              </a:defRPr>
            </a:lvl1pPr>
            <a:lvl2pPr marL="742950" indent="-285750" algn="l" rtl="0" eaLnBrk="0" fontAlgn="base" hangingPunct="0">
              <a:spcBef>
                <a:spcPct val="20000"/>
              </a:spcBef>
              <a:spcAft>
                <a:spcPct val="0"/>
              </a:spcAft>
              <a:buChar char="–"/>
              <a:defRPr sz="2000">
                <a:solidFill>
                  <a:srgbClr val="002060"/>
                </a:solidFill>
                <a:latin typeface="+mn-lt"/>
                <a:ea typeface="ＭＳ Ｐゴシック" pitchFamily="-106" charset="-128"/>
              </a:defRPr>
            </a:lvl2pPr>
            <a:lvl3pPr marL="1143000" indent="-228600" algn="l" rtl="0" eaLnBrk="0" fontAlgn="base" hangingPunct="0">
              <a:spcBef>
                <a:spcPct val="20000"/>
              </a:spcBef>
              <a:spcAft>
                <a:spcPct val="0"/>
              </a:spcAft>
              <a:buChar char="•"/>
              <a:defRPr sz="1600">
                <a:solidFill>
                  <a:srgbClr val="002060"/>
                </a:solidFill>
                <a:latin typeface="+mn-lt"/>
                <a:ea typeface="ＭＳ Ｐゴシック" pitchFamily="-106" charset="-128"/>
              </a:defRPr>
            </a:lvl3pPr>
            <a:lvl4pPr marL="1600200" indent="-228600" algn="l" rtl="0" eaLnBrk="0" fontAlgn="base" hangingPunct="0">
              <a:spcBef>
                <a:spcPct val="20000"/>
              </a:spcBef>
              <a:spcAft>
                <a:spcPct val="0"/>
              </a:spcAft>
              <a:buChar char="–"/>
              <a:defRPr sz="1600">
                <a:solidFill>
                  <a:srgbClr val="002060"/>
                </a:solidFill>
                <a:latin typeface="Times New Roman" pitchFamily="-106" charset="0"/>
                <a:ea typeface="ＭＳ Ｐゴシック" pitchFamily="-106" charset="-128"/>
              </a:defRPr>
            </a:lvl4pPr>
            <a:lvl5pPr marL="2057400" indent="-228600" algn="l" rtl="0" eaLnBrk="0" fontAlgn="base" hangingPunct="0">
              <a:spcBef>
                <a:spcPct val="20000"/>
              </a:spcBef>
              <a:spcAft>
                <a:spcPct val="0"/>
              </a:spcAft>
              <a:buChar char="»"/>
              <a:defRPr sz="1200">
                <a:solidFill>
                  <a:srgbClr val="002060"/>
                </a:solidFill>
                <a:latin typeface="Times New Roman" pitchFamily="-106" charset="0"/>
                <a:ea typeface="ＭＳ Ｐゴシック" pitchFamily="-106" charset="-128"/>
              </a:defRPr>
            </a:lvl5pPr>
            <a:lvl6pPr marL="2514600" indent="-228600" algn="l" rtl="0" fontAlgn="base">
              <a:spcBef>
                <a:spcPct val="20000"/>
              </a:spcBef>
              <a:spcAft>
                <a:spcPct val="0"/>
              </a:spcAft>
              <a:buChar char="»"/>
              <a:defRPr sz="1200">
                <a:solidFill>
                  <a:schemeClr val="tx1"/>
                </a:solidFill>
                <a:latin typeface="Times New Roman" pitchFamily="-106" charset="0"/>
                <a:ea typeface="ＭＳ Ｐゴシック" pitchFamily="-106" charset="-128"/>
              </a:defRPr>
            </a:lvl6pPr>
            <a:lvl7pPr marL="2971800" indent="-228600" algn="l" rtl="0" fontAlgn="base">
              <a:spcBef>
                <a:spcPct val="20000"/>
              </a:spcBef>
              <a:spcAft>
                <a:spcPct val="0"/>
              </a:spcAft>
              <a:buChar char="»"/>
              <a:defRPr sz="1200">
                <a:solidFill>
                  <a:schemeClr val="tx1"/>
                </a:solidFill>
                <a:latin typeface="Times New Roman" pitchFamily="-106" charset="0"/>
                <a:ea typeface="ＭＳ Ｐゴシック" pitchFamily="-106" charset="-128"/>
              </a:defRPr>
            </a:lvl7pPr>
            <a:lvl8pPr marL="3429000" indent="-228600" algn="l" rtl="0" fontAlgn="base">
              <a:spcBef>
                <a:spcPct val="20000"/>
              </a:spcBef>
              <a:spcAft>
                <a:spcPct val="0"/>
              </a:spcAft>
              <a:buChar char="»"/>
              <a:defRPr sz="1200">
                <a:solidFill>
                  <a:schemeClr val="tx1"/>
                </a:solidFill>
                <a:latin typeface="Times New Roman" pitchFamily="-106" charset="0"/>
                <a:ea typeface="ＭＳ Ｐゴシック" pitchFamily="-106" charset="-128"/>
              </a:defRPr>
            </a:lvl8pPr>
            <a:lvl9pPr marL="3886200" indent="-228600" algn="l" rtl="0" fontAlgn="base">
              <a:spcBef>
                <a:spcPct val="20000"/>
              </a:spcBef>
              <a:spcAft>
                <a:spcPct val="0"/>
              </a:spcAft>
              <a:buChar char="»"/>
              <a:defRPr sz="1200">
                <a:solidFill>
                  <a:schemeClr val="tx1"/>
                </a:solidFill>
                <a:latin typeface="Times New Roman" pitchFamily="-106" charset="0"/>
                <a:ea typeface="ＭＳ Ｐゴシック" pitchFamily="-106" charset="-128"/>
              </a:defRPr>
            </a:lvl9pPr>
          </a:lstStyle>
          <a:p>
            <a:pPr marL="342900" lvl="1" indent="-342900" eaLnBrk="1" hangingPunct="1">
              <a:spcBef>
                <a:spcPts val="1200"/>
              </a:spcBef>
              <a:buFontTx/>
              <a:buChar char="•"/>
            </a:pPr>
            <a:r>
              <a:rPr lang="da-DK" altLang="da-DK" b="1" kern="0" dirty="0">
                <a:solidFill>
                  <a:srgbClr val="A50021"/>
                </a:solidFill>
                <a:latin typeface="Arial" pitchFamily="34" charset="0"/>
                <a:ea typeface="ＭＳ Ｐゴシック" pitchFamily="34" charset="-128"/>
              </a:rPr>
              <a:t>Parameterværdien bruges til at finde et sæt ContactDetails, hvis indgange derefter fjernes fra </a:t>
            </a:r>
            <a:r>
              <a:rPr lang="da-DK" altLang="da-DK" b="1" kern="0" dirty="0" err="1">
                <a:solidFill>
                  <a:srgbClr val="A50021"/>
                </a:solidFill>
                <a:latin typeface="Arial" pitchFamily="34" charset="0"/>
                <a:ea typeface="ＭＳ Ｐゴシック" pitchFamily="34" charset="-128"/>
              </a:rPr>
              <a:t>Map'en</a:t>
            </a:r>
            <a:endParaRPr lang="da-DK" altLang="da-DK" b="1" kern="0" dirty="0">
              <a:solidFill>
                <a:srgbClr val="A50021"/>
              </a:solidFill>
              <a:latin typeface="Arial" pitchFamily="34" charset="0"/>
              <a:ea typeface="ＭＳ Ｐゴシック" pitchFamily="34" charset="-128"/>
            </a:endParaRPr>
          </a:p>
          <a:p>
            <a:pPr marL="742950" lvl="2" indent="-342900">
              <a:spcBef>
                <a:spcPts val="1200"/>
              </a:spcBef>
            </a:pPr>
            <a:endParaRPr lang="da-DK" altLang="da-DK" sz="1400" dirty="0">
              <a:ea typeface="ＭＳ Ｐゴシック" pitchFamily="34" charset="-128"/>
            </a:endParaRPr>
          </a:p>
          <a:p>
            <a:pPr lvl="1">
              <a:spcBef>
                <a:spcPts val="400"/>
              </a:spcBef>
            </a:pPr>
            <a:endParaRPr lang="da-DK" altLang="da-DK" sz="1800" dirty="0">
              <a:ea typeface="ＭＳ Ｐゴシック" pitchFamily="34" charset="-128"/>
            </a:endParaRPr>
          </a:p>
          <a:p>
            <a:pPr lvl="1">
              <a:spcBef>
                <a:spcPts val="200"/>
              </a:spcBef>
            </a:pPr>
            <a:endParaRPr lang="da-DK" altLang="da-DK" sz="1800" dirty="0">
              <a:ea typeface="ＭＳ Ｐゴシック" pitchFamily="34" charset="-128"/>
            </a:endParaRPr>
          </a:p>
        </p:txBody>
      </p:sp>
      <p:sp>
        <p:nvSpPr>
          <p:cNvPr id="5" name="Text Box 4"/>
          <p:cNvSpPr txBox="1">
            <a:spLocks noChangeArrowheads="1"/>
          </p:cNvSpPr>
          <p:nvPr/>
        </p:nvSpPr>
        <p:spPr bwMode="auto">
          <a:xfrm>
            <a:off x="1403648" y="1772816"/>
            <a:ext cx="6912768" cy="1497975"/>
          </a:xfrm>
          <a:prstGeom prst="rect">
            <a:avLst/>
          </a:prstGeom>
          <a:solidFill>
            <a:srgbClr val="FFFFCC"/>
          </a:solidFill>
          <a:ln w="28575">
            <a:solidFill>
              <a:srgbClr val="0000FF"/>
            </a:solidFill>
            <a:miter lim="800000"/>
            <a:headEnd/>
            <a:tailEnd/>
          </a:ln>
        </p:spPr>
        <p:txBody>
          <a:bodyPr wrap="square" lIns="90000" tIns="46800" rIns="90000" bIns="46800">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eaLnBrk="1" hangingPunct="1"/>
            <a:r>
              <a:rPr lang="en-US" altLang="da-DK" sz="1600" b="1" dirty="0">
                <a:solidFill>
                  <a:srgbClr val="7030A0"/>
                </a:solidFill>
                <a:latin typeface="Courier New" pitchFamily="49" charset="0"/>
              </a:rPr>
              <a:t>public</a:t>
            </a:r>
            <a:r>
              <a:rPr lang="en-US" altLang="da-DK" sz="1600" b="1" dirty="0">
                <a:solidFill>
                  <a:schemeClr val="tx1"/>
                </a:solidFill>
                <a:latin typeface="Courier New" pitchFamily="49" charset="0"/>
              </a:rPr>
              <a:t> </a:t>
            </a:r>
            <a:r>
              <a:rPr lang="en-US" altLang="da-DK" sz="1600" b="1" dirty="0">
                <a:solidFill>
                  <a:srgbClr val="FF0000"/>
                </a:solidFill>
                <a:latin typeface="Courier New" pitchFamily="49" charset="0"/>
              </a:rPr>
              <a:t>void </a:t>
            </a:r>
            <a:r>
              <a:rPr lang="en-US" altLang="da-DK" sz="1600" b="1" dirty="0" err="1">
                <a:solidFill>
                  <a:srgbClr val="002060"/>
                </a:solidFill>
                <a:latin typeface="Courier New" pitchFamily="49" charset="0"/>
              </a:rPr>
              <a:t>r</a:t>
            </a:r>
            <a:r>
              <a:rPr lang="en-US" altLang="da-DK" sz="1600" b="1" dirty="0" err="1">
                <a:solidFill>
                  <a:schemeClr val="tx1"/>
                </a:solidFill>
                <a:latin typeface="Courier New" pitchFamily="49" charset="0"/>
              </a:rPr>
              <a:t>emoveDetails</a:t>
            </a:r>
            <a:r>
              <a:rPr lang="en-US" altLang="da-DK" sz="1600" b="1" dirty="0">
                <a:solidFill>
                  <a:schemeClr val="tx1"/>
                </a:solidFill>
                <a:latin typeface="Courier New" pitchFamily="49" charset="0"/>
              </a:rPr>
              <a:t>(String key) {</a:t>
            </a:r>
          </a:p>
          <a:p>
            <a:pPr eaLnBrk="1" hangingPunct="1"/>
            <a:r>
              <a:rPr lang="en-US" altLang="da-DK" sz="1600" b="1" dirty="0">
                <a:solidFill>
                  <a:schemeClr val="tx1"/>
                </a:solidFill>
                <a:latin typeface="Courier New" pitchFamily="49" charset="0"/>
              </a:rPr>
              <a:t>  </a:t>
            </a:r>
            <a:r>
              <a:rPr lang="en-US" altLang="da-DK" sz="1600" b="1" dirty="0" err="1">
                <a:solidFill>
                  <a:schemeClr val="tx1"/>
                </a:solidFill>
                <a:latin typeface="Courier New" pitchFamily="49" charset="0"/>
              </a:rPr>
              <a:t>ContactDetails</a:t>
            </a:r>
            <a:r>
              <a:rPr lang="en-US" altLang="da-DK" sz="1600" b="1" dirty="0">
                <a:solidFill>
                  <a:schemeClr val="tx1"/>
                </a:solidFill>
                <a:latin typeface="Courier New" pitchFamily="49" charset="0"/>
              </a:rPr>
              <a:t> details = </a:t>
            </a:r>
            <a:r>
              <a:rPr lang="en-US" altLang="da-DK" sz="1600" b="1" dirty="0" err="1">
                <a:solidFill>
                  <a:schemeClr val="tx1"/>
                </a:solidFill>
                <a:latin typeface="Courier New" pitchFamily="49" charset="0"/>
              </a:rPr>
              <a:t>book.get</a:t>
            </a:r>
            <a:r>
              <a:rPr lang="en-US" altLang="da-DK" sz="1600" b="1" dirty="0">
                <a:solidFill>
                  <a:schemeClr val="tx1"/>
                </a:solidFill>
                <a:latin typeface="Courier New" pitchFamily="49" charset="0"/>
              </a:rPr>
              <a:t>(key);</a:t>
            </a:r>
          </a:p>
          <a:p>
            <a:pPr eaLnBrk="1" hangingPunct="1"/>
            <a:r>
              <a:rPr lang="en-US" altLang="da-DK" sz="1600" b="1" dirty="0">
                <a:solidFill>
                  <a:schemeClr val="tx1"/>
                </a:solidFill>
                <a:latin typeface="Courier New" pitchFamily="49" charset="0"/>
              </a:rPr>
              <a:t>  </a:t>
            </a:r>
            <a:r>
              <a:rPr lang="en-US" altLang="da-DK" sz="1600" b="1" dirty="0" err="1">
                <a:solidFill>
                  <a:schemeClr val="tx1"/>
                </a:solidFill>
                <a:latin typeface="Courier New" pitchFamily="49" charset="0"/>
              </a:rPr>
              <a:t>book.remove</a:t>
            </a:r>
            <a:r>
              <a:rPr lang="en-US" altLang="da-DK" sz="1600" b="1" dirty="0">
                <a:solidFill>
                  <a:schemeClr val="tx1"/>
                </a:solidFill>
                <a:latin typeface="Courier New" pitchFamily="49" charset="0"/>
              </a:rPr>
              <a:t>(</a:t>
            </a:r>
            <a:r>
              <a:rPr lang="en-US" altLang="da-DK" sz="1600" b="1" dirty="0" err="1">
                <a:solidFill>
                  <a:schemeClr val="tx1"/>
                </a:solidFill>
                <a:latin typeface="Courier New" pitchFamily="49" charset="0"/>
              </a:rPr>
              <a:t>details.getName</a:t>
            </a:r>
            <a:r>
              <a:rPr lang="en-US" altLang="da-DK" sz="1600" b="1" dirty="0">
                <a:solidFill>
                  <a:schemeClr val="tx1"/>
                </a:solidFill>
                <a:latin typeface="Courier New" pitchFamily="49" charset="0"/>
              </a:rPr>
              <a:t>());</a:t>
            </a:r>
          </a:p>
          <a:p>
            <a:pPr eaLnBrk="1" hangingPunct="1"/>
            <a:r>
              <a:rPr lang="en-US" altLang="da-DK" sz="1600" b="1" dirty="0">
                <a:solidFill>
                  <a:schemeClr val="tx1"/>
                </a:solidFill>
                <a:latin typeface="Courier New" pitchFamily="49" charset="0"/>
              </a:rPr>
              <a:t>  </a:t>
            </a:r>
            <a:r>
              <a:rPr lang="en-US" altLang="da-DK" sz="1600" b="1" dirty="0" err="1">
                <a:solidFill>
                  <a:schemeClr val="tx1"/>
                </a:solidFill>
                <a:latin typeface="Courier New" pitchFamily="49" charset="0"/>
              </a:rPr>
              <a:t>book.remove</a:t>
            </a:r>
            <a:r>
              <a:rPr lang="en-US" altLang="da-DK" sz="1600" b="1" dirty="0">
                <a:solidFill>
                  <a:schemeClr val="tx1"/>
                </a:solidFill>
                <a:latin typeface="Courier New" pitchFamily="49" charset="0"/>
              </a:rPr>
              <a:t>(</a:t>
            </a:r>
            <a:r>
              <a:rPr lang="en-US" altLang="da-DK" sz="1600" b="1" dirty="0" err="1">
                <a:solidFill>
                  <a:schemeClr val="tx1"/>
                </a:solidFill>
                <a:latin typeface="Courier New" pitchFamily="49" charset="0"/>
              </a:rPr>
              <a:t>details.getPhone</a:t>
            </a:r>
            <a:r>
              <a:rPr lang="en-US" altLang="da-DK" sz="1600" b="1" dirty="0">
                <a:solidFill>
                  <a:schemeClr val="tx1"/>
                </a:solidFill>
                <a:latin typeface="Courier New" pitchFamily="49" charset="0"/>
              </a:rPr>
              <a:t>());</a:t>
            </a:r>
          </a:p>
          <a:p>
            <a:pPr eaLnBrk="1" hangingPunct="1"/>
            <a:r>
              <a:rPr lang="en-US" altLang="da-DK" sz="1600" b="1" dirty="0">
                <a:solidFill>
                  <a:schemeClr val="tx1"/>
                </a:solidFill>
                <a:latin typeface="Courier New" pitchFamily="49" charset="0"/>
              </a:rPr>
              <a:t>  </a:t>
            </a:r>
            <a:r>
              <a:rPr lang="en-US" altLang="da-DK" sz="1600" b="1" dirty="0" err="1">
                <a:solidFill>
                  <a:schemeClr val="tx1"/>
                </a:solidFill>
                <a:latin typeface="Courier New" pitchFamily="49" charset="0"/>
              </a:rPr>
              <a:t>numberOfEntries</a:t>
            </a:r>
            <a:r>
              <a:rPr lang="en-US" altLang="da-DK" sz="1600" b="1" dirty="0">
                <a:solidFill>
                  <a:schemeClr val="tx1"/>
                </a:solidFill>
                <a:latin typeface="Courier New" pitchFamily="49" charset="0"/>
              </a:rPr>
              <a:t>--;</a:t>
            </a:r>
          </a:p>
          <a:p>
            <a:pPr eaLnBrk="1" hangingPunct="1">
              <a:lnSpc>
                <a:spcPct val="70000"/>
              </a:lnSpc>
            </a:pPr>
            <a:r>
              <a:rPr lang="en-US" altLang="da-DK" sz="1600" b="1" dirty="0">
                <a:solidFill>
                  <a:schemeClr val="tx1"/>
                </a:solidFill>
                <a:latin typeface="Courier New" pitchFamily="49" charset="0"/>
              </a:rPr>
              <a:t>}</a:t>
            </a:r>
            <a:endParaRPr lang="da-DK" altLang="da-DK" sz="1600" b="1" dirty="0">
              <a:solidFill>
                <a:schemeClr val="tx1"/>
              </a:solidFill>
              <a:latin typeface="Courier New" pitchFamily="49" charset="0"/>
            </a:endParaRPr>
          </a:p>
        </p:txBody>
      </p:sp>
      <p:sp>
        <p:nvSpPr>
          <p:cNvPr id="6" name="Content Placeholder 2"/>
          <p:cNvSpPr txBox="1">
            <a:spLocks/>
          </p:cNvSpPr>
          <p:nvPr/>
        </p:nvSpPr>
        <p:spPr bwMode="auto">
          <a:xfrm>
            <a:off x="496800" y="3371446"/>
            <a:ext cx="8352928" cy="3486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65" charset="-128"/>
                <a:cs typeface="ＭＳ Ｐゴシック" pitchFamily="-65" charset="-128"/>
              </a:defRPr>
            </a:lvl1pPr>
            <a:lvl2pPr marL="742950" indent="-285750" algn="l" rtl="0" eaLnBrk="0" fontAlgn="base" hangingPunct="0">
              <a:spcBef>
                <a:spcPct val="20000"/>
              </a:spcBef>
              <a:spcAft>
                <a:spcPct val="0"/>
              </a:spcAft>
              <a:buChar char="–"/>
              <a:defRPr sz="2000">
                <a:solidFill>
                  <a:srgbClr val="002060"/>
                </a:solidFill>
                <a:latin typeface="+mn-lt"/>
                <a:ea typeface="ＭＳ Ｐゴシック" pitchFamily="-106" charset="-128"/>
              </a:defRPr>
            </a:lvl2pPr>
            <a:lvl3pPr marL="1143000" indent="-228600" algn="l" rtl="0" eaLnBrk="0" fontAlgn="base" hangingPunct="0">
              <a:spcBef>
                <a:spcPct val="20000"/>
              </a:spcBef>
              <a:spcAft>
                <a:spcPct val="0"/>
              </a:spcAft>
              <a:buChar char="•"/>
              <a:defRPr sz="1600">
                <a:solidFill>
                  <a:srgbClr val="002060"/>
                </a:solidFill>
                <a:latin typeface="+mn-lt"/>
                <a:ea typeface="ＭＳ Ｐゴシック" pitchFamily="-106" charset="-128"/>
              </a:defRPr>
            </a:lvl3pPr>
            <a:lvl4pPr marL="1600200" indent="-228600" algn="l" rtl="0" eaLnBrk="0" fontAlgn="base" hangingPunct="0">
              <a:spcBef>
                <a:spcPct val="20000"/>
              </a:spcBef>
              <a:spcAft>
                <a:spcPct val="0"/>
              </a:spcAft>
              <a:buChar char="–"/>
              <a:defRPr sz="1600">
                <a:solidFill>
                  <a:srgbClr val="002060"/>
                </a:solidFill>
                <a:latin typeface="Times New Roman" pitchFamily="-106" charset="0"/>
                <a:ea typeface="ＭＳ Ｐゴシック" pitchFamily="-106" charset="-128"/>
              </a:defRPr>
            </a:lvl4pPr>
            <a:lvl5pPr marL="2057400" indent="-228600" algn="l" rtl="0" eaLnBrk="0" fontAlgn="base" hangingPunct="0">
              <a:spcBef>
                <a:spcPct val="20000"/>
              </a:spcBef>
              <a:spcAft>
                <a:spcPct val="0"/>
              </a:spcAft>
              <a:buChar char="»"/>
              <a:defRPr sz="1200">
                <a:solidFill>
                  <a:srgbClr val="002060"/>
                </a:solidFill>
                <a:latin typeface="Times New Roman" pitchFamily="-106" charset="0"/>
                <a:ea typeface="ＭＳ Ｐゴシック" pitchFamily="-106" charset="-128"/>
              </a:defRPr>
            </a:lvl5pPr>
            <a:lvl6pPr marL="2514600" indent="-228600" algn="l" rtl="0" fontAlgn="base">
              <a:spcBef>
                <a:spcPct val="20000"/>
              </a:spcBef>
              <a:spcAft>
                <a:spcPct val="0"/>
              </a:spcAft>
              <a:buChar char="»"/>
              <a:defRPr sz="1200">
                <a:solidFill>
                  <a:schemeClr val="tx1"/>
                </a:solidFill>
                <a:latin typeface="Times New Roman" pitchFamily="-106" charset="0"/>
                <a:ea typeface="ＭＳ Ｐゴシック" pitchFamily="-106" charset="-128"/>
              </a:defRPr>
            </a:lvl6pPr>
            <a:lvl7pPr marL="2971800" indent="-228600" algn="l" rtl="0" fontAlgn="base">
              <a:spcBef>
                <a:spcPct val="20000"/>
              </a:spcBef>
              <a:spcAft>
                <a:spcPct val="0"/>
              </a:spcAft>
              <a:buChar char="»"/>
              <a:defRPr sz="1200">
                <a:solidFill>
                  <a:schemeClr val="tx1"/>
                </a:solidFill>
                <a:latin typeface="Times New Roman" pitchFamily="-106" charset="0"/>
                <a:ea typeface="ＭＳ Ｐゴシック" pitchFamily="-106" charset="-128"/>
              </a:defRPr>
            </a:lvl7pPr>
            <a:lvl8pPr marL="3429000" indent="-228600" algn="l" rtl="0" fontAlgn="base">
              <a:spcBef>
                <a:spcPct val="20000"/>
              </a:spcBef>
              <a:spcAft>
                <a:spcPct val="0"/>
              </a:spcAft>
              <a:buChar char="»"/>
              <a:defRPr sz="1200">
                <a:solidFill>
                  <a:schemeClr val="tx1"/>
                </a:solidFill>
                <a:latin typeface="Times New Roman" pitchFamily="-106" charset="0"/>
                <a:ea typeface="ＭＳ Ｐゴシック" pitchFamily="-106" charset="-128"/>
              </a:defRPr>
            </a:lvl8pPr>
            <a:lvl9pPr marL="3886200" indent="-228600" algn="l" rtl="0" fontAlgn="base">
              <a:spcBef>
                <a:spcPct val="20000"/>
              </a:spcBef>
              <a:spcAft>
                <a:spcPct val="0"/>
              </a:spcAft>
              <a:buChar char="»"/>
              <a:defRPr sz="1200">
                <a:solidFill>
                  <a:schemeClr val="tx1"/>
                </a:solidFill>
                <a:latin typeface="Times New Roman" pitchFamily="-106" charset="0"/>
                <a:ea typeface="ＭＳ Ｐゴシック" pitchFamily="-106" charset="-128"/>
              </a:defRPr>
            </a:lvl9pPr>
          </a:lstStyle>
          <a:p>
            <a:pPr marL="342900" lvl="1" indent="-342900" eaLnBrk="1" hangingPunct="1">
              <a:spcBef>
                <a:spcPts val="1200"/>
              </a:spcBef>
              <a:buFontTx/>
              <a:buChar char="•"/>
            </a:pPr>
            <a:r>
              <a:rPr lang="da-DK" altLang="da-DK" b="1" kern="0" dirty="0">
                <a:solidFill>
                  <a:srgbClr val="A50021"/>
                </a:solidFill>
                <a:latin typeface="Arial" pitchFamily="34" charset="0"/>
                <a:ea typeface="ＭＳ Ｐゴシック" pitchFamily="34" charset="-128"/>
              </a:rPr>
              <a:t>Ovenstående giver os et problem</a:t>
            </a:r>
          </a:p>
          <a:p>
            <a:pPr lvl="1">
              <a:spcBef>
                <a:spcPts val="600"/>
              </a:spcBef>
              <a:buFontTx/>
              <a:buChar char="–"/>
            </a:pPr>
            <a:r>
              <a:rPr lang="da-DK" altLang="da-DK" sz="1800" kern="0" dirty="0">
                <a:solidFill>
                  <a:srgbClr val="000066"/>
                </a:solidFill>
                <a:ea typeface="ＭＳ Ｐゴシック" pitchFamily="34" charset="-128"/>
              </a:rPr>
              <a:t>Hvis den angivne nøgle ikke er i brug, vil metodekaldet </a:t>
            </a:r>
            <a:r>
              <a:rPr lang="da-DK" altLang="da-DK" sz="1800" b="1" kern="0" dirty="0" err="1">
                <a:solidFill>
                  <a:srgbClr val="008000"/>
                </a:solidFill>
                <a:ea typeface="ＭＳ Ｐゴシック" pitchFamily="34" charset="-128"/>
              </a:rPr>
              <a:t>book.get</a:t>
            </a:r>
            <a:r>
              <a:rPr lang="da-DK" altLang="da-DK" sz="1800" b="1" kern="0" dirty="0">
                <a:solidFill>
                  <a:srgbClr val="008000"/>
                </a:solidFill>
                <a:ea typeface="ＭＳ Ｐゴシック" pitchFamily="34" charset="-128"/>
              </a:rPr>
              <a:t>(</a:t>
            </a:r>
            <a:r>
              <a:rPr lang="da-DK" altLang="da-DK" sz="1800" b="1" kern="0" dirty="0" err="1">
                <a:solidFill>
                  <a:srgbClr val="008000"/>
                </a:solidFill>
                <a:ea typeface="ＭＳ Ｐゴシック" pitchFamily="34" charset="-128"/>
              </a:rPr>
              <a:t>key</a:t>
            </a:r>
            <a:r>
              <a:rPr lang="da-DK" altLang="da-DK" sz="1800" b="1" kern="0" dirty="0">
                <a:solidFill>
                  <a:srgbClr val="008000"/>
                </a:solidFill>
                <a:ea typeface="ＭＳ Ｐゴシック" pitchFamily="34" charset="-128"/>
              </a:rPr>
              <a:t>)</a:t>
            </a:r>
            <a:r>
              <a:rPr lang="da-DK" altLang="da-DK" sz="1800" kern="0" dirty="0">
                <a:solidFill>
                  <a:srgbClr val="000066"/>
                </a:solidFill>
                <a:ea typeface="ＭＳ Ｐゴシック" pitchFamily="34" charset="-128"/>
              </a:rPr>
              <a:t> returnere </a:t>
            </a:r>
            <a:r>
              <a:rPr lang="da-DK" altLang="da-DK" sz="1800" b="1" kern="0" dirty="0">
                <a:solidFill>
                  <a:srgbClr val="008000"/>
                </a:solidFill>
                <a:ea typeface="ＭＳ Ｐゴシック" pitchFamily="34" charset="-128"/>
              </a:rPr>
              <a:t>null</a:t>
            </a:r>
            <a:r>
              <a:rPr lang="da-DK" altLang="da-DK" sz="1800" kern="0" dirty="0">
                <a:solidFill>
                  <a:srgbClr val="000066"/>
                </a:solidFill>
                <a:ea typeface="ＭＳ Ｐゴシック" pitchFamily="34" charset="-128"/>
              </a:rPr>
              <a:t> – hvilket er OK</a:t>
            </a:r>
          </a:p>
          <a:p>
            <a:pPr lvl="1">
              <a:spcBef>
                <a:spcPts val="600"/>
              </a:spcBef>
              <a:buFontTx/>
              <a:buChar char="–"/>
            </a:pPr>
            <a:r>
              <a:rPr lang="da-DK" altLang="da-DK" sz="1800" kern="0" dirty="0">
                <a:solidFill>
                  <a:srgbClr val="000066"/>
                </a:solidFill>
                <a:ea typeface="ＭＳ Ｐゴシック" pitchFamily="34" charset="-128"/>
              </a:rPr>
              <a:t>Men det betyder, at det efterfølgende metodekald </a:t>
            </a:r>
            <a:r>
              <a:rPr lang="da-DK" altLang="da-DK" sz="1800" b="1" kern="0" dirty="0" err="1">
                <a:solidFill>
                  <a:srgbClr val="008000"/>
                </a:solidFill>
                <a:ea typeface="ＭＳ Ｐゴシック" pitchFamily="34" charset="-128"/>
              </a:rPr>
              <a:t>details.getName</a:t>
            </a:r>
            <a:r>
              <a:rPr lang="da-DK" altLang="da-DK" sz="1800" b="1" kern="0" dirty="0">
                <a:solidFill>
                  <a:srgbClr val="008000"/>
                </a:solidFill>
                <a:ea typeface="ＭＳ Ｐゴシック" pitchFamily="34" charset="-128"/>
              </a:rPr>
              <a:t>()</a:t>
            </a:r>
            <a:r>
              <a:rPr lang="da-DK" altLang="da-DK" sz="1800" kern="0" dirty="0">
                <a:solidFill>
                  <a:srgbClr val="000066"/>
                </a:solidFill>
                <a:ea typeface="ＭＳ Ｐゴシック" pitchFamily="34" charset="-128"/>
              </a:rPr>
              <a:t> fejler med en </a:t>
            </a:r>
            <a:r>
              <a:rPr lang="da-DK" altLang="da-DK" sz="1800" b="1" kern="0" dirty="0">
                <a:solidFill>
                  <a:srgbClr val="008000"/>
                </a:solidFill>
                <a:ea typeface="ＭＳ Ｐゴシック" pitchFamily="34" charset="-128"/>
              </a:rPr>
              <a:t>NullPointerException</a:t>
            </a:r>
          </a:p>
          <a:p>
            <a:pPr marL="342900" lvl="1" indent="-342900" eaLnBrk="1" hangingPunct="1">
              <a:spcBef>
                <a:spcPts val="1200"/>
              </a:spcBef>
              <a:buFontTx/>
              <a:buChar char="•"/>
            </a:pPr>
            <a:r>
              <a:rPr lang="da-DK" altLang="da-DK" b="1" kern="0" dirty="0">
                <a:solidFill>
                  <a:srgbClr val="A50021"/>
                </a:solidFill>
                <a:latin typeface="Arial" pitchFamily="34" charset="0"/>
                <a:ea typeface="ＭＳ Ｐゴシック" pitchFamily="34" charset="-128"/>
              </a:rPr>
              <a:t>Det er ikke nødvendigvis forkert</a:t>
            </a:r>
          </a:p>
          <a:p>
            <a:pPr lvl="1">
              <a:spcBef>
                <a:spcPts val="600"/>
              </a:spcBef>
            </a:pPr>
            <a:r>
              <a:rPr lang="da-DK" altLang="da-DK" sz="1800" kern="0" dirty="0">
                <a:solidFill>
                  <a:srgbClr val="000066"/>
                </a:solidFill>
                <a:ea typeface="ＭＳ Ｐゴシック" pitchFamily="34" charset="-128"/>
              </a:rPr>
              <a:t>Hvis alle klienter "opfører sig korrekt", og kun kalder </a:t>
            </a:r>
            <a:r>
              <a:rPr lang="da-DK" altLang="da-DK" sz="1800" kern="0" dirty="0" err="1">
                <a:solidFill>
                  <a:srgbClr val="000066"/>
                </a:solidFill>
                <a:ea typeface="ＭＳ Ｐゴシック" pitchFamily="34" charset="-128"/>
              </a:rPr>
              <a:t>get</a:t>
            </a:r>
            <a:r>
              <a:rPr lang="da-DK" altLang="da-DK" sz="1800" kern="0" dirty="0">
                <a:solidFill>
                  <a:srgbClr val="000066"/>
                </a:solidFill>
                <a:ea typeface="ＭＳ Ｐゴシック" pitchFamily="34" charset="-128"/>
              </a:rPr>
              <a:t> metoden med nøgler, der er i brug, fungerer alt som det skal</a:t>
            </a:r>
          </a:p>
          <a:p>
            <a:pPr lvl="1">
              <a:spcBef>
                <a:spcPts val="600"/>
              </a:spcBef>
            </a:pPr>
            <a:r>
              <a:rPr lang="da-DK" altLang="da-DK" sz="1800" kern="0" dirty="0">
                <a:solidFill>
                  <a:srgbClr val="000066"/>
                </a:solidFill>
                <a:ea typeface="ＭＳ Ｐゴシック" pitchFamily="34" charset="-128"/>
              </a:rPr>
              <a:t>Men det er en farlig fremgangsmåde – specielt hvis man ikke selv har kontrol over, hvordan klienterne programmeres</a:t>
            </a:r>
          </a:p>
          <a:p>
            <a:pPr marL="742950" lvl="2" indent="-342900">
              <a:spcBef>
                <a:spcPts val="1200"/>
              </a:spcBef>
            </a:pPr>
            <a:endParaRPr lang="da-DK" altLang="da-DK" sz="1400" dirty="0">
              <a:ea typeface="ＭＳ Ｐゴシック" pitchFamily="34" charset="-128"/>
            </a:endParaRPr>
          </a:p>
          <a:p>
            <a:pPr lvl="1">
              <a:spcBef>
                <a:spcPts val="400"/>
              </a:spcBef>
            </a:pPr>
            <a:endParaRPr lang="da-DK" altLang="da-DK" sz="1800" dirty="0">
              <a:ea typeface="ＭＳ Ｐゴシック" pitchFamily="34" charset="-128"/>
            </a:endParaRPr>
          </a:p>
          <a:p>
            <a:pPr lvl="1">
              <a:spcBef>
                <a:spcPts val="200"/>
              </a:spcBef>
            </a:pPr>
            <a:endParaRPr lang="da-DK" altLang="da-DK" sz="1800" dirty="0">
              <a:ea typeface="ＭＳ Ｐゴシック" pitchFamily="34" charset="-128"/>
            </a:endParaRPr>
          </a:p>
        </p:txBody>
      </p:sp>
      <p:sp>
        <p:nvSpPr>
          <p:cNvPr id="8" name="Rectangle 28"/>
          <p:cNvSpPr>
            <a:spLocks noChangeArrowheads="1"/>
          </p:cNvSpPr>
          <p:nvPr/>
        </p:nvSpPr>
        <p:spPr bwMode="auto">
          <a:xfrm>
            <a:off x="1673680" y="2083039"/>
            <a:ext cx="4841420" cy="202961"/>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10" name="Rectangle 28"/>
          <p:cNvSpPr>
            <a:spLocks noChangeArrowheads="1"/>
          </p:cNvSpPr>
          <p:nvPr/>
        </p:nvSpPr>
        <p:spPr bwMode="auto">
          <a:xfrm>
            <a:off x="1681843" y="2334986"/>
            <a:ext cx="3992336" cy="45806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11" name="Text Box 21"/>
          <p:cNvSpPr txBox="1">
            <a:spLocks noChangeArrowheads="1"/>
          </p:cNvSpPr>
          <p:nvPr/>
        </p:nvSpPr>
        <p:spPr bwMode="auto">
          <a:xfrm>
            <a:off x="6785132" y="2085535"/>
            <a:ext cx="1624930"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ct val="50000"/>
              </a:spcBef>
              <a:buFontTx/>
              <a:buNone/>
            </a:pPr>
            <a:r>
              <a:rPr lang="da-DK" altLang="da-DK" sz="1400" b="1" dirty="0">
                <a:solidFill>
                  <a:srgbClr val="FF0000"/>
                </a:solidFill>
              </a:rPr>
              <a:t>Find </a:t>
            </a:r>
            <a:r>
              <a:rPr lang="da-DK" altLang="da-DK" sz="1400" b="1" dirty="0" err="1">
                <a:solidFill>
                  <a:srgbClr val="FF0000"/>
                </a:solidFill>
              </a:rPr>
              <a:t>ContactDetails</a:t>
            </a:r>
            <a:endParaRPr lang="da-DK" altLang="da-DK" sz="1400" b="1" dirty="0">
              <a:solidFill>
                <a:srgbClr val="FF0000"/>
              </a:solidFill>
            </a:endParaRPr>
          </a:p>
        </p:txBody>
      </p:sp>
      <p:sp>
        <p:nvSpPr>
          <p:cNvPr id="14" name="Line 22"/>
          <p:cNvSpPr>
            <a:spLocks noChangeShapeType="1"/>
          </p:cNvSpPr>
          <p:nvPr/>
        </p:nvSpPr>
        <p:spPr bwMode="auto">
          <a:xfrm flipH="1" flipV="1">
            <a:off x="5685418" y="2635874"/>
            <a:ext cx="266956" cy="157172"/>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15" name="Text Box 21"/>
          <p:cNvSpPr txBox="1">
            <a:spLocks noChangeArrowheads="1"/>
          </p:cNvSpPr>
          <p:nvPr/>
        </p:nvSpPr>
        <p:spPr bwMode="auto">
          <a:xfrm>
            <a:off x="5971068" y="2698612"/>
            <a:ext cx="2057316"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ct val="50000"/>
              </a:spcBef>
              <a:buFontTx/>
              <a:buNone/>
            </a:pPr>
            <a:r>
              <a:rPr lang="da-DK" altLang="da-DK" sz="1400" b="1" dirty="0">
                <a:solidFill>
                  <a:srgbClr val="FF0000"/>
                </a:solidFill>
              </a:rPr>
              <a:t>Fjern de to indgange fra </a:t>
            </a:r>
            <a:r>
              <a:rPr lang="da-DK" altLang="da-DK" sz="1400" b="1" dirty="0" err="1">
                <a:solidFill>
                  <a:srgbClr val="FF0000"/>
                </a:solidFill>
              </a:rPr>
              <a:t>Map’en</a:t>
            </a:r>
            <a:endParaRPr lang="da-DK" altLang="da-DK" sz="1400" b="1" dirty="0">
              <a:solidFill>
                <a:srgbClr val="FF0000"/>
              </a:solidFill>
            </a:endParaRPr>
          </a:p>
        </p:txBody>
      </p:sp>
      <p:sp>
        <p:nvSpPr>
          <p:cNvPr id="16" name="Line 22"/>
          <p:cNvSpPr>
            <a:spLocks noChangeShapeType="1"/>
          </p:cNvSpPr>
          <p:nvPr/>
        </p:nvSpPr>
        <p:spPr bwMode="auto">
          <a:xfrm flipH="1" flipV="1">
            <a:off x="6515435" y="2264547"/>
            <a:ext cx="277859" cy="122108"/>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13" name="Rectangle 28"/>
          <p:cNvSpPr>
            <a:spLocks noChangeArrowheads="1"/>
          </p:cNvSpPr>
          <p:nvPr/>
        </p:nvSpPr>
        <p:spPr bwMode="auto">
          <a:xfrm>
            <a:off x="1681843" y="2828957"/>
            <a:ext cx="2386101" cy="202961"/>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17" name="Line 22"/>
          <p:cNvSpPr>
            <a:spLocks noChangeShapeType="1"/>
          </p:cNvSpPr>
          <p:nvPr/>
        </p:nvSpPr>
        <p:spPr bwMode="auto">
          <a:xfrm flipH="1" flipV="1">
            <a:off x="4068280" y="2930437"/>
            <a:ext cx="277859" cy="122108"/>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18" name="Text Box 21"/>
          <p:cNvSpPr txBox="1">
            <a:spLocks noChangeArrowheads="1"/>
          </p:cNvSpPr>
          <p:nvPr/>
        </p:nvSpPr>
        <p:spPr bwMode="auto">
          <a:xfrm>
            <a:off x="4378677" y="2910139"/>
            <a:ext cx="1314195" cy="286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ct val="50000"/>
              </a:spcBef>
              <a:buFontTx/>
              <a:buNone/>
            </a:pPr>
            <a:r>
              <a:rPr lang="da-DK" altLang="da-DK" sz="1400" b="1" dirty="0">
                <a:solidFill>
                  <a:srgbClr val="FF0000"/>
                </a:solidFill>
              </a:rPr>
              <a:t>Justér antal</a:t>
            </a:r>
          </a:p>
        </p:txBody>
      </p:sp>
    </p:spTree>
    <p:extLst>
      <p:ext uri="{BB962C8B-B14F-4D97-AF65-F5344CB8AC3E}">
        <p14:creationId xmlns:p14="http://schemas.microsoft.com/office/powerpoint/2010/main" val="848288808"/>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395536" y="260648"/>
            <a:ext cx="8676456" cy="682625"/>
          </a:xfrm>
        </p:spPr>
        <p:txBody>
          <a:bodyPr/>
          <a:lstStyle/>
          <a:p>
            <a:pPr lvl="1"/>
            <a:r>
              <a:rPr lang="da-DK" altLang="da-DK" sz="3200" dirty="0">
                <a:ea typeface="ＭＳ Ｐゴシック" pitchFamily="34" charset="-128"/>
              </a:rPr>
              <a:t>Kontrol af parameterværdier</a:t>
            </a:r>
          </a:p>
        </p:txBody>
      </p:sp>
      <p:sp>
        <p:nvSpPr>
          <p:cNvPr id="2" name="Slide Number Placeholder 1"/>
          <p:cNvSpPr>
            <a:spLocks noGrp="1"/>
          </p:cNvSpPr>
          <p:nvPr>
            <p:ph type="sldNum" sz="quarter" idx="4294967295"/>
          </p:nvPr>
        </p:nvSpPr>
        <p:spPr>
          <a:xfrm>
            <a:off x="8532440" y="6400800"/>
            <a:ext cx="611560" cy="457200"/>
          </a:xfrm>
          <a:prstGeom prst="rect">
            <a:avLst/>
          </a:prstGeom>
        </p:spPr>
        <p:txBody>
          <a:bodyPr/>
          <a:lstStyle/>
          <a:p>
            <a:pPr>
              <a:defRPr/>
            </a:pPr>
            <a:fld id="{2CA5836E-6711-417F-AF48-31ACC3CF4030}" type="slidenum">
              <a:rPr lang="da-DK" altLang="da-DK" smtClean="0"/>
              <a:pPr>
                <a:defRPr/>
              </a:pPr>
              <a:t>5</a:t>
            </a:fld>
            <a:endParaRPr lang="da-DK" altLang="da-DK" dirty="0"/>
          </a:p>
        </p:txBody>
      </p:sp>
      <p:sp>
        <p:nvSpPr>
          <p:cNvPr id="7" name="Content Placeholder 2"/>
          <p:cNvSpPr txBox="1">
            <a:spLocks/>
          </p:cNvSpPr>
          <p:nvPr/>
        </p:nvSpPr>
        <p:spPr bwMode="auto">
          <a:xfrm>
            <a:off x="395536" y="1052736"/>
            <a:ext cx="8496944" cy="2880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65" charset="-128"/>
                <a:cs typeface="ＭＳ Ｐゴシック" pitchFamily="-65" charset="-128"/>
              </a:defRPr>
            </a:lvl1pPr>
            <a:lvl2pPr marL="742950" indent="-285750" algn="l" rtl="0" eaLnBrk="0" fontAlgn="base" hangingPunct="0">
              <a:spcBef>
                <a:spcPct val="20000"/>
              </a:spcBef>
              <a:spcAft>
                <a:spcPct val="0"/>
              </a:spcAft>
              <a:buChar char="–"/>
              <a:defRPr sz="2000">
                <a:solidFill>
                  <a:srgbClr val="002060"/>
                </a:solidFill>
                <a:latin typeface="+mn-lt"/>
                <a:ea typeface="ＭＳ Ｐゴシック" pitchFamily="-106" charset="-128"/>
              </a:defRPr>
            </a:lvl2pPr>
            <a:lvl3pPr marL="1143000" indent="-228600" algn="l" rtl="0" eaLnBrk="0" fontAlgn="base" hangingPunct="0">
              <a:spcBef>
                <a:spcPct val="20000"/>
              </a:spcBef>
              <a:spcAft>
                <a:spcPct val="0"/>
              </a:spcAft>
              <a:buChar char="•"/>
              <a:defRPr sz="1600">
                <a:solidFill>
                  <a:srgbClr val="002060"/>
                </a:solidFill>
                <a:latin typeface="+mn-lt"/>
                <a:ea typeface="ＭＳ Ｐゴシック" pitchFamily="-106" charset="-128"/>
              </a:defRPr>
            </a:lvl3pPr>
            <a:lvl4pPr marL="1600200" indent="-228600" algn="l" rtl="0" eaLnBrk="0" fontAlgn="base" hangingPunct="0">
              <a:spcBef>
                <a:spcPct val="20000"/>
              </a:spcBef>
              <a:spcAft>
                <a:spcPct val="0"/>
              </a:spcAft>
              <a:buChar char="–"/>
              <a:defRPr sz="1600">
                <a:solidFill>
                  <a:srgbClr val="002060"/>
                </a:solidFill>
                <a:latin typeface="Times New Roman" pitchFamily="-106" charset="0"/>
                <a:ea typeface="ＭＳ Ｐゴシック" pitchFamily="-106" charset="-128"/>
              </a:defRPr>
            </a:lvl4pPr>
            <a:lvl5pPr marL="2057400" indent="-228600" algn="l" rtl="0" eaLnBrk="0" fontAlgn="base" hangingPunct="0">
              <a:spcBef>
                <a:spcPct val="20000"/>
              </a:spcBef>
              <a:spcAft>
                <a:spcPct val="0"/>
              </a:spcAft>
              <a:buChar char="»"/>
              <a:defRPr sz="1200">
                <a:solidFill>
                  <a:srgbClr val="002060"/>
                </a:solidFill>
                <a:latin typeface="Times New Roman" pitchFamily="-106" charset="0"/>
                <a:ea typeface="ＭＳ Ｐゴシック" pitchFamily="-106" charset="-128"/>
              </a:defRPr>
            </a:lvl5pPr>
            <a:lvl6pPr marL="2514600" indent="-228600" algn="l" rtl="0" fontAlgn="base">
              <a:spcBef>
                <a:spcPct val="20000"/>
              </a:spcBef>
              <a:spcAft>
                <a:spcPct val="0"/>
              </a:spcAft>
              <a:buChar char="»"/>
              <a:defRPr sz="1200">
                <a:solidFill>
                  <a:schemeClr val="tx1"/>
                </a:solidFill>
                <a:latin typeface="Times New Roman" pitchFamily="-106" charset="0"/>
                <a:ea typeface="ＭＳ Ｐゴシック" pitchFamily="-106" charset="-128"/>
              </a:defRPr>
            </a:lvl6pPr>
            <a:lvl7pPr marL="2971800" indent="-228600" algn="l" rtl="0" fontAlgn="base">
              <a:spcBef>
                <a:spcPct val="20000"/>
              </a:spcBef>
              <a:spcAft>
                <a:spcPct val="0"/>
              </a:spcAft>
              <a:buChar char="»"/>
              <a:defRPr sz="1200">
                <a:solidFill>
                  <a:schemeClr val="tx1"/>
                </a:solidFill>
                <a:latin typeface="Times New Roman" pitchFamily="-106" charset="0"/>
                <a:ea typeface="ＭＳ Ｐゴシック" pitchFamily="-106" charset="-128"/>
              </a:defRPr>
            </a:lvl7pPr>
            <a:lvl8pPr marL="3429000" indent="-228600" algn="l" rtl="0" fontAlgn="base">
              <a:spcBef>
                <a:spcPct val="20000"/>
              </a:spcBef>
              <a:spcAft>
                <a:spcPct val="0"/>
              </a:spcAft>
              <a:buChar char="»"/>
              <a:defRPr sz="1200">
                <a:solidFill>
                  <a:schemeClr val="tx1"/>
                </a:solidFill>
                <a:latin typeface="Times New Roman" pitchFamily="-106" charset="0"/>
                <a:ea typeface="ＭＳ Ｐゴシック" pitchFamily="-106" charset="-128"/>
              </a:defRPr>
            </a:lvl8pPr>
            <a:lvl9pPr marL="3886200" indent="-228600" algn="l" rtl="0" fontAlgn="base">
              <a:spcBef>
                <a:spcPct val="20000"/>
              </a:spcBef>
              <a:spcAft>
                <a:spcPct val="0"/>
              </a:spcAft>
              <a:buChar char="»"/>
              <a:defRPr sz="1200">
                <a:solidFill>
                  <a:schemeClr val="tx1"/>
                </a:solidFill>
                <a:latin typeface="Times New Roman" pitchFamily="-106" charset="0"/>
                <a:ea typeface="ＭＳ Ｐゴシック" pitchFamily="-106" charset="-128"/>
              </a:defRPr>
            </a:lvl9pPr>
          </a:lstStyle>
          <a:p>
            <a:pPr marL="342900" lvl="1" indent="-342900" eaLnBrk="1" hangingPunct="1">
              <a:spcBef>
                <a:spcPts val="1200"/>
              </a:spcBef>
              <a:buFontTx/>
              <a:buChar char="•"/>
            </a:pPr>
            <a:r>
              <a:rPr lang="da-DK" altLang="da-DK" b="1" kern="0" dirty="0">
                <a:solidFill>
                  <a:srgbClr val="A50021"/>
                </a:solidFill>
                <a:latin typeface="Arial" pitchFamily="34" charset="0"/>
                <a:ea typeface="ＭＳ Ｐゴシック" pitchFamily="34" charset="-128"/>
              </a:rPr>
              <a:t>Servere er særligt sårbare, når deres konstruktører og metoder modtager værdier via deres parametre</a:t>
            </a:r>
          </a:p>
          <a:p>
            <a:pPr lvl="1">
              <a:spcBef>
                <a:spcPts val="600"/>
              </a:spcBef>
            </a:pPr>
            <a:r>
              <a:rPr lang="da-DK" altLang="da-DK" sz="1800" kern="0" dirty="0">
                <a:solidFill>
                  <a:srgbClr val="000066"/>
                </a:solidFill>
                <a:ea typeface="ＭＳ Ｐゴシック" pitchFamily="34" charset="-128"/>
              </a:rPr>
              <a:t>Hvis man ved, at disse parameterværdier er fornuftige, er der ingen grund til at spilde tid på at teste dem</a:t>
            </a:r>
          </a:p>
          <a:p>
            <a:pPr lvl="1">
              <a:spcBef>
                <a:spcPts val="600"/>
              </a:spcBef>
            </a:pPr>
            <a:r>
              <a:rPr lang="da-DK" altLang="da-DK" sz="1800" kern="0" dirty="0">
                <a:solidFill>
                  <a:srgbClr val="000066"/>
                </a:solidFill>
                <a:ea typeface="ＭＳ Ｐゴシック" pitchFamily="34" charset="-128"/>
              </a:rPr>
              <a:t>I mange tilfælde har man dog ingen eller kun ringe indflydelse på, hvordan klienter programmeres, og så bør alle parameterværdier tjekkes</a:t>
            </a:r>
          </a:p>
          <a:p>
            <a:pPr lvl="1">
              <a:spcBef>
                <a:spcPts val="600"/>
              </a:spcBef>
            </a:pPr>
            <a:r>
              <a:rPr lang="da-DK" altLang="da-DK" sz="1800" kern="0" dirty="0">
                <a:solidFill>
                  <a:srgbClr val="000066"/>
                </a:solidFill>
                <a:ea typeface="ＭＳ Ｐゴシック" pitchFamily="34" charset="-128"/>
              </a:rPr>
              <a:t>Derved kan man ofte undgå ulovlige handlinger, såsom at dividere med 0, kalde en metode på en variabel, der har værdien null, eller tilgå et element som ikke eksisterer (i en arrayliste eller et array)</a:t>
            </a:r>
          </a:p>
          <a:p>
            <a:pPr lvl="1">
              <a:spcBef>
                <a:spcPts val="200"/>
              </a:spcBef>
            </a:pPr>
            <a:endParaRPr lang="da-DK" altLang="da-DK" sz="1800" dirty="0">
              <a:ea typeface="ＭＳ Ｐゴシック" pitchFamily="34" charset="-128"/>
            </a:endParaRPr>
          </a:p>
        </p:txBody>
      </p:sp>
      <p:sp>
        <p:nvSpPr>
          <p:cNvPr id="5" name="Text Box 4"/>
          <p:cNvSpPr txBox="1">
            <a:spLocks noChangeArrowheads="1"/>
          </p:cNvSpPr>
          <p:nvPr/>
        </p:nvSpPr>
        <p:spPr bwMode="auto">
          <a:xfrm>
            <a:off x="3706149" y="4221088"/>
            <a:ext cx="5166918" cy="1971951"/>
          </a:xfrm>
          <a:prstGeom prst="rect">
            <a:avLst/>
          </a:prstGeom>
          <a:solidFill>
            <a:srgbClr val="FFFFCC"/>
          </a:solidFill>
          <a:ln w="28575">
            <a:solidFill>
              <a:srgbClr val="0000FF"/>
            </a:solidFill>
            <a:miter lim="800000"/>
            <a:headEnd/>
            <a:tailEnd/>
          </a:ln>
        </p:spPr>
        <p:txBody>
          <a:bodyPr wrap="square" lIns="90000" tIns="46800" rIns="90000" bIns="46800">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eaLnBrk="1" hangingPunct="1"/>
            <a:r>
              <a:rPr lang="en-US" altLang="da-DK" sz="1600" b="1" dirty="0">
                <a:solidFill>
                  <a:srgbClr val="7030A0"/>
                </a:solidFill>
                <a:latin typeface="Courier New" pitchFamily="49" charset="0"/>
              </a:rPr>
              <a:t>public</a:t>
            </a:r>
            <a:r>
              <a:rPr lang="en-US" altLang="da-DK" sz="1600" b="1" dirty="0">
                <a:solidFill>
                  <a:schemeClr val="tx1"/>
                </a:solidFill>
                <a:latin typeface="Courier New" pitchFamily="49" charset="0"/>
              </a:rPr>
              <a:t> </a:t>
            </a:r>
            <a:r>
              <a:rPr lang="en-US" altLang="da-DK" sz="1600" b="1" dirty="0">
                <a:solidFill>
                  <a:srgbClr val="FF0000"/>
                </a:solidFill>
                <a:latin typeface="Courier New" pitchFamily="49" charset="0"/>
              </a:rPr>
              <a:t>void </a:t>
            </a:r>
            <a:r>
              <a:rPr lang="en-US" altLang="da-DK" sz="1600" b="1" dirty="0" err="1">
                <a:solidFill>
                  <a:srgbClr val="002060"/>
                </a:solidFill>
                <a:latin typeface="Courier New" pitchFamily="49" charset="0"/>
              </a:rPr>
              <a:t>r</a:t>
            </a:r>
            <a:r>
              <a:rPr lang="en-US" altLang="da-DK" sz="1600" b="1" dirty="0" err="1">
                <a:solidFill>
                  <a:schemeClr val="tx1"/>
                </a:solidFill>
                <a:latin typeface="Courier New" pitchFamily="49" charset="0"/>
              </a:rPr>
              <a:t>emoveDetails</a:t>
            </a:r>
            <a:r>
              <a:rPr lang="en-US" altLang="da-DK" sz="1600" b="1" dirty="0">
                <a:solidFill>
                  <a:schemeClr val="tx1"/>
                </a:solidFill>
                <a:latin typeface="Courier New" pitchFamily="49" charset="0"/>
              </a:rPr>
              <a:t>(String key) {</a:t>
            </a:r>
          </a:p>
          <a:p>
            <a:pPr eaLnBrk="1" hangingPunct="1"/>
            <a:r>
              <a:rPr lang="en-US" altLang="da-DK" sz="1600" b="1" dirty="0">
                <a:solidFill>
                  <a:schemeClr val="tx1"/>
                </a:solidFill>
                <a:latin typeface="Courier New" pitchFamily="49" charset="0"/>
              </a:rPr>
              <a:t>  </a:t>
            </a:r>
            <a:r>
              <a:rPr lang="en-US" altLang="da-DK" sz="1600" b="1" dirty="0">
                <a:solidFill>
                  <a:srgbClr val="7030A0"/>
                </a:solidFill>
                <a:latin typeface="Courier New" pitchFamily="49" charset="0"/>
              </a:rPr>
              <a:t>if</a:t>
            </a:r>
            <a:r>
              <a:rPr lang="en-US" altLang="da-DK" sz="1600" b="1" dirty="0">
                <a:solidFill>
                  <a:schemeClr val="tx1"/>
                </a:solidFill>
                <a:latin typeface="Courier New" pitchFamily="49" charset="0"/>
              </a:rPr>
              <a:t>(</a:t>
            </a:r>
            <a:r>
              <a:rPr lang="en-US" altLang="da-DK" sz="800" b="1" dirty="0">
                <a:solidFill>
                  <a:schemeClr val="tx1"/>
                </a:solidFill>
                <a:latin typeface="Courier New" pitchFamily="49" charset="0"/>
              </a:rPr>
              <a:t> </a:t>
            </a:r>
            <a:r>
              <a:rPr lang="en-US" altLang="da-DK" sz="1600" b="1" dirty="0" err="1">
                <a:solidFill>
                  <a:schemeClr val="tx1"/>
                </a:solidFill>
                <a:latin typeface="Courier New" pitchFamily="49" charset="0"/>
              </a:rPr>
              <a:t>keyInUse</a:t>
            </a:r>
            <a:r>
              <a:rPr lang="en-US" altLang="da-DK" sz="1600" b="1" dirty="0">
                <a:solidFill>
                  <a:schemeClr val="tx1"/>
                </a:solidFill>
                <a:latin typeface="Courier New" pitchFamily="49" charset="0"/>
              </a:rPr>
              <a:t>(key)</a:t>
            </a:r>
            <a:r>
              <a:rPr lang="en-US" altLang="da-DK" sz="800" b="1" dirty="0">
                <a:solidFill>
                  <a:schemeClr val="tx1"/>
                </a:solidFill>
                <a:latin typeface="Courier New" pitchFamily="49" charset="0"/>
              </a:rPr>
              <a:t> </a:t>
            </a:r>
            <a:r>
              <a:rPr lang="en-US" altLang="da-DK" sz="1600" b="1" dirty="0">
                <a:solidFill>
                  <a:schemeClr val="tx1"/>
                </a:solidFill>
                <a:latin typeface="Courier New" pitchFamily="49" charset="0"/>
              </a:rPr>
              <a:t>) {</a:t>
            </a:r>
          </a:p>
          <a:p>
            <a:pPr eaLnBrk="1" hangingPunct="1">
              <a:spcBef>
                <a:spcPts val="600"/>
              </a:spcBef>
            </a:pPr>
            <a:r>
              <a:rPr lang="en-US" altLang="da-DK" sz="1600" b="1" dirty="0">
                <a:solidFill>
                  <a:schemeClr val="tx1"/>
                </a:solidFill>
                <a:latin typeface="Courier New" pitchFamily="49" charset="0"/>
              </a:rPr>
              <a:t>    </a:t>
            </a:r>
            <a:r>
              <a:rPr lang="en-US" altLang="da-DK" sz="1600" b="1" dirty="0" err="1">
                <a:solidFill>
                  <a:schemeClr val="tx1"/>
                </a:solidFill>
                <a:latin typeface="Courier New" pitchFamily="49" charset="0"/>
              </a:rPr>
              <a:t>ContactDetails</a:t>
            </a:r>
            <a:r>
              <a:rPr lang="en-US" altLang="da-DK" sz="800" b="1" spc="-60" dirty="0">
                <a:solidFill>
                  <a:schemeClr val="tx1"/>
                </a:solidFill>
                <a:latin typeface="Courier New" pitchFamily="49" charset="0"/>
              </a:rPr>
              <a:t> </a:t>
            </a:r>
            <a:r>
              <a:rPr lang="en-US" altLang="da-DK" sz="1600" b="1" spc="-60" dirty="0">
                <a:solidFill>
                  <a:schemeClr val="tx1"/>
                </a:solidFill>
                <a:latin typeface="Courier New" pitchFamily="49" charset="0"/>
              </a:rPr>
              <a:t>details</a:t>
            </a:r>
            <a:r>
              <a:rPr lang="en-US" altLang="da-DK" sz="800" b="1" spc="-60" dirty="0">
                <a:solidFill>
                  <a:schemeClr val="tx1"/>
                </a:solidFill>
                <a:latin typeface="Courier New" pitchFamily="49" charset="0"/>
              </a:rPr>
              <a:t> </a:t>
            </a:r>
            <a:r>
              <a:rPr lang="en-US" altLang="da-DK" sz="1600" b="1" spc="-60" dirty="0">
                <a:solidFill>
                  <a:schemeClr val="tx1"/>
                </a:solidFill>
                <a:latin typeface="Courier New" pitchFamily="49" charset="0"/>
              </a:rPr>
              <a:t>=</a:t>
            </a:r>
            <a:r>
              <a:rPr lang="en-US" altLang="da-DK" sz="800" b="1" spc="-60" dirty="0">
                <a:solidFill>
                  <a:schemeClr val="tx1"/>
                </a:solidFill>
                <a:latin typeface="Courier New" pitchFamily="49" charset="0"/>
              </a:rPr>
              <a:t> </a:t>
            </a:r>
            <a:r>
              <a:rPr lang="en-US" altLang="da-DK" sz="1600" b="1" spc="-60" dirty="0" err="1">
                <a:solidFill>
                  <a:schemeClr val="tx1"/>
                </a:solidFill>
                <a:latin typeface="Courier New" pitchFamily="49" charset="0"/>
              </a:rPr>
              <a:t>book.get</a:t>
            </a:r>
            <a:r>
              <a:rPr lang="en-US" altLang="da-DK" sz="1600" b="1" spc="-60" dirty="0">
                <a:solidFill>
                  <a:schemeClr val="tx1"/>
                </a:solidFill>
                <a:latin typeface="Courier New" pitchFamily="49" charset="0"/>
              </a:rPr>
              <a:t>(key);</a:t>
            </a:r>
          </a:p>
          <a:p>
            <a:pPr eaLnBrk="1" hangingPunct="1"/>
            <a:r>
              <a:rPr lang="en-US" altLang="da-DK" sz="1600" b="1" dirty="0">
                <a:solidFill>
                  <a:schemeClr val="tx1"/>
                </a:solidFill>
                <a:latin typeface="Courier New" pitchFamily="49" charset="0"/>
              </a:rPr>
              <a:t>    </a:t>
            </a:r>
            <a:r>
              <a:rPr lang="en-US" altLang="da-DK" sz="1600" b="1" dirty="0" err="1">
                <a:solidFill>
                  <a:schemeClr val="tx1"/>
                </a:solidFill>
                <a:latin typeface="Courier New" pitchFamily="49" charset="0"/>
              </a:rPr>
              <a:t>book.remove</a:t>
            </a:r>
            <a:r>
              <a:rPr lang="en-US" altLang="da-DK" sz="1600" b="1" dirty="0">
                <a:solidFill>
                  <a:schemeClr val="tx1"/>
                </a:solidFill>
                <a:latin typeface="Courier New" pitchFamily="49" charset="0"/>
              </a:rPr>
              <a:t>(</a:t>
            </a:r>
            <a:r>
              <a:rPr lang="en-US" altLang="da-DK" sz="1600" b="1" dirty="0" err="1">
                <a:solidFill>
                  <a:schemeClr val="tx1"/>
                </a:solidFill>
                <a:latin typeface="Courier New" pitchFamily="49" charset="0"/>
              </a:rPr>
              <a:t>details.getName</a:t>
            </a:r>
            <a:r>
              <a:rPr lang="en-US" altLang="da-DK" sz="1600" b="1" dirty="0">
                <a:solidFill>
                  <a:schemeClr val="tx1"/>
                </a:solidFill>
                <a:latin typeface="Courier New" pitchFamily="49" charset="0"/>
              </a:rPr>
              <a:t>());</a:t>
            </a:r>
          </a:p>
          <a:p>
            <a:pPr eaLnBrk="1" hangingPunct="1"/>
            <a:r>
              <a:rPr lang="en-US" altLang="da-DK" sz="1600" b="1" dirty="0">
                <a:solidFill>
                  <a:schemeClr val="tx1"/>
                </a:solidFill>
                <a:latin typeface="Courier New" pitchFamily="49" charset="0"/>
              </a:rPr>
              <a:t>    </a:t>
            </a:r>
            <a:r>
              <a:rPr lang="en-US" altLang="da-DK" sz="1600" b="1" dirty="0" err="1">
                <a:solidFill>
                  <a:schemeClr val="tx1"/>
                </a:solidFill>
                <a:latin typeface="Courier New" pitchFamily="49" charset="0"/>
              </a:rPr>
              <a:t>book.remove</a:t>
            </a:r>
            <a:r>
              <a:rPr lang="en-US" altLang="da-DK" sz="1600" b="1" dirty="0">
                <a:solidFill>
                  <a:schemeClr val="tx1"/>
                </a:solidFill>
                <a:latin typeface="Courier New" pitchFamily="49" charset="0"/>
              </a:rPr>
              <a:t>(</a:t>
            </a:r>
            <a:r>
              <a:rPr lang="en-US" altLang="da-DK" sz="1600" b="1" dirty="0" err="1">
                <a:solidFill>
                  <a:schemeClr val="tx1"/>
                </a:solidFill>
                <a:latin typeface="Courier New" pitchFamily="49" charset="0"/>
              </a:rPr>
              <a:t>details.getPhone</a:t>
            </a:r>
            <a:r>
              <a:rPr lang="en-US" altLang="da-DK" sz="1600" b="1" dirty="0">
                <a:solidFill>
                  <a:schemeClr val="tx1"/>
                </a:solidFill>
                <a:latin typeface="Courier New" pitchFamily="49" charset="0"/>
              </a:rPr>
              <a:t>());</a:t>
            </a:r>
          </a:p>
          <a:p>
            <a:pPr eaLnBrk="1" hangingPunct="1"/>
            <a:r>
              <a:rPr lang="en-US" altLang="da-DK" sz="1600" b="1" dirty="0">
                <a:solidFill>
                  <a:schemeClr val="tx1"/>
                </a:solidFill>
                <a:latin typeface="Courier New" pitchFamily="49" charset="0"/>
              </a:rPr>
              <a:t>    </a:t>
            </a:r>
            <a:r>
              <a:rPr lang="en-US" altLang="da-DK" sz="1600" b="1" dirty="0" err="1">
                <a:solidFill>
                  <a:schemeClr val="tx1"/>
                </a:solidFill>
                <a:latin typeface="Courier New" pitchFamily="49" charset="0"/>
              </a:rPr>
              <a:t>numberOfEntries</a:t>
            </a:r>
            <a:r>
              <a:rPr lang="en-US" altLang="da-DK" sz="1600" b="1" dirty="0">
                <a:solidFill>
                  <a:schemeClr val="tx1"/>
                </a:solidFill>
                <a:latin typeface="Courier New" pitchFamily="49" charset="0"/>
              </a:rPr>
              <a:t>--;</a:t>
            </a:r>
          </a:p>
          <a:p>
            <a:pPr eaLnBrk="1" hangingPunct="1">
              <a:lnSpc>
                <a:spcPct val="50000"/>
              </a:lnSpc>
              <a:spcBef>
                <a:spcPts val="600"/>
              </a:spcBef>
            </a:pPr>
            <a:r>
              <a:rPr lang="en-US" altLang="da-DK" sz="1600" b="1" dirty="0">
                <a:solidFill>
                  <a:schemeClr val="tx1"/>
                </a:solidFill>
                <a:latin typeface="Courier New" pitchFamily="49" charset="0"/>
              </a:rPr>
              <a:t>  }</a:t>
            </a:r>
          </a:p>
          <a:p>
            <a:pPr eaLnBrk="1" hangingPunct="1">
              <a:lnSpc>
                <a:spcPct val="50000"/>
              </a:lnSpc>
            </a:pPr>
            <a:r>
              <a:rPr lang="en-US" altLang="da-DK" sz="1600" b="1" dirty="0">
                <a:solidFill>
                  <a:schemeClr val="tx1"/>
                </a:solidFill>
                <a:latin typeface="Courier New" pitchFamily="49" charset="0"/>
              </a:rPr>
              <a:t>}</a:t>
            </a:r>
            <a:endParaRPr lang="da-DK" altLang="da-DK" sz="1600" b="1" dirty="0">
              <a:solidFill>
                <a:schemeClr val="tx1"/>
              </a:solidFill>
              <a:latin typeface="Courier New" pitchFamily="49" charset="0"/>
            </a:endParaRPr>
          </a:p>
        </p:txBody>
      </p:sp>
      <p:sp>
        <p:nvSpPr>
          <p:cNvPr id="6" name="Rectangle 28"/>
          <p:cNvSpPr>
            <a:spLocks noChangeArrowheads="1"/>
          </p:cNvSpPr>
          <p:nvPr/>
        </p:nvSpPr>
        <p:spPr bwMode="auto">
          <a:xfrm>
            <a:off x="4414430" y="4513418"/>
            <a:ext cx="1639238" cy="225523"/>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9" name="Text Box 21"/>
          <p:cNvSpPr txBox="1">
            <a:spLocks noChangeArrowheads="1"/>
          </p:cNvSpPr>
          <p:nvPr/>
        </p:nvSpPr>
        <p:spPr bwMode="auto">
          <a:xfrm>
            <a:off x="636830" y="4221088"/>
            <a:ext cx="2808312" cy="1538883"/>
          </a:xfrm>
          <a:prstGeom prst="rect">
            <a:avLst/>
          </a:prstGeom>
          <a:solidFill>
            <a:srgbClr val="CCECFF"/>
          </a:solidFill>
          <a:ln w="28575">
            <a:solidFill>
              <a:srgbClr val="0000FF"/>
            </a:solidFill>
          </a:ln>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da-DK" altLang="da-DK" sz="1400" b="1" dirty="0">
                <a:solidFill>
                  <a:srgbClr val="0000FF"/>
                </a:solidFill>
              </a:rPr>
              <a:t>Samme metode som før</a:t>
            </a:r>
          </a:p>
          <a:p>
            <a:pPr marL="180975" indent="-180975">
              <a:spcBef>
                <a:spcPts val="400"/>
              </a:spcBef>
              <a:buFont typeface="Arial" panose="020B0604020202020204" pitchFamily="34" charset="0"/>
              <a:buChar char="•"/>
            </a:pPr>
            <a:r>
              <a:rPr lang="da-DK" altLang="da-DK" sz="1400" b="1" dirty="0">
                <a:solidFill>
                  <a:srgbClr val="0000FF"/>
                </a:solidFill>
              </a:rPr>
              <a:t>Vi har nu "pakket" de fire sætninger ind i en if sætning</a:t>
            </a:r>
          </a:p>
          <a:p>
            <a:pPr marL="180975" indent="-180975" eaLnBrk="1" hangingPunct="1">
              <a:spcBef>
                <a:spcPts val="400"/>
              </a:spcBef>
              <a:buFont typeface="Arial" panose="020B0604020202020204" pitchFamily="34" charset="0"/>
              <a:buChar char="•"/>
            </a:pPr>
            <a:r>
              <a:rPr lang="da-DK" altLang="da-DK" sz="1400" b="1" dirty="0">
                <a:solidFill>
                  <a:srgbClr val="0000FF"/>
                </a:solidFill>
              </a:rPr>
              <a:t>Hvis nøglen er i brug gøres det samme som før</a:t>
            </a:r>
          </a:p>
          <a:p>
            <a:pPr marL="180975" indent="-180975" eaLnBrk="1" hangingPunct="1">
              <a:spcBef>
                <a:spcPts val="400"/>
              </a:spcBef>
              <a:buFont typeface="Arial" panose="020B0604020202020204" pitchFamily="34" charset="0"/>
              <a:buChar char="•"/>
            </a:pPr>
            <a:r>
              <a:rPr lang="da-DK" altLang="da-DK" sz="1400" b="1" dirty="0">
                <a:solidFill>
                  <a:srgbClr val="0000FF"/>
                </a:solidFill>
              </a:rPr>
              <a:t>Ellers gør man ingen ting</a:t>
            </a:r>
          </a:p>
        </p:txBody>
      </p:sp>
      <p:sp>
        <p:nvSpPr>
          <p:cNvPr id="10" name="Rectangle 28"/>
          <p:cNvSpPr>
            <a:spLocks noChangeArrowheads="1"/>
          </p:cNvSpPr>
          <p:nvPr/>
        </p:nvSpPr>
        <p:spPr bwMode="auto">
          <a:xfrm>
            <a:off x="4228163" y="4826685"/>
            <a:ext cx="4467104" cy="989915"/>
          </a:xfrm>
          <a:prstGeom prst="rect">
            <a:avLst/>
          </a:prstGeom>
          <a:noFill/>
          <a:ln w="25400">
            <a:solidFill>
              <a:srgbClr val="FF0000"/>
            </a:solidFill>
            <a:prstDash val="sysDash"/>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Tree>
    <p:extLst>
      <p:ext uri="{BB962C8B-B14F-4D97-AF65-F5344CB8AC3E}">
        <p14:creationId xmlns:p14="http://schemas.microsoft.com/office/powerpoint/2010/main" val="172075697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395536" y="260648"/>
            <a:ext cx="8676456" cy="682625"/>
          </a:xfrm>
        </p:spPr>
        <p:txBody>
          <a:bodyPr/>
          <a:lstStyle/>
          <a:p>
            <a:pPr lvl="1"/>
            <a:r>
              <a:rPr lang="da-DK" altLang="da-DK" sz="3200" dirty="0">
                <a:ea typeface="ＭＳ Ｐゴシック" pitchFamily="34" charset="-128"/>
              </a:rPr>
              <a:t>Rapportering af fejl</a:t>
            </a:r>
          </a:p>
        </p:txBody>
      </p:sp>
      <p:sp>
        <p:nvSpPr>
          <p:cNvPr id="2" name="Slide Number Placeholder 1"/>
          <p:cNvSpPr>
            <a:spLocks noGrp="1"/>
          </p:cNvSpPr>
          <p:nvPr>
            <p:ph type="sldNum" sz="quarter" idx="4294967295"/>
          </p:nvPr>
        </p:nvSpPr>
        <p:spPr>
          <a:xfrm>
            <a:off x="8532440" y="6400800"/>
            <a:ext cx="611560" cy="457200"/>
          </a:xfrm>
          <a:prstGeom prst="rect">
            <a:avLst/>
          </a:prstGeom>
        </p:spPr>
        <p:txBody>
          <a:bodyPr/>
          <a:lstStyle/>
          <a:p>
            <a:pPr>
              <a:defRPr/>
            </a:pPr>
            <a:fld id="{2CA5836E-6711-417F-AF48-31ACC3CF4030}" type="slidenum">
              <a:rPr lang="da-DK" altLang="da-DK" smtClean="0"/>
              <a:pPr>
                <a:defRPr/>
              </a:pPr>
              <a:t>6</a:t>
            </a:fld>
            <a:endParaRPr lang="da-DK" altLang="da-DK" dirty="0"/>
          </a:p>
        </p:txBody>
      </p:sp>
      <p:sp>
        <p:nvSpPr>
          <p:cNvPr id="7" name="Content Placeholder 2"/>
          <p:cNvSpPr txBox="1">
            <a:spLocks/>
          </p:cNvSpPr>
          <p:nvPr/>
        </p:nvSpPr>
        <p:spPr bwMode="auto">
          <a:xfrm>
            <a:off x="382928" y="980728"/>
            <a:ext cx="8689063" cy="5877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65" charset="-128"/>
                <a:cs typeface="ＭＳ Ｐゴシック" pitchFamily="-65" charset="-128"/>
              </a:defRPr>
            </a:lvl1pPr>
            <a:lvl2pPr marL="742950" indent="-285750" algn="l" rtl="0" eaLnBrk="0" fontAlgn="base" hangingPunct="0">
              <a:spcBef>
                <a:spcPct val="20000"/>
              </a:spcBef>
              <a:spcAft>
                <a:spcPct val="0"/>
              </a:spcAft>
              <a:buChar char="–"/>
              <a:defRPr sz="2000">
                <a:solidFill>
                  <a:srgbClr val="002060"/>
                </a:solidFill>
                <a:latin typeface="+mn-lt"/>
                <a:ea typeface="ＭＳ Ｐゴシック" pitchFamily="-106" charset="-128"/>
              </a:defRPr>
            </a:lvl2pPr>
            <a:lvl3pPr marL="1143000" indent="-228600" algn="l" rtl="0" eaLnBrk="0" fontAlgn="base" hangingPunct="0">
              <a:spcBef>
                <a:spcPct val="20000"/>
              </a:spcBef>
              <a:spcAft>
                <a:spcPct val="0"/>
              </a:spcAft>
              <a:buChar char="•"/>
              <a:defRPr sz="1600">
                <a:solidFill>
                  <a:srgbClr val="002060"/>
                </a:solidFill>
                <a:latin typeface="+mn-lt"/>
                <a:ea typeface="ＭＳ Ｐゴシック" pitchFamily="-106" charset="-128"/>
              </a:defRPr>
            </a:lvl3pPr>
            <a:lvl4pPr marL="1600200" indent="-228600" algn="l" rtl="0" eaLnBrk="0" fontAlgn="base" hangingPunct="0">
              <a:spcBef>
                <a:spcPct val="20000"/>
              </a:spcBef>
              <a:spcAft>
                <a:spcPct val="0"/>
              </a:spcAft>
              <a:buChar char="–"/>
              <a:defRPr sz="1600">
                <a:solidFill>
                  <a:srgbClr val="002060"/>
                </a:solidFill>
                <a:latin typeface="Times New Roman" pitchFamily="-106" charset="0"/>
                <a:ea typeface="ＭＳ Ｐゴシック" pitchFamily="-106" charset="-128"/>
              </a:defRPr>
            </a:lvl4pPr>
            <a:lvl5pPr marL="2057400" indent="-228600" algn="l" rtl="0" eaLnBrk="0" fontAlgn="base" hangingPunct="0">
              <a:spcBef>
                <a:spcPct val="20000"/>
              </a:spcBef>
              <a:spcAft>
                <a:spcPct val="0"/>
              </a:spcAft>
              <a:buChar char="»"/>
              <a:defRPr sz="1200">
                <a:solidFill>
                  <a:srgbClr val="002060"/>
                </a:solidFill>
                <a:latin typeface="Times New Roman" pitchFamily="-106" charset="0"/>
                <a:ea typeface="ＭＳ Ｐゴシック" pitchFamily="-106" charset="-128"/>
              </a:defRPr>
            </a:lvl5pPr>
            <a:lvl6pPr marL="2514600" indent="-228600" algn="l" rtl="0" fontAlgn="base">
              <a:spcBef>
                <a:spcPct val="20000"/>
              </a:spcBef>
              <a:spcAft>
                <a:spcPct val="0"/>
              </a:spcAft>
              <a:buChar char="»"/>
              <a:defRPr sz="1200">
                <a:solidFill>
                  <a:schemeClr val="tx1"/>
                </a:solidFill>
                <a:latin typeface="Times New Roman" pitchFamily="-106" charset="0"/>
                <a:ea typeface="ＭＳ Ｐゴシック" pitchFamily="-106" charset="-128"/>
              </a:defRPr>
            </a:lvl6pPr>
            <a:lvl7pPr marL="2971800" indent="-228600" algn="l" rtl="0" fontAlgn="base">
              <a:spcBef>
                <a:spcPct val="20000"/>
              </a:spcBef>
              <a:spcAft>
                <a:spcPct val="0"/>
              </a:spcAft>
              <a:buChar char="»"/>
              <a:defRPr sz="1200">
                <a:solidFill>
                  <a:schemeClr val="tx1"/>
                </a:solidFill>
                <a:latin typeface="Times New Roman" pitchFamily="-106" charset="0"/>
                <a:ea typeface="ＭＳ Ｐゴシック" pitchFamily="-106" charset="-128"/>
              </a:defRPr>
            </a:lvl7pPr>
            <a:lvl8pPr marL="3429000" indent="-228600" algn="l" rtl="0" fontAlgn="base">
              <a:spcBef>
                <a:spcPct val="20000"/>
              </a:spcBef>
              <a:spcAft>
                <a:spcPct val="0"/>
              </a:spcAft>
              <a:buChar char="»"/>
              <a:defRPr sz="1200">
                <a:solidFill>
                  <a:schemeClr val="tx1"/>
                </a:solidFill>
                <a:latin typeface="Times New Roman" pitchFamily="-106" charset="0"/>
                <a:ea typeface="ＭＳ Ｐゴシック" pitchFamily="-106" charset="-128"/>
              </a:defRPr>
            </a:lvl8pPr>
            <a:lvl9pPr marL="3886200" indent="-228600" algn="l" rtl="0" fontAlgn="base">
              <a:spcBef>
                <a:spcPct val="20000"/>
              </a:spcBef>
              <a:spcAft>
                <a:spcPct val="0"/>
              </a:spcAft>
              <a:buChar char="»"/>
              <a:defRPr sz="1200">
                <a:solidFill>
                  <a:schemeClr val="tx1"/>
                </a:solidFill>
                <a:latin typeface="Times New Roman" pitchFamily="-106" charset="0"/>
                <a:ea typeface="ＭＳ Ｐゴシック" pitchFamily="-106" charset="-128"/>
              </a:defRPr>
            </a:lvl9pPr>
          </a:lstStyle>
          <a:p>
            <a:pPr marL="342900" lvl="1" indent="-342900" eaLnBrk="1" hangingPunct="1">
              <a:spcBef>
                <a:spcPts val="1200"/>
              </a:spcBef>
              <a:buFontTx/>
              <a:buChar char="•"/>
            </a:pPr>
            <a:r>
              <a:rPr lang="da-DK" altLang="da-DK" b="1" kern="0" dirty="0">
                <a:solidFill>
                  <a:srgbClr val="A50021"/>
                </a:solidFill>
                <a:latin typeface="Arial" pitchFamily="34" charset="0"/>
                <a:ea typeface="ＭＳ Ｐゴシック" pitchFamily="34" charset="-128"/>
              </a:rPr>
              <a:t>Hvad bør serveren gøre, hvis den finder en illegal parameter?</a:t>
            </a:r>
          </a:p>
          <a:p>
            <a:pPr marL="342900" lvl="1" indent="-342900" eaLnBrk="1" hangingPunct="1">
              <a:spcBef>
                <a:spcPts val="900"/>
              </a:spcBef>
              <a:buFontTx/>
              <a:buChar char="•"/>
            </a:pPr>
            <a:r>
              <a:rPr lang="da-DK" altLang="da-DK" b="1" kern="0" dirty="0">
                <a:solidFill>
                  <a:srgbClr val="A50021"/>
                </a:solidFill>
                <a:latin typeface="Arial" pitchFamily="34" charset="0"/>
                <a:ea typeface="ＭＳ Ｐゴシック" pitchFamily="34" charset="-128"/>
              </a:rPr>
              <a:t>Serveren kan undlade at udføre det foretagne request</a:t>
            </a:r>
          </a:p>
          <a:p>
            <a:pPr lvl="1">
              <a:spcBef>
                <a:spcPts val="400"/>
              </a:spcBef>
            </a:pPr>
            <a:r>
              <a:rPr lang="da-DK" altLang="da-DK" sz="1800" kern="0" spc="-20" dirty="0">
                <a:solidFill>
                  <a:srgbClr val="000066"/>
                </a:solidFill>
                <a:ea typeface="ＭＳ Ｐゴシック" pitchFamily="34" charset="-128"/>
              </a:rPr>
              <a:t>Det gjorde vi for removeDetails metoden – kan være forvirrende for brugeren</a:t>
            </a:r>
          </a:p>
          <a:p>
            <a:pPr lvl="1">
              <a:spcBef>
                <a:spcPts val="400"/>
              </a:spcBef>
            </a:pPr>
            <a:r>
              <a:rPr lang="da-DK" altLang="da-DK" sz="1800" kern="0" spc="-20" dirty="0">
                <a:solidFill>
                  <a:srgbClr val="000066"/>
                </a:solidFill>
                <a:ea typeface="ＭＳ Ｐゴシック" pitchFamily="34" charset="-128"/>
              </a:rPr>
              <a:t>Serveren kan (sommetider) ændre parameterværdien til noget "fornuftigt"</a:t>
            </a:r>
          </a:p>
          <a:p>
            <a:pPr marL="342900" lvl="1" indent="-342900" eaLnBrk="1" hangingPunct="1">
              <a:spcBef>
                <a:spcPts val="1200"/>
              </a:spcBef>
              <a:buFontTx/>
              <a:buChar char="•"/>
            </a:pPr>
            <a:r>
              <a:rPr lang="da-DK" altLang="da-DK" b="1" kern="0" dirty="0">
                <a:solidFill>
                  <a:srgbClr val="A50021"/>
                </a:solidFill>
                <a:latin typeface="Arial" pitchFamily="34" charset="0"/>
                <a:ea typeface="ＭＳ Ｐゴシック" pitchFamily="34" charset="-128"/>
              </a:rPr>
              <a:t>Serveren kan rapportere fejlen til brugeren (dvs. et menneske)</a:t>
            </a:r>
          </a:p>
          <a:p>
            <a:pPr lvl="1">
              <a:spcBef>
                <a:spcPts val="400"/>
              </a:spcBef>
            </a:pPr>
            <a:r>
              <a:rPr lang="da-DK" altLang="da-DK" sz="1800" kern="0" spc="-50" dirty="0">
                <a:solidFill>
                  <a:srgbClr val="000066"/>
                </a:solidFill>
                <a:ea typeface="ＭＳ Ｐゴシック" pitchFamily="34" charset="-128"/>
              </a:rPr>
              <a:t>Serveren kan printe en fejlmeddelelse eller bringe en dialogboks op på skærmen</a:t>
            </a:r>
          </a:p>
          <a:p>
            <a:pPr lvl="1">
              <a:spcBef>
                <a:spcPts val="600"/>
              </a:spcBef>
            </a:pPr>
            <a:r>
              <a:rPr lang="da-DK" altLang="da-DK" sz="1800" kern="0" dirty="0">
                <a:solidFill>
                  <a:srgbClr val="000066"/>
                </a:solidFill>
                <a:ea typeface="ＭＳ Ｐゴシック" pitchFamily="34" charset="-128"/>
              </a:rPr>
              <a:t>Begge dele har kun effekt, hvis der er en bruger til at se beskeden, og selv da vil de fleste brugere ikke forstå beskeden / vide hvad de skal gøre</a:t>
            </a:r>
          </a:p>
          <a:p>
            <a:pPr lvl="1">
              <a:spcBef>
                <a:spcPts val="600"/>
              </a:spcBef>
            </a:pPr>
            <a:r>
              <a:rPr lang="da-DK" altLang="da-DK" sz="1800" kern="0" dirty="0">
                <a:solidFill>
                  <a:srgbClr val="000066"/>
                </a:solidFill>
                <a:ea typeface="ＭＳ Ｐゴシック" pitchFamily="34" charset="-128"/>
              </a:rPr>
              <a:t>Hvad vil I gøre, hvis en hæveautomat fortæller jer, at der er en Fejl 5614 eller kaster en NullPointerException?</a:t>
            </a:r>
          </a:p>
          <a:p>
            <a:pPr marL="342900" lvl="1" indent="-342900" eaLnBrk="1" hangingPunct="1">
              <a:spcBef>
                <a:spcPts val="1200"/>
              </a:spcBef>
              <a:buFontTx/>
              <a:buChar char="•"/>
            </a:pPr>
            <a:r>
              <a:rPr lang="da-DK" altLang="da-DK" b="1" kern="0" dirty="0">
                <a:solidFill>
                  <a:srgbClr val="A50021"/>
                </a:solidFill>
                <a:latin typeface="Arial" pitchFamily="34" charset="0"/>
                <a:ea typeface="ＭＳ Ｐゴシック" pitchFamily="34" charset="-128"/>
              </a:rPr>
              <a:t>Serveren kan rapportere fejlen til klienten (dvs. et objekt)</a:t>
            </a:r>
          </a:p>
          <a:p>
            <a:pPr lvl="1">
              <a:spcBef>
                <a:spcPts val="400"/>
              </a:spcBef>
            </a:pPr>
            <a:r>
              <a:rPr lang="da-DK" altLang="da-DK" sz="1800" kern="0" dirty="0">
                <a:solidFill>
                  <a:srgbClr val="000066"/>
                </a:solidFill>
                <a:ea typeface="ＭＳ Ｐゴシック" pitchFamily="34" charset="-128"/>
              </a:rPr>
              <a:t>Hvis metoden har returtypen void kan denne ændres til boolean, således</a:t>
            </a:r>
            <a:br>
              <a:rPr lang="da-DK" altLang="da-DK" sz="1800" kern="0" dirty="0">
                <a:solidFill>
                  <a:srgbClr val="000066"/>
                </a:solidFill>
                <a:ea typeface="ＭＳ Ｐゴシック" pitchFamily="34" charset="-128"/>
              </a:rPr>
            </a:br>
            <a:r>
              <a:rPr lang="da-DK" altLang="da-DK" sz="1800" kern="0" dirty="0">
                <a:solidFill>
                  <a:srgbClr val="000066"/>
                </a:solidFill>
                <a:ea typeface="ＭＳ Ｐゴシック" pitchFamily="34" charset="-128"/>
              </a:rPr>
              <a:t>at legale requests returnerer true og illegale returnerer false</a:t>
            </a:r>
          </a:p>
          <a:p>
            <a:pPr lvl="1">
              <a:spcBef>
                <a:spcPts val="600"/>
              </a:spcBef>
            </a:pPr>
            <a:r>
              <a:rPr lang="da-DK" altLang="da-DK" sz="1800" kern="0" dirty="0">
                <a:solidFill>
                  <a:srgbClr val="000066"/>
                </a:solidFill>
                <a:ea typeface="ＭＳ Ｐゴシック" pitchFamily="34" charset="-128"/>
              </a:rPr>
              <a:t>Hvis metoden har en non-void returtype kan man returnere en speciel værdi, der ikke er i brug (f.eks. </a:t>
            </a:r>
            <a:r>
              <a:rPr lang="da-DK" altLang="da-DK" sz="1800" kern="0" dirty="0" err="1">
                <a:solidFill>
                  <a:srgbClr val="000066"/>
                </a:solidFill>
                <a:ea typeface="ＭＳ Ｐゴシック" pitchFamily="34" charset="-128"/>
              </a:rPr>
              <a:t>null</a:t>
            </a:r>
            <a:r>
              <a:rPr lang="da-DK" altLang="da-DK" sz="1800" kern="0" dirty="0">
                <a:solidFill>
                  <a:srgbClr val="000066"/>
                </a:solidFill>
                <a:ea typeface="ＭＳ Ｐゴシック" pitchFamily="34" charset="-128"/>
              </a:rPr>
              <a:t>, 0, eller en negativ værdi)</a:t>
            </a:r>
          </a:p>
          <a:p>
            <a:pPr lvl="1">
              <a:spcBef>
                <a:spcPts val="600"/>
              </a:spcBef>
            </a:pPr>
            <a:r>
              <a:rPr lang="da-DK" altLang="da-DK" sz="1800" kern="0" dirty="0">
                <a:solidFill>
                  <a:srgbClr val="000066"/>
                </a:solidFill>
                <a:ea typeface="ＭＳ Ｐゴシック" pitchFamily="34" charset="-128"/>
              </a:rPr>
              <a:t>Serveren kan </a:t>
            </a:r>
            <a:r>
              <a:rPr lang="da-DK" altLang="da-DK" sz="1800" b="1" kern="0" dirty="0">
                <a:solidFill>
                  <a:srgbClr val="008000"/>
                </a:solidFill>
                <a:ea typeface="ＭＳ Ｐゴシック" pitchFamily="34" charset="-128"/>
              </a:rPr>
              <a:t>kaste</a:t>
            </a:r>
            <a:r>
              <a:rPr lang="da-DK" altLang="da-DK" sz="1800" kern="0" dirty="0">
                <a:solidFill>
                  <a:srgbClr val="000066"/>
                </a:solidFill>
                <a:ea typeface="ＭＳ Ｐゴシック" pitchFamily="34" charset="-128"/>
              </a:rPr>
              <a:t> en </a:t>
            </a:r>
            <a:r>
              <a:rPr lang="da-DK" altLang="da-DK" sz="1800" b="1" kern="0" dirty="0">
                <a:solidFill>
                  <a:srgbClr val="008000"/>
                </a:solidFill>
                <a:ea typeface="ＭＳ Ｐゴシック" pitchFamily="34" charset="-128"/>
              </a:rPr>
              <a:t>exception</a:t>
            </a:r>
            <a:r>
              <a:rPr lang="da-DK" altLang="da-DK" sz="1800" kern="0" dirty="0">
                <a:ea typeface="ＭＳ Ｐゴシック" pitchFamily="34" charset="-128"/>
              </a:rPr>
              <a:t>, som efterfølgende </a:t>
            </a:r>
            <a:r>
              <a:rPr lang="da-DK" altLang="da-DK" sz="1800" b="1" kern="0" dirty="0">
                <a:solidFill>
                  <a:srgbClr val="008000"/>
                </a:solidFill>
                <a:ea typeface="ＭＳ Ｐゴシック" pitchFamily="34" charset="-128"/>
              </a:rPr>
              <a:t>gribes</a:t>
            </a:r>
            <a:r>
              <a:rPr lang="da-DK" altLang="da-DK" sz="1800" kern="0" dirty="0">
                <a:ea typeface="ＭＳ Ｐゴシック" pitchFamily="34" charset="-128"/>
              </a:rPr>
              <a:t> af klienten</a:t>
            </a:r>
            <a:br>
              <a:rPr lang="da-DK" altLang="da-DK" sz="1800" kern="0" dirty="0">
                <a:ea typeface="ＭＳ Ｐゴシック" pitchFamily="34" charset="-128"/>
              </a:rPr>
            </a:br>
            <a:r>
              <a:rPr lang="da-DK" altLang="da-DK" sz="1800" kern="0" dirty="0">
                <a:ea typeface="ＭＳ Ｐゴシック" pitchFamily="34" charset="-128"/>
              </a:rPr>
              <a:t>(i den programkode, der kaldte den fejlende metode)</a:t>
            </a:r>
          </a:p>
          <a:p>
            <a:pPr lvl="1">
              <a:spcBef>
                <a:spcPts val="600"/>
              </a:spcBef>
            </a:pPr>
            <a:endParaRPr lang="da-DK" altLang="da-DK" sz="1800" kern="0" dirty="0">
              <a:solidFill>
                <a:srgbClr val="000066"/>
              </a:solidFill>
              <a:ea typeface="ＭＳ Ｐゴシック" pitchFamily="34" charset="-128"/>
            </a:endParaRPr>
          </a:p>
          <a:p>
            <a:pPr marL="742950" lvl="2" indent="-342900">
              <a:spcBef>
                <a:spcPts val="1200"/>
              </a:spcBef>
            </a:pPr>
            <a:endParaRPr lang="da-DK" altLang="da-DK" sz="1400" dirty="0">
              <a:ea typeface="ＭＳ Ｐゴシック" pitchFamily="34" charset="-128"/>
            </a:endParaRPr>
          </a:p>
          <a:p>
            <a:pPr lvl="1">
              <a:spcBef>
                <a:spcPts val="400"/>
              </a:spcBef>
            </a:pPr>
            <a:endParaRPr lang="da-DK" altLang="da-DK" sz="1800" dirty="0">
              <a:ea typeface="ＭＳ Ｐゴシック" pitchFamily="34" charset="-128"/>
            </a:endParaRPr>
          </a:p>
          <a:p>
            <a:pPr lvl="1">
              <a:spcBef>
                <a:spcPts val="200"/>
              </a:spcBef>
            </a:pPr>
            <a:endParaRPr lang="da-DK" altLang="da-DK" sz="1800" dirty="0">
              <a:ea typeface="ＭＳ Ｐゴシック" pitchFamily="34" charset="-128"/>
            </a:endParaRPr>
          </a:p>
        </p:txBody>
      </p:sp>
    </p:spTree>
    <p:extLst>
      <p:ext uri="{BB962C8B-B14F-4D97-AF65-F5344CB8AC3E}">
        <p14:creationId xmlns:p14="http://schemas.microsoft.com/office/powerpoint/2010/main" val="277333749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360040" y="260648"/>
            <a:ext cx="8676456" cy="682625"/>
          </a:xfrm>
        </p:spPr>
        <p:txBody>
          <a:bodyPr/>
          <a:lstStyle/>
          <a:p>
            <a:pPr lvl="1"/>
            <a:r>
              <a:rPr lang="da-DK" altLang="da-DK" sz="3200" dirty="0">
                <a:ea typeface="ＭＳ Ｐゴシック" pitchFamily="34" charset="-128"/>
              </a:rPr>
              <a:t>Forskellige strategier til at rapportere fejl</a:t>
            </a:r>
          </a:p>
        </p:txBody>
      </p:sp>
      <p:sp>
        <p:nvSpPr>
          <p:cNvPr id="2" name="Slide Number Placeholder 1"/>
          <p:cNvSpPr>
            <a:spLocks noGrp="1"/>
          </p:cNvSpPr>
          <p:nvPr>
            <p:ph type="sldNum" sz="quarter" idx="4294967295"/>
          </p:nvPr>
        </p:nvSpPr>
        <p:spPr>
          <a:xfrm>
            <a:off x="8532440" y="6400800"/>
            <a:ext cx="611560" cy="457200"/>
          </a:xfrm>
          <a:prstGeom prst="rect">
            <a:avLst/>
          </a:prstGeom>
        </p:spPr>
        <p:txBody>
          <a:bodyPr/>
          <a:lstStyle/>
          <a:p>
            <a:pPr>
              <a:defRPr/>
            </a:pPr>
            <a:fld id="{2CA5836E-6711-417F-AF48-31ACC3CF4030}" type="slidenum">
              <a:rPr lang="da-DK" altLang="da-DK" smtClean="0"/>
              <a:pPr>
                <a:defRPr/>
              </a:pPr>
              <a:t>7</a:t>
            </a:fld>
            <a:endParaRPr lang="da-DK" altLang="da-DK" dirty="0"/>
          </a:p>
        </p:txBody>
      </p:sp>
      <p:sp>
        <p:nvSpPr>
          <p:cNvPr id="5" name="Text Box 4"/>
          <p:cNvSpPr txBox="1">
            <a:spLocks noChangeArrowheads="1"/>
          </p:cNvSpPr>
          <p:nvPr/>
        </p:nvSpPr>
        <p:spPr bwMode="auto">
          <a:xfrm>
            <a:off x="3232653" y="1556792"/>
            <a:ext cx="5587819" cy="3892477"/>
          </a:xfrm>
          <a:prstGeom prst="rect">
            <a:avLst/>
          </a:prstGeom>
          <a:solidFill>
            <a:srgbClr val="FFFFCC"/>
          </a:solidFill>
          <a:ln w="28575">
            <a:solidFill>
              <a:srgbClr val="0000FF"/>
            </a:solidFill>
            <a:miter lim="800000"/>
            <a:headEnd/>
            <a:tailEnd/>
          </a:ln>
        </p:spPr>
        <p:txBody>
          <a:bodyPr wrap="square" lIns="90000" tIns="46800" rIns="90000" bIns="46800">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eaLnBrk="1" hangingPunct="1"/>
            <a:r>
              <a:rPr lang="en-US" altLang="da-DK" sz="1600" b="1" dirty="0">
                <a:solidFill>
                  <a:srgbClr val="7030A0"/>
                </a:solidFill>
                <a:latin typeface="Courier New" pitchFamily="49" charset="0"/>
              </a:rPr>
              <a:t>public</a:t>
            </a:r>
            <a:r>
              <a:rPr lang="en-US" altLang="da-DK" sz="1600" b="1" dirty="0">
                <a:solidFill>
                  <a:schemeClr val="tx1"/>
                </a:solidFill>
                <a:latin typeface="Courier New" pitchFamily="49" charset="0"/>
              </a:rPr>
              <a:t> </a:t>
            </a:r>
            <a:r>
              <a:rPr lang="en-US" altLang="da-DK" sz="1600" b="1" dirty="0" err="1">
                <a:solidFill>
                  <a:srgbClr val="FF0000"/>
                </a:solidFill>
                <a:latin typeface="Courier New" pitchFamily="49" charset="0"/>
              </a:rPr>
              <a:t>boolean</a:t>
            </a:r>
            <a:r>
              <a:rPr lang="en-US" altLang="da-DK" sz="1600" b="1" dirty="0">
                <a:solidFill>
                  <a:srgbClr val="FF0000"/>
                </a:solidFill>
                <a:latin typeface="Courier New" pitchFamily="49" charset="0"/>
              </a:rPr>
              <a:t> </a:t>
            </a:r>
            <a:r>
              <a:rPr lang="en-US" altLang="da-DK" sz="1600" b="1" dirty="0" err="1">
                <a:solidFill>
                  <a:schemeClr val="tx1"/>
                </a:solidFill>
                <a:latin typeface="Courier New" pitchFamily="49" charset="0"/>
              </a:rPr>
              <a:t>removeDetails</a:t>
            </a:r>
            <a:r>
              <a:rPr lang="en-US" altLang="da-DK" sz="1600" b="1" dirty="0">
                <a:solidFill>
                  <a:schemeClr val="tx1"/>
                </a:solidFill>
                <a:latin typeface="Courier New" pitchFamily="49" charset="0"/>
              </a:rPr>
              <a:t>(String key) {</a:t>
            </a:r>
          </a:p>
          <a:p>
            <a:pPr eaLnBrk="1" hangingPunct="1">
              <a:spcBef>
                <a:spcPts val="600"/>
              </a:spcBef>
            </a:pPr>
            <a:r>
              <a:rPr lang="en-US" altLang="da-DK" sz="1600" b="1" dirty="0">
                <a:solidFill>
                  <a:schemeClr val="tx1"/>
                </a:solidFill>
                <a:latin typeface="Courier New" pitchFamily="49" charset="0"/>
              </a:rPr>
              <a:t>  </a:t>
            </a:r>
            <a:r>
              <a:rPr lang="en-US" altLang="da-DK" sz="1600" b="1" dirty="0">
                <a:solidFill>
                  <a:srgbClr val="7030A0"/>
                </a:solidFill>
                <a:latin typeface="Courier New" pitchFamily="49" charset="0"/>
              </a:rPr>
              <a:t>if</a:t>
            </a:r>
            <a:r>
              <a:rPr lang="en-US" altLang="da-DK" sz="1600" b="1" dirty="0">
                <a:solidFill>
                  <a:schemeClr val="tx1"/>
                </a:solidFill>
                <a:latin typeface="Courier New" pitchFamily="49" charset="0"/>
              </a:rPr>
              <a:t>(key == </a:t>
            </a:r>
            <a:r>
              <a:rPr lang="en-US" altLang="da-DK" sz="1600" b="1" dirty="0">
                <a:solidFill>
                  <a:srgbClr val="0070C0"/>
                </a:solidFill>
                <a:latin typeface="Courier New" pitchFamily="49" charset="0"/>
              </a:rPr>
              <a:t>null</a:t>
            </a:r>
            <a:r>
              <a:rPr lang="en-US" altLang="da-DK" sz="1600" b="1" dirty="0">
                <a:solidFill>
                  <a:schemeClr val="tx1"/>
                </a:solidFill>
                <a:latin typeface="Courier New" pitchFamily="49" charset="0"/>
              </a:rPr>
              <a:t>){</a:t>
            </a:r>
          </a:p>
          <a:p>
            <a:pPr eaLnBrk="1" hangingPunct="1"/>
            <a:r>
              <a:rPr lang="en-US" altLang="da-DK" sz="1600" b="1" dirty="0">
                <a:solidFill>
                  <a:schemeClr val="tx1"/>
                </a:solidFill>
                <a:latin typeface="Courier New" pitchFamily="49" charset="0"/>
              </a:rPr>
              <a:t>    </a:t>
            </a:r>
            <a:r>
              <a:rPr lang="en-US" altLang="da-DK" sz="1600" b="1" spc="-100" dirty="0">
                <a:solidFill>
                  <a:srgbClr val="7030A0"/>
                </a:solidFill>
                <a:latin typeface="Courier New" pitchFamily="49" charset="0"/>
              </a:rPr>
              <a:t>throw new</a:t>
            </a:r>
            <a:r>
              <a:rPr lang="en-US" altLang="da-DK" sz="1600" b="1" spc="-100" dirty="0">
                <a:solidFill>
                  <a:schemeClr val="tx1"/>
                </a:solidFill>
                <a:latin typeface="Courier New" pitchFamily="49" charset="0"/>
              </a:rPr>
              <a:t> </a:t>
            </a:r>
            <a:r>
              <a:rPr lang="en-US" altLang="da-DK" sz="1600" b="1" spc="-100" dirty="0" err="1">
                <a:solidFill>
                  <a:schemeClr val="tx1"/>
                </a:solidFill>
                <a:latin typeface="Courier New" pitchFamily="49" charset="0"/>
              </a:rPr>
              <a:t>IllegalArgumentException</a:t>
            </a:r>
            <a:r>
              <a:rPr lang="en-US" altLang="da-DK" sz="1600" b="1" spc="-100" dirty="0">
                <a:solidFill>
                  <a:schemeClr val="tx1"/>
                </a:solidFill>
                <a:latin typeface="Courier New" pitchFamily="49" charset="0"/>
              </a:rPr>
              <a:t>(</a:t>
            </a:r>
          </a:p>
          <a:p>
            <a:pPr eaLnBrk="1" hangingPunct="1"/>
            <a:r>
              <a:rPr lang="en-US" altLang="da-DK" sz="1600" b="1" spc="-100" dirty="0">
                <a:solidFill>
                  <a:schemeClr val="tx1"/>
                </a:solidFill>
                <a:latin typeface="Courier New" pitchFamily="49" charset="0"/>
              </a:rPr>
              <a:t>                 </a:t>
            </a:r>
            <a:r>
              <a:rPr lang="en-US" altLang="da-DK" sz="1600" b="1" spc="-100" dirty="0">
                <a:solidFill>
                  <a:srgbClr val="008000"/>
                </a:solidFill>
                <a:latin typeface="Courier New" pitchFamily="49" charset="0"/>
              </a:rPr>
              <a:t>"Null key in removeDetails"</a:t>
            </a:r>
            <a:r>
              <a:rPr lang="en-US" altLang="da-DK" sz="1600" b="1" spc="-100" dirty="0">
                <a:solidFill>
                  <a:schemeClr val="tx1"/>
                </a:solidFill>
                <a:latin typeface="Courier New" pitchFamily="49" charset="0"/>
              </a:rPr>
              <a:t>);</a:t>
            </a:r>
          </a:p>
          <a:p>
            <a:pPr eaLnBrk="1" hangingPunct="1">
              <a:lnSpc>
                <a:spcPct val="70000"/>
              </a:lnSpc>
            </a:pPr>
            <a:r>
              <a:rPr lang="en-US" altLang="da-DK" sz="1600" b="1" dirty="0">
                <a:solidFill>
                  <a:schemeClr val="tx1"/>
                </a:solidFill>
                <a:latin typeface="Courier New" pitchFamily="49" charset="0"/>
              </a:rPr>
              <a:t>  }</a:t>
            </a:r>
          </a:p>
          <a:p>
            <a:pPr eaLnBrk="1" hangingPunct="1">
              <a:spcBef>
                <a:spcPts val="600"/>
              </a:spcBef>
            </a:pPr>
            <a:r>
              <a:rPr lang="en-US" altLang="da-DK" sz="1600" b="1" dirty="0">
                <a:solidFill>
                  <a:schemeClr val="tx1"/>
                </a:solidFill>
                <a:latin typeface="Courier New" pitchFamily="49" charset="0"/>
              </a:rPr>
              <a:t>  </a:t>
            </a:r>
            <a:r>
              <a:rPr lang="en-US" altLang="da-DK" sz="1600" b="1" dirty="0">
                <a:solidFill>
                  <a:srgbClr val="7030A0"/>
                </a:solidFill>
                <a:latin typeface="Courier New" pitchFamily="49" charset="0"/>
              </a:rPr>
              <a:t>if</a:t>
            </a:r>
            <a:r>
              <a:rPr lang="en-US" altLang="da-DK" sz="1600" b="1" dirty="0">
                <a:solidFill>
                  <a:schemeClr val="tx1"/>
                </a:solidFill>
                <a:latin typeface="Courier New" pitchFamily="49" charset="0"/>
              </a:rPr>
              <a:t>(</a:t>
            </a:r>
            <a:r>
              <a:rPr lang="en-US" altLang="da-DK" sz="800" b="1" dirty="0">
                <a:solidFill>
                  <a:schemeClr val="tx1"/>
                </a:solidFill>
                <a:latin typeface="Courier New" pitchFamily="49" charset="0"/>
              </a:rPr>
              <a:t> </a:t>
            </a:r>
            <a:r>
              <a:rPr lang="en-US" altLang="da-DK" sz="1600" b="1" dirty="0" err="1">
                <a:solidFill>
                  <a:schemeClr val="tx1"/>
                </a:solidFill>
                <a:latin typeface="Courier New" pitchFamily="49" charset="0"/>
              </a:rPr>
              <a:t>keyInUse</a:t>
            </a:r>
            <a:r>
              <a:rPr lang="en-US" altLang="da-DK" sz="1600" b="1" dirty="0">
                <a:solidFill>
                  <a:schemeClr val="tx1"/>
                </a:solidFill>
                <a:latin typeface="Courier New" pitchFamily="49" charset="0"/>
              </a:rPr>
              <a:t>(key)</a:t>
            </a:r>
            <a:r>
              <a:rPr lang="en-US" altLang="da-DK" sz="800" b="1" dirty="0">
                <a:solidFill>
                  <a:schemeClr val="tx1"/>
                </a:solidFill>
                <a:latin typeface="Courier New" pitchFamily="49" charset="0"/>
              </a:rPr>
              <a:t> </a:t>
            </a:r>
            <a:r>
              <a:rPr lang="en-US" altLang="da-DK" sz="1600" b="1" dirty="0">
                <a:solidFill>
                  <a:schemeClr val="tx1"/>
                </a:solidFill>
                <a:latin typeface="Courier New" pitchFamily="49" charset="0"/>
              </a:rPr>
              <a:t>) {</a:t>
            </a:r>
          </a:p>
          <a:p>
            <a:pPr eaLnBrk="1" hangingPunct="1"/>
            <a:r>
              <a:rPr lang="en-US" altLang="da-DK" sz="1600" b="1" dirty="0">
                <a:solidFill>
                  <a:schemeClr val="tx1"/>
                </a:solidFill>
                <a:latin typeface="Courier New" pitchFamily="49" charset="0"/>
              </a:rPr>
              <a:t>    </a:t>
            </a:r>
            <a:r>
              <a:rPr lang="en-US" altLang="da-DK" sz="1600" b="1" dirty="0" err="1">
                <a:solidFill>
                  <a:schemeClr val="tx1"/>
                </a:solidFill>
                <a:latin typeface="Courier New" pitchFamily="49" charset="0"/>
              </a:rPr>
              <a:t>ContactDetails</a:t>
            </a:r>
            <a:r>
              <a:rPr lang="en-US" altLang="da-DK" sz="1600" b="1" dirty="0">
                <a:solidFill>
                  <a:schemeClr val="tx1"/>
                </a:solidFill>
                <a:latin typeface="Courier New" pitchFamily="49" charset="0"/>
              </a:rPr>
              <a:t> details = </a:t>
            </a:r>
            <a:r>
              <a:rPr lang="en-US" altLang="da-DK" sz="1600" b="1" dirty="0" err="1">
                <a:solidFill>
                  <a:schemeClr val="tx1"/>
                </a:solidFill>
                <a:latin typeface="Courier New" pitchFamily="49" charset="0"/>
              </a:rPr>
              <a:t>book.get</a:t>
            </a:r>
            <a:r>
              <a:rPr lang="en-US" altLang="da-DK" sz="1600" b="1" dirty="0">
                <a:solidFill>
                  <a:schemeClr val="tx1"/>
                </a:solidFill>
                <a:latin typeface="Courier New" pitchFamily="49" charset="0"/>
              </a:rPr>
              <a:t>(key);</a:t>
            </a:r>
          </a:p>
          <a:p>
            <a:pPr eaLnBrk="1" hangingPunct="1"/>
            <a:r>
              <a:rPr lang="en-US" altLang="da-DK" sz="1600" b="1" dirty="0">
                <a:solidFill>
                  <a:schemeClr val="tx1"/>
                </a:solidFill>
                <a:latin typeface="Courier New" pitchFamily="49" charset="0"/>
              </a:rPr>
              <a:t>    </a:t>
            </a:r>
            <a:r>
              <a:rPr lang="en-US" altLang="da-DK" sz="1600" b="1" dirty="0" err="1">
                <a:solidFill>
                  <a:schemeClr val="tx1"/>
                </a:solidFill>
                <a:latin typeface="Courier New" pitchFamily="49" charset="0"/>
              </a:rPr>
              <a:t>book.remove</a:t>
            </a:r>
            <a:r>
              <a:rPr lang="en-US" altLang="da-DK" sz="1600" b="1" dirty="0">
                <a:solidFill>
                  <a:schemeClr val="tx1"/>
                </a:solidFill>
                <a:latin typeface="Courier New" pitchFamily="49" charset="0"/>
              </a:rPr>
              <a:t>(</a:t>
            </a:r>
            <a:r>
              <a:rPr lang="en-US" altLang="da-DK" sz="1600" b="1" dirty="0" err="1">
                <a:solidFill>
                  <a:schemeClr val="tx1"/>
                </a:solidFill>
                <a:latin typeface="Courier New" pitchFamily="49" charset="0"/>
              </a:rPr>
              <a:t>details.getName</a:t>
            </a:r>
            <a:r>
              <a:rPr lang="en-US" altLang="da-DK" sz="1600" b="1" dirty="0">
                <a:solidFill>
                  <a:schemeClr val="tx1"/>
                </a:solidFill>
                <a:latin typeface="Courier New" pitchFamily="49" charset="0"/>
              </a:rPr>
              <a:t>());</a:t>
            </a:r>
          </a:p>
          <a:p>
            <a:pPr eaLnBrk="1" hangingPunct="1"/>
            <a:r>
              <a:rPr lang="en-US" altLang="da-DK" sz="1600" b="1" dirty="0">
                <a:solidFill>
                  <a:schemeClr val="tx1"/>
                </a:solidFill>
                <a:latin typeface="Courier New" pitchFamily="49" charset="0"/>
              </a:rPr>
              <a:t>    </a:t>
            </a:r>
            <a:r>
              <a:rPr lang="en-US" altLang="da-DK" sz="1600" b="1" dirty="0" err="1">
                <a:solidFill>
                  <a:schemeClr val="tx1"/>
                </a:solidFill>
                <a:latin typeface="Courier New" pitchFamily="49" charset="0"/>
              </a:rPr>
              <a:t>book.remove</a:t>
            </a:r>
            <a:r>
              <a:rPr lang="en-US" altLang="da-DK" sz="1600" b="1" dirty="0">
                <a:solidFill>
                  <a:schemeClr val="tx1"/>
                </a:solidFill>
                <a:latin typeface="Courier New" pitchFamily="49" charset="0"/>
              </a:rPr>
              <a:t>(</a:t>
            </a:r>
            <a:r>
              <a:rPr lang="en-US" altLang="da-DK" sz="1600" b="1" dirty="0" err="1">
                <a:solidFill>
                  <a:schemeClr val="tx1"/>
                </a:solidFill>
                <a:latin typeface="Courier New" pitchFamily="49" charset="0"/>
              </a:rPr>
              <a:t>details.getPhone</a:t>
            </a:r>
            <a:r>
              <a:rPr lang="en-US" altLang="da-DK" sz="1600" b="1" dirty="0">
                <a:solidFill>
                  <a:schemeClr val="tx1"/>
                </a:solidFill>
                <a:latin typeface="Courier New" pitchFamily="49" charset="0"/>
              </a:rPr>
              <a:t>());</a:t>
            </a:r>
          </a:p>
          <a:p>
            <a:pPr eaLnBrk="1" hangingPunct="1"/>
            <a:r>
              <a:rPr lang="en-US" altLang="da-DK" sz="1600" b="1" dirty="0">
                <a:solidFill>
                  <a:schemeClr val="tx1"/>
                </a:solidFill>
                <a:latin typeface="Courier New" pitchFamily="49" charset="0"/>
              </a:rPr>
              <a:t>    </a:t>
            </a:r>
            <a:r>
              <a:rPr lang="en-US" altLang="da-DK" sz="1600" b="1" dirty="0" err="1">
                <a:solidFill>
                  <a:schemeClr val="tx1"/>
                </a:solidFill>
                <a:latin typeface="Courier New" pitchFamily="49" charset="0"/>
              </a:rPr>
              <a:t>numberOfEntries</a:t>
            </a:r>
            <a:r>
              <a:rPr lang="en-US" altLang="da-DK" sz="1600" b="1" dirty="0">
                <a:solidFill>
                  <a:schemeClr val="tx1"/>
                </a:solidFill>
                <a:latin typeface="Courier New" pitchFamily="49" charset="0"/>
              </a:rPr>
              <a:t>--;</a:t>
            </a:r>
          </a:p>
          <a:p>
            <a:pPr eaLnBrk="1" hangingPunct="1"/>
            <a:r>
              <a:rPr lang="en-US" altLang="da-DK" sz="1600" b="1" dirty="0">
                <a:solidFill>
                  <a:schemeClr val="tx1"/>
                </a:solidFill>
                <a:latin typeface="Courier New" pitchFamily="49" charset="0"/>
              </a:rPr>
              <a:t>    </a:t>
            </a:r>
            <a:r>
              <a:rPr lang="en-US" altLang="da-DK" sz="1600" b="1" dirty="0">
                <a:solidFill>
                  <a:srgbClr val="7030A0"/>
                </a:solidFill>
                <a:latin typeface="Courier New" pitchFamily="49" charset="0"/>
              </a:rPr>
              <a:t>return</a:t>
            </a:r>
            <a:r>
              <a:rPr lang="en-US" altLang="da-DK" sz="1600" b="1" dirty="0">
                <a:solidFill>
                  <a:schemeClr val="tx1"/>
                </a:solidFill>
                <a:latin typeface="Courier New" pitchFamily="49" charset="0"/>
              </a:rPr>
              <a:t> </a:t>
            </a:r>
            <a:r>
              <a:rPr lang="en-US" altLang="da-DK" sz="1600" b="1" dirty="0">
                <a:solidFill>
                  <a:srgbClr val="0070C0"/>
                </a:solidFill>
                <a:latin typeface="Courier New" pitchFamily="49" charset="0"/>
              </a:rPr>
              <a:t>true</a:t>
            </a:r>
            <a:r>
              <a:rPr lang="en-US" altLang="da-DK" sz="1600" b="1" dirty="0">
                <a:solidFill>
                  <a:schemeClr val="tx1"/>
                </a:solidFill>
                <a:latin typeface="Courier New" pitchFamily="49" charset="0"/>
              </a:rPr>
              <a:t>;</a:t>
            </a:r>
          </a:p>
          <a:p>
            <a:pPr eaLnBrk="1" hangingPunct="1">
              <a:lnSpc>
                <a:spcPct val="70000"/>
              </a:lnSpc>
            </a:pPr>
            <a:r>
              <a:rPr lang="en-US" altLang="da-DK" sz="1600" b="1" dirty="0">
                <a:solidFill>
                  <a:schemeClr val="tx1"/>
                </a:solidFill>
                <a:latin typeface="Courier New" pitchFamily="49" charset="0"/>
              </a:rPr>
              <a:t>  }</a:t>
            </a:r>
          </a:p>
          <a:p>
            <a:pPr eaLnBrk="1" hangingPunct="1"/>
            <a:r>
              <a:rPr lang="en-US" altLang="da-DK" sz="1600" b="1" dirty="0">
                <a:solidFill>
                  <a:schemeClr val="tx1"/>
                </a:solidFill>
                <a:latin typeface="Courier New" pitchFamily="49" charset="0"/>
              </a:rPr>
              <a:t>  </a:t>
            </a:r>
            <a:r>
              <a:rPr lang="en-US" altLang="da-DK" sz="1600" b="1" dirty="0">
                <a:solidFill>
                  <a:srgbClr val="7030A0"/>
                </a:solidFill>
                <a:latin typeface="Courier New" pitchFamily="49" charset="0"/>
              </a:rPr>
              <a:t>else</a:t>
            </a:r>
            <a:r>
              <a:rPr lang="en-US" altLang="da-DK" sz="1600" b="1" dirty="0">
                <a:solidFill>
                  <a:schemeClr val="tx1"/>
                </a:solidFill>
                <a:latin typeface="Courier New" pitchFamily="49" charset="0"/>
              </a:rPr>
              <a:t> {</a:t>
            </a:r>
          </a:p>
          <a:p>
            <a:pPr eaLnBrk="1" hangingPunct="1"/>
            <a:r>
              <a:rPr lang="en-US" altLang="da-DK" sz="1600" b="1" dirty="0">
                <a:solidFill>
                  <a:schemeClr val="tx1"/>
                </a:solidFill>
                <a:latin typeface="Courier New" pitchFamily="49" charset="0"/>
              </a:rPr>
              <a:t>    </a:t>
            </a:r>
            <a:r>
              <a:rPr lang="en-US" altLang="da-DK" sz="1600" b="1" dirty="0">
                <a:solidFill>
                  <a:srgbClr val="7030A0"/>
                </a:solidFill>
                <a:latin typeface="Courier New" pitchFamily="49" charset="0"/>
              </a:rPr>
              <a:t>return</a:t>
            </a:r>
            <a:r>
              <a:rPr lang="en-US" altLang="da-DK" sz="1600" b="1" dirty="0">
                <a:solidFill>
                  <a:srgbClr val="6699FF"/>
                </a:solidFill>
                <a:latin typeface="Courier New" pitchFamily="49" charset="0"/>
              </a:rPr>
              <a:t> </a:t>
            </a:r>
            <a:r>
              <a:rPr lang="en-US" altLang="da-DK" sz="1600" b="1" dirty="0">
                <a:solidFill>
                  <a:srgbClr val="0070C0"/>
                </a:solidFill>
                <a:latin typeface="Courier New" pitchFamily="49" charset="0"/>
              </a:rPr>
              <a:t>false</a:t>
            </a:r>
            <a:r>
              <a:rPr lang="en-US" altLang="da-DK" sz="1600" b="1" dirty="0">
                <a:solidFill>
                  <a:schemeClr val="tx1"/>
                </a:solidFill>
                <a:latin typeface="Courier New" pitchFamily="49" charset="0"/>
              </a:rPr>
              <a:t>;</a:t>
            </a:r>
          </a:p>
          <a:p>
            <a:pPr eaLnBrk="1" hangingPunct="1">
              <a:lnSpc>
                <a:spcPct val="70000"/>
              </a:lnSpc>
            </a:pPr>
            <a:r>
              <a:rPr lang="en-US" altLang="da-DK" sz="1600" b="1" dirty="0">
                <a:solidFill>
                  <a:schemeClr val="tx1"/>
                </a:solidFill>
                <a:latin typeface="Courier New" pitchFamily="49" charset="0"/>
              </a:rPr>
              <a:t>  }</a:t>
            </a:r>
          </a:p>
          <a:p>
            <a:pPr eaLnBrk="1" hangingPunct="1">
              <a:lnSpc>
                <a:spcPct val="70000"/>
              </a:lnSpc>
            </a:pPr>
            <a:r>
              <a:rPr lang="en-US" altLang="da-DK" sz="1600" b="1" dirty="0">
                <a:solidFill>
                  <a:schemeClr val="tx1"/>
                </a:solidFill>
                <a:latin typeface="Courier New" pitchFamily="49" charset="0"/>
              </a:rPr>
              <a:t>}</a:t>
            </a:r>
            <a:endParaRPr lang="da-DK" altLang="da-DK" sz="1600" b="1" dirty="0">
              <a:solidFill>
                <a:schemeClr val="tx1"/>
              </a:solidFill>
              <a:latin typeface="Courier New" pitchFamily="49" charset="0"/>
            </a:endParaRPr>
          </a:p>
        </p:txBody>
      </p:sp>
      <p:sp>
        <p:nvSpPr>
          <p:cNvPr id="6" name="Rectangle 28"/>
          <p:cNvSpPr>
            <a:spLocks noChangeArrowheads="1"/>
          </p:cNvSpPr>
          <p:nvPr/>
        </p:nvSpPr>
        <p:spPr bwMode="auto">
          <a:xfrm>
            <a:off x="3782414" y="4141664"/>
            <a:ext cx="1551016" cy="204624"/>
          </a:xfrm>
          <a:prstGeom prst="rect">
            <a:avLst/>
          </a:prstGeom>
          <a:noFill/>
          <a:ln w="25400">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8" name="Rectangle 28"/>
          <p:cNvSpPr>
            <a:spLocks noChangeArrowheads="1"/>
          </p:cNvSpPr>
          <p:nvPr/>
        </p:nvSpPr>
        <p:spPr bwMode="auto">
          <a:xfrm>
            <a:off x="3770221" y="4796984"/>
            <a:ext cx="1618071" cy="198527"/>
          </a:xfrm>
          <a:prstGeom prst="rect">
            <a:avLst/>
          </a:prstGeom>
          <a:noFill/>
          <a:ln w="25400">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9" name="Rectangle 28"/>
          <p:cNvSpPr>
            <a:spLocks noChangeArrowheads="1"/>
          </p:cNvSpPr>
          <p:nvPr/>
        </p:nvSpPr>
        <p:spPr bwMode="auto">
          <a:xfrm>
            <a:off x="3477613" y="2885887"/>
            <a:ext cx="5156799" cy="2338223"/>
          </a:xfrm>
          <a:prstGeom prst="rect">
            <a:avLst/>
          </a:prstGeom>
          <a:noFill/>
          <a:ln w="25400">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10" name="Rectangle 28"/>
          <p:cNvSpPr>
            <a:spLocks noChangeArrowheads="1"/>
          </p:cNvSpPr>
          <p:nvPr/>
        </p:nvSpPr>
        <p:spPr bwMode="auto">
          <a:xfrm>
            <a:off x="4123113" y="1630274"/>
            <a:ext cx="945140" cy="181902"/>
          </a:xfrm>
          <a:prstGeom prst="rect">
            <a:avLst/>
          </a:prstGeom>
          <a:noFill/>
          <a:ln w="25400">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11" name="Rectangle 28"/>
          <p:cNvSpPr>
            <a:spLocks noChangeArrowheads="1"/>
          </p:cNvSpPr>
          <p:nvPr/>
        </p:nvSpPr>
        <p:spPr bwMode="auto">
          <a:xfrm>
            <a:off x="3483709" y="1928976"/>
            <a:ext cx="5143036" cy="902455"/>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12" name="Text Box 21"/>
          <p:cNvSpPr txBox="1">
            <a:spLocks noChangeArrowheads="1"/>
          </p:cNvSpPr>
          <p:nvPr/>
        </p:nvSpPr>
        <p:spPr bwMode="auto">
          <a:xfrm>
            <a:off x="3953820" y="1032991"/>
            <a:ext cx="36735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da-DK" altLang="da-DK" sz="1400" b="1" dirty="0">
                <a:solidFill>
                  <a:srgbClr val="008000"/>
                </a:solidFill>
              </a:rPr>
              <a:t>Returtypen er ændret fra void til </a:t>
            </a:r>
            <a:r>
              <a:rPr lang="da-DK" altLang="da-DK" sz="1400" b="1" dirty="0" err="1">
                <a:solidFill>
                  <a:srgbClr val="008000"/>
                </a:solidFill>
              </a:rPr>
              <a:t>boolean</a:t>
            </a:r>
            <a:endParaRPr lang="da-DK" altLang="da-DK" sz="1400" b="1" dirty="0">
              <a:solidFill>
                <a:srgbClr val="008000"/>
              </a:solidFill>
            </a:endParaRPr>
          </a:p>
        </p:txBody>
      </p:sp>
      <p:sp>
        <p:nvSpPr>
          <p:cNvPr id="13" name="Line 22"/>
          <p:cNvSpPr>
            <a:spLocks noChangeShapeType="1"/>
          </p:cNvSpPr>
          <p:nvPr/>
        </p:nvSpPr>
        <p:spPr bwMode="auto">
          <a:xfrm>
            <a:off x="4572000" y="1340768"/>
            <a:ext cx="0" cy="289506"/>
          </a:xfrm>
          <a:prstGeom prst="line">
            <a:avLst/>
          </a:prstGeom>
          <a:noFill/>
          <a:ln w="28575">
            <a:solidFill>
              <a:srgbClr val="008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15" name="Line 22"/>
          <p:cNvSpPr>
            <a:spLocks noChangeShapeType="1"/>
          </p:cNvSpPr>
          <p:nvPr/>
        </p:nvSpPr>
        <p:spPr bwMode="auto">
          <a:xfrm>
            <a:off x="2862841" y="4536753"/>
            <a:ext cx="614772" cy="769"/>
          </a:xfrm>
          <a:prstGeom prst="line">
            <a:avLst/>
          </a:prstGeom>
          <a:noFill/>
          <a:ln w="28575">
            <a:solidFill>
              <a:srgbClr val="008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17" name="Line 22"/>
          <p:cNvSpPr>
            <a:spLocks noChangeShapeType="1"/>
          </p:cNvSpPr>
          <p:nvPr/>
        </p:nvSpPr>
        <p:spPr bwMode="auto">
          <a:xfrm>
            <a:off x="2987824" y="2132857"/>
            <a:ext cx="489789" cy="0"/>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18" name="Text Box 21"/>
          <p:cNvSpPr txBox="1">
            <a:spLocks noChangeArrowheads="1"/>
          </p:cNvSpPr>
          <p:nvPr/>
        </p:nvSpPr>
        <p:spPr bwMode="auto">
          <a:xfrm>
            <a:off x="3232653" y="5579722"/>
            <a:ext cx="4096742" cy="1069524"/>
          </a:xfrm>
          <a:prstGeom prst="rect">
            <a:avLst/>
          </a:prstGeom>
          <a:solidFill>
            <a:srgbClr val="CCECFF"/>
          </a:solidFill>
          <a:ln w="28575">
            <a:solidFill>
              <a:srgbClr val="0000FF"/>
            </a:solidFill>
          </a:ln>
        </p:spPr>
        <p:txBody>
          <a:bodyPr wrap="square">
            <a:spAutoFit/>
          </a:bodyPr>
          <a:lstStyle>
            <a:defPPr>
              <a:defRPr lang="da-DK"/>
            </a:defPPr>
            <a:lvl1pPr eaLnBrk="1" hangingPunct="1">
              <a:spcBef>
                <a:spcPct val="50000"/>
              </a:spcBef>
              <a:buFontTx/>
              <a:buNone/>
              <a:defRPr sz="1400" b="1">
                <a:solidFill>
                  <a:srgbClr val="0000FF"/>
                </a:solidFill>
              </a:defRPr>
            </a:lvl1pPr>
          </a:lstStyle>
          <a:p>
            <a:r>
              <a:rPr lang="da-DK" altLang="da-DK" dirty="0"/>
              <a:t>Returtype kontra exception</a:t>
            </a:r>
          </a:p>
          <a:p>
            <a:pPr marL="182563" indent="-182563">
              <a:spcBef>
                <a:spcPts val="300"/>
              </a:spcBef>
              <a:buFont typeface="Arial" panose="020B0604020202020204" pitchFamily="34" charset="0"/>
              <a:buChar char="•"/>
            </a:pPr>
            <a:r>
              <a:rPr lang="da-DK" altLang="da-DK" dirty="0"/>
              <a:t>Klienter kan undlade at tjekke returværdien</a:t>
            </a:r>
          </a:p>
          <a:p>
            <a:pPr marL="182563" indent="-182563">
              <a:spcBef>
                <a:spcPts val="300"/>
              </a:spcBef>
              <a:buFont typeface="Arial" panose="020B0604020202020204" pitchFamily="34" charset="0"/>
              <a:buChar char="•"/>
            </a:pPr>
            <a:r>
              <a:rPr lang="da-DK" altLang="da-DK" dirty="0"/>
              <a:t>De har sværere ved at ignorere exceptions</a:t>
            </a:r>
          </a:p>
          <a:p>
            <a:pPr marL="182563" indent="-182563">
              <a:spcBef>
                <a:spcPts val="300"/>
              </a:spcBef>
              <a:buFont typeface="Arial" panose="020B0604020202020204" pitchFamily="34" charset="0"/>
              <a:buChar char="•"/>
            </a:pPr>
            <a:r>
              <a:rPr lang="da-DK" altLang="da-DK" dirty="0"/>
              <a:t>Derfor er exceptions i mange tilfælde bedst</a:t>
            </a:r>
          </a:p>
        </p:txBody>
      </p:sp>
      <p:sp>
        <p:nvSpPr>
          <p:cNvPr id="19" name="Rectangle 28"/>
          <p:cNvSpPr>
            <a:spLocks noChangeArrowheads="1"/>
          </p:cNvSpPr>
          <p:nvPr/>
        </p:nvSpPr>
        <p:spPr bwMode="auto">
          <a:xfrm>
            <a:off x="3959979" y="2926659"/>
            <a:ext cx="1618699" cy="204624"/>
          </a:xfrm>
          <a:prstGeom prst="rect">
            <a:avLst/>
          </a:prstGeom>
          <a:noFill/>
          <a:ln w="25400">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14" name="Text Box 21"/>
          <p:cNvSpPr txBox="1">
            <a:spLocks noChangeArrowheads="1"/>
          </p:cNvSpPr>
          <p:nvPr/>
        </p:nvSpPr>
        <p:spPr bwMode="auto">
          <a:xfrm>
            <a:off x="216628" y="4195685"/>
            <a:ext cx="2837117" cy="1246495"/>
          </a:xfrm>
          <a:prstGeom prst="rect">
            <a:avLst/>
          </a:prstGeom>
          <a:solidFill>
            <a:srgbClr val="CCECFF"/>
          </a:solidFill>
          <a:ln w="28575">
            <a:solidFill>
              <a:srgbClr val="0000FF"/>
            </a:solidFill>
          </a:ln>
        </p:spPr>
        <p:txBody>
          <a:bodyPr wrap="square">
            <a:spAutoFit/>
          </a:bodyPr>
          <a:lstStyle>
            <a:defPPr>
              <a:defRPr lang="da-DK"/>
            </a:defPPr>
            <a:lvl1pPr marL="182563" indent="-182563" eaLnBrk="1" hangingPunct="1">
              <a:spcBef>
                <a:spcPct val="50000"/>
              </a:spcBef>
              <a:buFont typeface="Arial" panose="020B0604020202020204" pitchFamily="34" charset="0"/>
              <a:buChar char="•"/>
              <a:defRPr sz="1400" b="1">
                <a:solidFill>
                  <a:srgbClr val="0000FF"/>
                </a:solidFill>
              </a:defRPr>
            </a:lvl1pPr>
          </a:lstStyle>
          <a:p>
            <a:pPr marL="0" indent="0">
              <a:buNone/>
            </a:pPr>
            <a:r>
              <a:rPr lang="da-DK" altLang="da-DK" dirty="0"/>
              <a:t>Brug af returtype</a:t>
            </a:r>
          </a:p>
          <a:p>
            <a:pPr>
              <a:spcBef>
                <a:spcPts val="300"/>
              </a:spcBef>
            </a:pPr>
            <a:r>
              <a:rPr lang="da-DK" altLang="da-DK" dirty="0"/>
              <a:t>If sætningen er ændret til</a:t>
            </a:r>
            <a:br>
              <a:rPr lang="da-DK" altLang="da-DK" dirty="0"/>
            </a:br>
            <a:r>
              <a:rPr lang="da-DK" altLang="da-DK" dirty="0"/>
              <a:t>en if-</a:t>
            </a:r>
            <a:r>
              <a:rPr lang="da-DK" altLang="da-DK" dirty="0" err="1"/>
              <a:t>else</a:t>
            </a:r>
            <a:r>
              <a:rPr lang="da-DK" altLang="da-DK" dirty="0"/>
              <a:t> sætning</a:t>
            </a:r>
          </a:p>
          <a:p>
            <a:pPr>
              <a:spcBef>
                <a:spcPts val="300"/>
              </a:spcBef>
            </a:pPr>
            <a:r>
              <a:rPr lang="da-DK" altLang="da-DK" dirty="0">
                <a:solidFill>
                  <a:srgbClr val="008000"/>
                </a:solidFill>
              </a:rPr>
              <a:t>Returværdien</a:t>
            </a:r>
            <a:r>
              <a:rPr lang="da-DK" altLang="da-DK" dirty="0"/>
              <a:t> angiver om operationen lykkedes eller ej</a:t>
            </a:r>
          </a:p>
        </p:txBody>
      </p:sp>
      <p:sp>
        <p:nvSpPr>
          <p:cNvPr id="16" name="Text Box 21"/>
          <p:cNvSpPr txBox="1">
            <a:spLocks noChangeArrowheads="1"/>
          </p:cNvSpPr>
          <p:nvPr/>
        </p:nvSpPr>
        <p:spPr bwMode="auto">
          <a:xfrm>
            <a:off x="216747" y="1211662"/>
            <a:ext cx="2848836" cy="2831544"/>
          </a:xfrm>
          <a:prstGeom prst="rect">
            <a:avLst/>
          </a:prstGeom>
          <a:solidFill>
            <a:srgbClr val="CCECFF"/>
          </a:solidFill>
          <a:ln w="28575">
            <a:solidFill>
              <a:srgbClr val="0000FF"/>
            </a:solidFill>
          </a:ln>
        </p:spPr>
        <p:txBody>
          <a:bodyPr wrap="square">
            <a:spAutoFit/>
          </a:bodyPr>
          <a:lstStyle>
            <a:defPPr>
              <a:defRPr lang="da-DK"/>
            </a:defPPr>
            <a:lvl1pPr marL="0" indent="0" eaLnBrk="1" hangingPunct="1">
              <a:spcBef>
                <a:spcPct val="50000"/>
              </a:spcBef>
              <a:buFont typeface="Arial" panose="020B0604020202020204" pitchFamily="34" charset="0"/>
              <a:buNone/>
              <a:defRPr sz="1400" b="1">
                <a:solidFill>
                  <a:srgbClr val="0000FF"/>
                </a:solidFill>
              </a:defRPr>
            </a:lvl1pPr>
          </a:lstStyle>
          <a:p>
            <a:r>
              <a:rPr lang="da-DK" altLang="da-DK" dirty="0"/>
              <a:t>Brug af exception</a:t>
            </a:r>
          </a:p>
          <a:p>
            <a:pPr marL="182563" indent="-182563">
              <a:spcBef>
                <a:spcPts val="300"/>
              </a:spcBef>
              <a:buFont typeface="Arial" panose="020B0604020202020204" pitchFamily="34" charset="0"/>
              <a:buChar char="•"/>
            </a:pPr>
            <a:r>
              <a:rPr lang="da-DK" altLang="da-DK" dirty="0"/>
              <a:t>Det tjekkes om parameter-værdien er null</a:t>
            </a:r>
          </a:p>
          <a:p>
            <a:pPr marL="182563" indent="-182563">
              <a:spcBef>
                <a:spcPts val="300"/>
              </a:spcBef>
              <a:buFont typeface="Arial" panose="020B0604020202020204" pitchFamily="34" charset="0"/>
              <a:buChar char="•"/>
            </a:pPr>
            <a:r>
              <a:rPr lang="da-DK" altLang="da-DK" dirty="0"/>
              <a:t>Hvis det er tilfældet skabes</a:t>
            </a:r>
            <a:br>
              <a:rPr lang="da-DK" altLang="da-DK" dirty="0"/>
            </a:br>
            <a:r>
              <a:rPr lang="da-DK" altLang="da-DK" dirty="0"/>
              <a:t>et </a:t>
            </a:r>
            <a:r>
              <a:rPr lang="da-DK" altLang="da-DK" dirty="0">
                <a:solidFill>
                  <a:srgbClr val="008000"/>
                </a:solidFill>
              </a:rPr>
              <a:t>exception objekt</a:t>
            </a:r>
            <a:r>
              <a:rPr lang="da-DK" altLang="da-DK" dirty="0"/>
              <a:t>, og dette </a:t>
            </a:r>
            <a:r>
              <a:rPr lang="da-DK" altLang="da-DK" dirty="0">
                <a:solidFill>
                  <a:srgbClr val="008000"/>
                </a:solidFill>
              </a:rPr>
              <a:t>kastes</a:t>
            </a:r>
            <a:r>
              <a:rPr lang="da-DK" altLang="da-DK" dirty="0"/>
              <a:t> ved hjælp af det reserverede ord </a:t>
            </a:r>
            <a:r>
              <a:rPr lang="da-DK" altLang="da-DK" dirty="0">
                <a:solidFill>
                  <a:srgbClr val="008000"/>
                </a:solidFill>
              </a:rPr>
              <a:t>throw</a:t>
            </a:r>
          </a:p>
          <a:p>
            <a:pPr marL="182563" indent="-182563">
              <a:spcBef>
                <a:spcPts val="300"/>
              </a:spcBef>
              <a:buFont typeface="Arial" panose="020B0604020202020204" pitchFamily="34" charset="0"/>
              <a:buChar char="•"/>
            </a:pPr>
            <a:r>
              <a:rPr lang="da-DK" altLang="da-DK" dirty="0"/>
              <a:t>Exception objektets </a:t>
            </a:r>
            <a:r>
              <a:rPr lang="da-DK" altLang="da-DK" dirty="0">
                <a:solidFill>
                  <a:srgbClr val="008000"/>
                </a:solidFill>
              </a:rPr>
              <a:t>type</a:t>
            </a:r>
            <a:r>
              <a:rPr lang="da-DK" altLang="da-DK" dirty="0"/>
              <a:t> beskriver fejlen</a:t>
            </a:r>
          </a:p>
          <a:p>
            <a:pPr marL="182563" indent="-182563">
              <a:spcBef>
                <a:spcPts val="300"/>
              </a:spcBef>
              <a:buFont typeface="Arial" panose="020B0604020202020204" pitchFamily="34" charset="0"/>
              <a:buChar char="•"/>
            </a:pPr>
            <a:r>
              <a:rPr lang="da-DK" altLang="da-DK" dirty="0"/>
              <a:t>Herudover kan der være en </a:t>
            </a:r>
            <a:r>
              <a:rPr lang="da-DK" altLang="da-DK" dirty="0">
                <a:solidFill>
                  <a:srgbClr val="008000"/>
                </a:solidFill>
              </a:rPr>
              <a:t>tekststreng</a:t>
            </a:r>
            <a:r>
              <a:rPr lang="da-DK" altLang="da-DK" dirty="0"/>
              <a:t> med yderligere information om fejlen</a:t>
            </a:r>
          </a:p>
        </p:txBody>
      </p:sp>
      <p:sp>
        <p:nvSpPr>
          <p:cNvPr id="20" name="Rectangle 28"/>
          <p:cNvSpPr>
            <a:spLocks noChangeArrowheads="1"/>
          </p:cNvSpPr>
          <p:nvPr/>
        </p:nvSpPr>
        <p:spPr bwMode="auto">
          <a:xfrm>
            <a:off x="3767056" y="3177639"/>
            <a:ext cx="4814236" cy="917623"/>
          </a:xfrm>
          <a:prstGeom prst="rect">
            <a:avLst/>
          </a:prstGeom>
          <a:noFill/>
          <a:ln w="25400">
            <a:solidFill>
              <a:srgbClr val="008000"/>
            </a:solidFill>
            <a:prstDash val="sysDash"/>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Tree>
    <p:extLst>
      <p:ext uri="{BB962C8B-B14F-4D97-AF65-F5344CB8AC3E}">
        <p14:creationId xmlns:p14="http://schemas.microsoft.com/office/powerpoint/2010/main" val="382995447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7" grpId="0" animBg="1"/>
      <p:bldP spid="18" grpId="0" animBg="1"/>
      <p:bldP spid="1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67544" y="260648"/>
            <a:ext cx="8568952" cy="682625"/>
          </a:xfrm>
        </p:spPr>
        <p:txBody>
          <a:bodyPr/>
          <a:lstStyle/>
          <a:p>
            <a:r>
              <a:rPr lang="da-DK" altLang="da-DK" sz="3200" dirty="0">
                <a:solidFill>
                  <a:srgbClr val="A50021"/>
                </a:solidFill>
                <a:ea typeface="ＭＳ Ｐゴシック" pitchFamily="34" charset="-128"/>
                <a:cs typeface="Arial"/>
              </a:rPr>
              <a:t>●</a:t>
            </a:r>
            <a:r>
              <a:rPr lang="da-DK" altLang="da-DK" sz="3200" dirty="0">
                <a:ea typeface="ＭＳ Ｐゴシック" pitchFamily="34" charset="-128"/>
                <a:cs typeface="Arial"/>
              </a:rPr>
              <a:t> </a:t>
            </a:r>
            <a:r>
              <a:rPr lang="da-DK" altLang="da-DK" sz="3200" dirty="0">
                <a:ea typeface="ＭＳ Ｐゴシック" pitchFamily="34" charset="-128"/>
              </a:rPr>
              <a:t>Exceptions</a:t>
            </a:r>
          </a:p>
        </p:txBody>
      </p:sp>
      <p:sp>
        <p:nvSpPr>
          <p:cNvPr id="2" name="Slide Number Placeholder 1"/>
          <p:cNvSpPr>
            <a:spLocks noGrp="1"/>
          </p:cNvSpPr>
          <p:nvPr>
            <p:ph type="sldNum" sz="quarter" idx="4294967295"/>
          </p:nvPr>
        </p:nvSpPr>
        <p:spPr>
          <a:xfrm>
            <a:off x="8532440" y="6400800"/>
            <a:ext cx="611560" cy="457200"/>
          </a:xfrm>
          <a:prstGeom prst="rect">
            <a:avLst/>
          </a:prstGeom>
        </p:spPr>
        <p:txBody>
          <a:bodyPr/>
          <a:lstStyle/>
          <a:p>
            <a:pPr>
              <a:defRPr/>
            </a:pPr>
            <a:fld id="{2CA5836E-6711-417F-AF48-31ACC3CF4030}" type="slidenum">
              <a:rPr lang="da-DK" altLang="da-DK" smtClean="0"/>
              <a:pPr>
                <a:defRPr/>
              </a:pPr>
              <a:t>8</a:t>
            </a:fld>
            <a:endParaRPr lang="da-DK" altLang="da-DK" dirty="0"/>
          </a:p>
        </p:txBody>
      </p:sp>
      <p:grpSp>
        <p:nvGrpSpPr>
          <p:cNvPr id="4" name="Group 3"/>
          <p:cNvGrpSpPr/>
          <p:nvPr/>
        </p:nvGrpSpPr>
        <p:grpSpPr>
          <a:xfrm>
            <a:off x="876299" y="2638623"/>
            <a:ext cx="1319437" cy="307777"/>
            <a:chOff x="866271" y="2786254"/>
            <a:chExt cx="1689506" cy="307777"/>
          </a:xfrm>
        </p:grpSpPr>
        <p:sp>
          <p:nvSpPr>
            <p:cNvPr id="3" name="Rounded Rectangle 2"/>
            <p:cNvSpPr/>
            <p:nvPr/>
          </p:nvSpPr>
          <p:spPr bwMode="auto">
            <a:xfrm>
              <a:off x="915431" y="2811682"/>
              <a:ext cx="1640346" cy="255979"/>
            </a:xfrm>
            <a:prstGeom prst="roundRect">
              <a:avLst/>
            </a:prstGeom>
            <a:solidFill>
              <a:srgbClr val="CCFFCC"/>
            </a:solidFill>
            <a:ln w="9525" cap="flat" cmpd="sng" algn="ctr">
              <a:solidFill>
                <a:srgbClr val="0000FF"/>
              </a:solidFill>
              <a:prstDash val="solid"/>
              <a:round/>
              <a:headEnd type="none" w="med" len="med"/>
              <a:tailEnd type="triangle" w="med" len="med"/>
            </a:ln>
            <a:effectLst/>
          </p:spPr>
          <p:txBody>
            <a:bodyPr vert="horz" wrap="square" lIns="90000" tIns="46800" rIns="90000" bIns="468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a-DK" sz="2000" b="0" i="0" u="none" strike="noStrike" cap="none" normalizeH="0" baseline="0">
                <a:ln>
                  <a:noFill/>
                </a:ln>
                <a:solidFill>
                  <a:srgbClr val="A50021"/>
                </a:solidFill>
                <a:effectLst/>
                <a:latin typeface="Arial" charset="0"/>
              </a:endParaRPr>
            </a:p>
          </p:txBody>
        </p:sp>
        <p:sp>
          <p:nvSpPr>
            <p:cNvPr id="19" name="Text Box 21"/>
            <p:cNvSpPr txBox="1">
              <a:spLocks noChangeArrowheads="1"/>
            </p:cNvSpPr>
            <p:nvPr/>
          </p:nvSpPr>
          <p:spPr bwMode="auto">
            <a:xfrm>
              <a:off x="866271" y="2786254"/>
              <a:ext cx="168950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da-DK" altLang="da-DK" sz="1400" b="1" dirty="0">
                  <a:solidFill>
                    <a:srgbClr val="FF0000"/>
                  </a:solidFill>
                </a:rPr>
                <a:t>1. A kalder B</a:t>
              </a:r>
            </a:p>
          </p:txBody>
        </p:sp>
      </p:grpSp>
      <p:grpSp>
        <p:nvGrpSpPr>
          <p:cNvPr id="5" name="Group 4"/>
          <p:cNvGrpSpPr/>
          <p:nvPr/>
        </p:nvGrpSpPr>
        <p:grpSpPr>
          <a:xfrm>
            <a:off x="4721427" y="2600033"/>
            <a:ext cx="3880325" cy="523220"/>
            <a:chOff x="4721427" y="2653703"/>
            <a:chExt cx="2724543" cy="523220"/>
          </a:xfrm>
        </p:grpSpPr>
        <p:sp>
          <p:nvSpPr>
            <p:cNvPr id="23" name="Rounded Rectangle 22"/>
            <p:cNvSpPr/>
            <p:nvPr/>
          </p:nvSpPr>
          <p:spPr bwMode="auto">
            <a:xfrm>
              <a:off x="4754812" y="2663912"/>
              <a:ext cx="2691158" cy="283088"/>
            </a:xfrm>
            <a:prstGeom prst="roundRect">
              <a:avLst/>
            </a:prstGeom>
            <a:solidFill>
              <a:srgbClr val="CCFFCC"/>
            </a:solidFill>
            <a:ln w="9525" cap="flat" cmpd="sng" algn="ctr">
              <a:solidFill>
                <a:srgbClr val="0000FF"/>
              </a:solidFill>
              <a:prstDash val="solid"/>
              <a:round/>
              <a:headEnd type="none" w="med" len="med"/>
              <a:tailEnd type="triangle" w="med" len="med"/>
            </a:ln>
            <a:effectLst/>
          </p:spPr>
          <p:txBody>
            <a:bodyPr vert="horz" wrap="square" lIns="90000" tIns="46800" rIns="90000" bIns="468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a-DK" sz="2000" b="0" i="0" u="none" strike="noStrike" cap="none" normalizeH="0" baseline="0">
                <a:ln>
                  <a:noFill/>
                </a:ln>
                <a:solidFill>
                  <a:srgbClr val="A50021"/>
                </a:solidFill>
                <a:effectLst/>
                <a:latin typeface="Arial" charset="0"/>
              </a:endParaRPr>
            </a:p>
          </p:txBody>
        </p:sp>
        <p:sp>
          <p:nvSpPr>
            <p:cNvPr id="25" name="Text Box 21"/>
            <p:cNvSpPr txBox="1">
              <a:spLocks noChangeArrowheads="1"/>
            </p:cNvSpPr>
            <p:nvPr/>
          </p:nvSpPr>
          <p:spPr bwMode="auto">
            <a:xfrm>
              <a:off x="4721427" y="2653703"/>
              <a:ext cx="272454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marL="182563" indent="-182563" eaLnBrk="1" hangingPunct="1">
                <a:spcBef>
                  <a:spcPct val="50000"/>
                </a:spcBef>
                <a:buFontTx/>
                <a:buNone/>
              </a:pPr>
              <a:r>
                <a:rPr lang="da-DK" altLang="da-DK" sz="1400" b="1" dirty="0">
                  <a:solidFill>
                    <a:srgbClr val="FF0000"/>
                  </a:solidFill>
                </a:rPr>
                <a:t>2. </a:t>
              </a:r>
              <a:r>
                <a:rPr lang="da-DK" altLang="da-DK" sz="1400" b="1" dirty="0" err="1">
                  <a:solidFill>
                    <a:srgbClr val="FF0000"/>
                  </a:solidFill>
                </a:rPr>
                <a:t>Paremetre</a:t>
              </a:r>
              <a:r>
                <a:rPr lang="da-DK" altLang="da-DK" sz="1400" b="1" dirty="0">
                  <a:solidFill>
                    <a:srgbClr val="FF0000"/>
                  </a:solidFill>
                </a:rPr>
                <a:t> overføres og B’s krop udføres</a:t>
              </a:r>
            </a:p>
          </p:txBody>
        </p:sp>
      </p:grpSp>
      <p:grpSp>
        <p:nvGrpSpPr>
          <p:cNvPr id="7" name="Group 6"/>
          <p:cNvGrpSpPr/>
          <p:nvPr/>
        </p:nvGrpSpPr>
        <p:grpSpPr>
          <a:xfrm>
            <a:off x="875244" y="3154355"/>
            <a:ext cx="3048684" cy="954107"/>
            <a:chOff x="899592" y="3143535"/>
            <a:chExt cx="2952328" cy="954107"/>
          </a:xfrm>
        </p:grpSpPr>
        <p:sp>
          <p:nvSpPr>
            <p:cNvPr id="33" name="Rounded Rectangle 32"/>
            <p:cNvSpPr/>
            <p:nvPr/>
          </p:nvSpPr>
          <p:spPr bwMode="auto">
            <a:xfrm>
              <a:off x="915430" y="3143535"/>
              <a:ext cx="2936490" cy="954107"/>
            </a:xfrm>
            <a:prstGeom prst="roundRect">
              <a:avLst/>
            </a:prstGeom>
            <a:solidFill>
              <a:srgbClr val="CCFFCC"/>
            </a:solidFill>
            <a:ln w="9525" cap="flat" cmpd="sng" algn="ctr">
              <a:solidFill>
                <a:srgbClr val="0000FF"/>
              </a:solidFill>
              <a:prstDash val="solid"/>
              <a:round/>
              <a:headEnd type="none" w="med" len="med"/>
              <a:tailEnd type="triangle" w="med" len="med"/>
            </a:ln>
            <a:effectLst/>
          </p:spPr>
          <p:txBody>
            <a:bodyPr vert="horz" wrap="square" lIns="90000" tIns="46800" rIns="90000" bIns="468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a-DK" sz="2000" b="0" i="0" u="none" strike="noStrike" cap="none" normalizeH="0" baseline="0">
                <a:ln>
                  <a:noFill/>
                </a:ln>
                <a:solidFill>
                  <a:srgbClr val="A50021"/>
                </a:solidFill>
                <a:effectLst/>
                <a:latin typeface="Arial" charset="0"/>
              </a:endParaRPr>
            </a:p>
          </p:txBody>
        </p:sp>
        <p:sp>
          <p:nvSpPr>
            <p:cNvPr id="26" name="Text Box 21"/>
            <p:cNvSpPr txBox="1">
              <a:spLocks noChangeArrowheads="1"/>
            </p:cNvSpPr>
            <p:nvPr/>
          </p:nvSpPr>
          <p:spPr bwMode="auto">
            <a:xfrm>
              <a:off x="899592" y="3143535"/>
              <a:ext cx="295232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marL="182563" indent="-182563" eaLnBrk="1" hangingPunct="1">
                <a:spcBef>
                  <a:spcPct val="50000"/>
                </a:spcBef>
                <a:buFontTx/>
                <a:buNone/>
              </a:pPr>
              <a:r>
                <a:rPr lang="da-DK" altLang="da-DK" sz="1400" b="1" dirty="0">
                  <a:solidFill>
                    <a:srgbClr val="FF0000"/>
                  </a:solidFill>
                </a:rPr>
                <a:t>5. Udførelsen fortsætter  i A (dvs. på </a:t>
              </a:r>
              <a:r>
                <a:rPr lang="da-DK" altLang="da-DK" sz="1400" b="1" dirty="0">
                  <a:solidFill>
                    <a:srgbClr val="008000"/>
                  </a:solidFill>
                </a:rPr>
                <a:t>kaldsstedet</a:t>
              </a:r>
              <a:r>
                <a:rPr lang="da-DK" altLang="da-DK" sz="1400" b="1" dirty="0">
                  <a:solidFill>
                    <a:srgbClr val="FF0000"/>
                  </a:solidFill>
                </a:rPr>
                <a:t>), hvor man kan </a:t>
              </a:r>
              <a:r>
                <a:rPr lang="da-DK" altLang="da-DK" sz="1400" b="1" dirty="0">
                  <a:solidFill>
                    <a:srgbClr val="008000"/>
                  </a:solidFill>
                </a:rPr>
                <a:t>gribe</a:t>
              </a:r>
              <a:r>
                <a:rPr lang="da-DK" altLang="da-DK" sz="1400" b="1" dirty="0">
                  <a:solidFill>
                    <a:srgbClr val="FF0000"/>
                  </a:solidFill>
                </a:rPr>
                <a:t> den kastede exception og forsøge at reparere fejlen</a:t>
              </a:r>
            </a:p>
          </p:txBody>
        </p:sp>
      </p:grpSp>
      <p:sp>
        <p:nvSpPr>
          <p:cNvPr id="27" name="Text Box 21"/>
          <p:cNvSpPr txBox="1">
            <a:spLocks noChangeArrowheads="1"/>
          </p:cNvSpPr>
          <p:nvPr/>
        </p:nvSpPr>
        <p:spPr bwMode="auto">
          <a:xfrm>
            <a:off x="6309859" y="1892147"/>
            <a:ext cx="9200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da-DK" altLang="da-DK" sz="1800" b="1" dirty="0">
                <a:solidFill>
                  <a:srgbClr val="0000FF"/>
                </a:solidFill>
              </a:rPr>
              <a:t>Server</a:t>
            </a:r>
          </a:p>
        </p:txBody>
      </p:sp>
      <p:grpSp>
        <p:nvGrpSpPr>
          <p:cNvPr id="6" name="Group 5"/>
          <p:cNvGrpSpPr/>
          <p:nvPr/>
        </p:nvGrpSpPr>
        <p:grpSpPr>
          <a:xfrm>
            <a:off x="4713640" y="3072985"/>
            <a:ext cx="3991033" cy="535060"/>
            <a:chOff x="4685423" y="3019184"/>
            <a:chExt cx="3847017" cy="654357"/>
          </a:xfrm>
        </p:grpSpPr>
        <p:sp>
          <p:nvSpPr>
            <p:cNvPr id="24" name="Rounded Rectangle 23"/>
            <p:cNvSpPr/>
            <p:nvPr/>
          </p:nvSpPr>
          <p:spPr bwMode="auto">
            <a:xfrm>
              <a:off x="4721427" y="3019184"/>
              <a:ext cx="3739005" cy="653382"/>
            </a:xfrm>
            <a:prstGeom prst="roundRect">
              <a:avLst/>
            </a:prstGeom>
            <a:solidFill>
              <a:srgbClr val="CCFFCC"/>
            </a:solidFill>
            <a:ln w="9525" cap="flat" cmpd="sng" algn="ctr">
              <a:solidFill>
                <a:srgbClr val="0000FF"/>
              </a:solidFill>
              <a:prstDash val="solid"/>
              <a:round/>
              <a:headEnd type="none" w="med" len="med"/>
              <a:tailEnd type="triangle" w="med" len="med"/>
            </a:ln>
            <a:effectLst/>
          </p:spPr>
          <p:txBody>
            <a:bodyPr vert="horz" wrap="square" lIns="90000" tIns="46800" rIns="90000" bIns="468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a-DK" sz="2000" b="0" i="0" u="none" strike="noStrike" cap="none" normalizeH="0" baseline="0">
                <a:ln>
                  <a:noFill/>
                </a:ln>
                <a:solidFill>
                  <a:srgbClr val="A50021"/>
                </a:solidFill>
                <a:effectLst/>
                <a:latin typeface="Arial" charset="0"/>
              </a:endParaRPr>
            </a:p>
          </p:txBody>
        </p:sp>
        <p:sp>
          <p:nvSpPr>
            <p:cNvPr id="28" name="Text Box 21"/>
            <p:cNvSpPr txBox="1">
              <a:spLocks noChangeArrowheads="1"/>
            </p:cNvSpPr>
            <p:nvPr/>
          </p:nvSpPr>
          <p:spPr bwMode="auto">
            <a:xfrm>
              <a:off x="4685423" y="3033664"/>
              <a:ext cx="3847017" cy="639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marL="177800" indent="-177800" eaLnBrk="1" hangingPunct="1">
                <a:spcBef>
                  <a:spcPct val="50000"/>
                </a:spcBef>
                <a:buFontTx/>
                <a:buNone/>
              </a:pPr>
              <a:r>
                <a:rPr lang="da-DK" altLang="da-DK" sz="1400" b="1" dirty="0">
                  <a:solidFill>
                    <a:srgbClr val="FF0000"/>
                  </a:solidFill>
                </a:rPr>
                <a:t>3. Under udførelsen kan der blive </a:t>
              </a:r>
              <a:r>
                <a:rPr lang="da-DK" altLang="da-DK" sz="1400" b="1" dirty="0">
                  <a:solidFill>
                    <a:srgbClr val="008000"/>
                  </a:solidFill>
                </a:rPr>
                <a:t>kastet</a:t>
              </a:r>
              <a:r>
                <a:rPr lang="da-DK" altLang="da-DK" sz="1400" b="1" dirty="0">
                  <a:solidFill>
                    <a:srgbClr val="FF0000"/>
                  </a:solidFill>
                </a:rPr>
                <a:t> en </a:t>
              </a:r>
              <a:r>
                <a:rPr lang="da-DK" altLang="da-DK" sz="1400" b="1" dirty="0">
                  <a:solidFill>
                    <a:srgbClr val="008000"/>
                  </a:solidFill>
                </a:rPr>
                <a:t>exception</a:t>
              </a:r>
              <a:r>
                <a:rPr lang="da-DK" altLang="da-DK" sz="1400" b="1" dirty="0">
                  <a:solidFill>
                    <a:srgbClr val="FF0000"/>
                  </a:solidFill>
                </a:rPr>
                <a:t> (fordi der opstår en fejlsituation) </a:t>
              </a:r>
              <a:endParaRPr lang="da-DK" altLang="da-DK" sz="1400" b="1" dirty="0">
                <a:solidFill>
                  <a:srgbClr val="008000"/>
                </a:solidFill>
              </a:endParaRPr>
            </a:p>
          </p:txBody>
        </p:sp>
      </p:grpSp>
      <p:sp>
        <p:nvSpPr>
          <p:cNvPr id="29" name="Text Box 21"/>
          <p:cNvSpPr txBox="1">
            <a:spLocks noChangeArrowheads="1"/>
          </p:cNvSpPr>
          <p:nvPr/>
        </p:nvSpPr>
        <p:spPr bwMode="auto">
          <a:xfrm>
            <a:off x="809367" y="1895110"/>
            <a:ext cx="8530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da-DK" altLang="da-DK" sz="1800" b="1" dirty="0">
                <a:solidFill>
                  <a:srgbClr val="0000FF"/>
                </a:solidFill>
              </a:rPr>
              <a:t>Klient</a:t>
            </a:r>
          </a:p>
        </p:txBody>
      </p:sp>
      <p:cxnSp>
        <p:nvCxnSpPr>
          <p:cNvPr id="9" name="Straight Connector 8"/>
          <p:cNvCxnSpPr/>
          <p:nvPr/>
        </p:nvCxnSpPr>
        <p:spPr bwMode="auto">
          <a:xfrm>
            <a:off x="4139952" y="1700808"/>
            <a:ext cx="0" cy="2466610"/>
          </a:xfrm>
          <a:prstGeom prst="line">
            <a:avLst/>
          </a:prstGeom>
          <a:noFill/>
          <a:ln w="38100" cap="flat" cmpd="sng" algn="ctr">
            <a:solidFill>
              <a:srgbClr val="000066"/>
            </a:solidFill>
            <a:prstDash val="solid"/>
            <a:round/>
            <a:headEnd type="none" w="med" len="med"/>
            <a:tailEnd type="none" w="med" len="med"/>
          </a:ln>
          <a:effectLst/>
        </p:spPr>
      </p:cxnSp>
      <p:sp>
        <p:nvSpPr>
          <p:cNvPr id="31" name="Line 22"/>
          <p:cNvSpPr>
            <a:spLocks noChangeShapeType="1"/>
          </p:cNvSpPr>
          <p:nvPr/>
        </p:nvSpPr>
        <p:spPr bwMode="auto">
          <a:xfrm flipV="1">
            <a:off x="4632068" y="4102993"/>
            <a:ext cx="443988" cy="432231"/>
          </a:xfrm>
          <a:prstGeom prst="line">
            <a:avLst/>
          </a:prstGeom>
          <a:noFill/>
          <a:ln w="28575">
            <a:solidFill>
              <a:srgbClr val="0000FF"/>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32" name="Line 22"/>
          <p:cNvSpPr>
            <a:spLocks noChangeShapeType="1"/>
          </p:cNvSpPr>
          <p:nvPr/>
        </p:nvSpPr>
        <p:spPr bwMode="auto">
          <a:xfrm flipH="1" flipV="1">
            <a:off x="2987490" y="4118694"/>
            <a:ext cx="375813" cy="411751"/>
          </a:xfrm>
          <a:prstGeom prst="line">
            <a:avLst/>
          </a:prstGeom>
          <a:noFill/>
          <a:ln w="28575">
            <a:solidFill>
              <a:srgbClr val="0000FF"/>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34" name="Rectangle 3"/>
          <p:cNvSpPr txBox="1">
            <a:spLocks noChangeArrowheads="1"/>
          </p:cNvSpPr>
          <p:nvPr/>
        </p:nvSpPr>
        <p:spPr bwMode="auto">
          <a:xfrm>
            <a:off x="485918" y="1012560"/>
            <a:ext cx="8403087" cy="70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pPr>
              <a:spcBef>
                <a:spcPts val="1200"/>
              </a:spcBef>
            </a:pPr>
            <a:r>
              <a:rPr lang="da-DK" altLang="da-DK" sz="2000" dirty="0">
                <a:ea typeface="ＭＳ Ｐゴシック" pitchFamily="34" charset="-128"/>
              </a:rPr>
              <a:t>Exceptions er en sprogkonstruktion, som tillader klienter at forsøge at overleve/reparere fejl, som rapporteres fra servere</a:t>
            </a:r>
          </a:p>
        </p:txBody>
      </p:sp>
      <p:sp>
        <p:nvSpPr>
          <p:cNvPr id="35" name="Rectangle 3"/>
          <p:cNvSpPr txBox="1">
            <a:spLocks noChangeArrowheads="1"/>
          </p:cNvSpPr>
          <p:nvPr/>
        </p:nvSpPr>
        <p:spPr bwMode="auto">
          <a:xfrm>
            <a:off x="458494" y="5301923"/>
            <a:ext cx="8403087" cy="1583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pPr marL="342900" lvl="1" indent="-342900">
              <a:spcBef>
                <a:spcPts val="1200"/>
              </a:spcBef>
              <a:buFontTx/>
              <a:buChar char="•"/>
            </a:pPr>
            <a:r>
              <a:rPr lang="da-DK" altLang="da-DK" b="1" dirty="0">
                <a:solidFill>
                  <a:srgbClr val="A50021"/>
                </a:solidFill>
                <a:ea typeface="ＭＳ Ｐゴシック" pitchFamily="34" charset="-128"/>
                <a:cs typeface="ＭＳ Ｐゴシック" pitchFamily="-106" charset="-128"/>
              </a:rPr>
              <a:t>Det er ikke kun i klient/server systemer, at exceptions er nyttige</a:t>
            </a:r>
          </a:p>
          <a:p>
            <a:pPr lvl="1">
              <a:spcBef>
                <a:spcPts val="600"/>
              </a:spcBef>
            </a:pPr>
            <a:r>
              <a:rPr lang="da-DK" altLang="da-DK" sz="1800" dirty="0">
                <a:ea typeface="ＭＳ Ｐゴシック" pitchFamily="34" charset="-128"/>
              </a:rPr>
              <a:t>De kan bruges overalt, hvor metoder/konstruktører kalder hinanden</a:t>
            </a:r>
          </a:p>
          <a:p>
            <a:pPr lvl="1">
              <a:spcBef>
                <a:spcPts val="600"/>
              </a:spcBef>
            </a:pPr>
            <a:r>
              <a:rPr lang="da-DK" altLang="da-DK" sz="1800" dirty="0">
                <a:ea typeface="ＭＳ Ｐゴシック" pitchFamily="34" charset="-128"/>
              </a:rPr>
              <a:t>Exceptions kastes i den metode/konstruktør der bliver kaldt</a:t>
            </a:r>
          </a:p>
          <a:p>
            <a:pPr lvl="1">
              <a:spcBef>
                <a:spcPts val="600"/>
              </a:spcBef>
            </a:pPr>
            <a:r>
              <a:rPr lang="da-DK" altLang="da-DK" sz="1800" dirty="0">
                <a:ea typeface="ＭＳ Ｐゴシック" pitchFamily="34" charset="-128"/>
              </a:rPr>
              <a:t>Exceptions gribes af den metode/konstruktør, der foretager kaldet</a:t>
            </a:r>
          </a:p>
        </p:txBody>
      </p:sp>
      <p:sp>
        <p:nvSpPr>
          <p:cNvPr id="30" name="Text Box 21"/>
          <p:cNvSpPr txBox="1">
            <a:spLocks noChangeArrowheads="1"/>
          </p:cNvSpPr>
          <p:nvPr/>
        </p:nvSpPr>
        <p:spPr bwMode="auto">
          <a:xfrm>
            <a:off x="1662411" y="4410770"/>
            <a:ext cx="5853523" cy="777136"/>
          </a:xfrm>
          <a:prstGeom prst="rect">
            <a:avLst/>
          </a:prstGeom>
          <a:solidFill>
            <a:srgbClr val="CCECFF"/>
          </a:solidFill>
          <a:ln w="28575">
            <a:solidFill>
              <a:srgbClr val="0000FF"/>
            </a:solidFill>
          </a:ln>
        </p:spPr>
        <p:txBody>
          <a:bodyPr wrap="square">
            <a:spAutoFit/>
          </a:bodyPr>
          <a:lstStyle>
            <a:defPPr>
              <a:defRPr lang="da-DK"/>
            </a:defPPr>
            <a:lvl1pPr eaLnBrk="1" hangingPunct="1">
              <a:spcBef>
                <a:spcPct val="50000"/>
              </a:spcBef>
              <a:buFontTx/>
              <a:buNone/>
              <a:defRPr sz="1400" b="1">
                <a:solidFill>
                  <a:srgbClr val="0000FF"/>
                </a:solidFill>
              </a:defRPr>
            </a:lvl1pPr>
          </a:lstStyle>
          <a:p>
            <a:pPr marL="177800" indent="-177800">
              <a:buFont typeface="Arial" panose="020B0604020202020204" pitchFamily="34" charset="0"/>
              <a:buChar char="•"/>
            </a:pPr>
            <a:r>
              <a:rPr lang="da-DK" altLang="da-DK" dirty="0"/>
              <a:t>To forskellige steder i programmet – ofte i to forskellige objekter</a:t>
            </a:r>
          </a:p>
          <a:p>
            <a:pPr marL="177800" indent="-177800">
              <a:spcBef>
                <a:spcPts val="300"/>
              </a:spcBef>
              <a:buFont typeface="Arial" panose="020B0604020202020204" pitchFamily="34" charset="0"/>
              <a:buChar char="•"/>
            </a:pPr>
            <a:r>
              <a:rPr lang="da-DK" altLang="da-DK" dirty="0"/>
              <a:t>Exceptions </a:t>
            </a:r>
            <a:r>
              <a:rPr lang="da-DK" altLang="da-DK" dirty="0">
                <a:solidFill>
                  <a:srgbClr val="008000"/>
                </a:solidFill>
              </a:rPr>
              <a:t>kastes</a:t>
            </a:r>
            <a:r>
              <a:rPr lang="da-DK" altLang="da-DK" dirty="0"/>
              <a:t> af den </a:t>
            </a:r>
            <a:r>
              <a:rPr lang="da-DK" altLang="da-DK" dirty="0">
                <a:solidFill>
                  <a:srgbClr val="008000"/>
                </a:solidFill>
              </a:rPr>
              <a:t>kaldte metode</a:t>
            </a:r>
            <a:r>
              <a:rPr lang="da-DK" altLang="da-DK" dirty="0"/>
              <a:t> (i serveren) og de </a:t>
            </a:r>
            <a:r>
              <a:rPr lang="da-DK" altLang="da-DK" dirty="0">
                <a:solidFill>
                  <a:srgbClr val="008000"/>
                </a:solidFill>
              </a:rPr>
              <a:t>gribes</a:t>
            </a:r>
            <a:r>
              <a:rPr lang="da-DK" altLang="da-DK" dirty="0"/>
              <a:t> på </a:t>
            </a:r>
            <a:r>
              <a:rPr lang="da-DK" altLang="da-DK" dirty="0">
                <a:solidFill>
                  <a:srgbClr val="008000"/>
                </a:solidFill>
              </a:rPr>
              <a:t>kaldsstedet</a:t>
            </a:r>
            <a:r>
              <a:rPr lang="da-DK" altLang="da-DK" dirty="0"/>
              <a:t> (i klienten)</a:t>
            </a:r>
          </a:p>
        </p:txBody>
      </p:sp>
      <p:grpSp>
        <p:nvGrpSpPr>
          <p:cNvPr id="36" name="Group 35"/>
          <p:cNvGrpSpPr/>
          <p:nvPr/>
        </p:nvGrpSpPr>
        <p:grpSpPr>
          <a:xfrm>
            <a:off x="4685424" y="3817394"/>
            <a:ext cx="3944546" cy="307777"/>
            <a:chOff x="4721427" y="2653703"/>
            <a:chExt cx="2724543" cy="307777"/>
          </a:xfrm>
        </p:grpSpPr>
        <p:sp>
          <p:nvSpPr>
            <p:cNvPr id="37" name="Rounded Rectangle 36"/>
            <p:cNvSpPr/>
            <p:nvPr/>
          </p:nvSpPr>
          <p:spPr bwMode="auto">
            <a:xfrm>
              <a:off x="4754812" y="2663912"/>
              <a:ext cx="2691158" cy="283088"/>
            </a:xfrm>
            <a:prstGeom prst="roundRect">
              <a:avLst/>
            </a:prstGeom>
            <a:solidFill>
              <a:srgbClr val="CCFFCC"/>
            </a:solidFill>
            <a:ln w="9525" cap="flat" cmpd="sng" algn="ctr">
              <a:solidFill>
                <a:srgbClr val="0000FF"/>
              </a:solidFill>
              <a:prstDash val="solid"/>
              <a:round/>
              <a:headEnd type="none" w="med" len="med"/>
              <a:tailEnd type="triangle" w="med" len="med"/>
            </a:ln>
            <a:effectLst/>
          </p:spPr>
          <p:txBody>
            <a:bodyPr vert="horz" wrap="square" lIns="90000" tIns="46800" rIns="90000" bIns="468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a-DK" sz="2000" b="0" i="0" u="none" strike="noStrike" cap="none" normalizeH="0" baseline="0">
                <a:ln>
                  <a:noFill/>
                </a:ln>
                <a:solidFill>
                  <a:srgbClr val="A50021"/>
                </a:solidFill>
                <a:effectLst/>
                <a:latin typeface="Arial" charset="0"/>
              </a:endParaRPr>
            </a:p>
          </p:txBody>
        </p:sp>
        <p:sp>
          <p:nvSpPr>
            <p:cNvPr id="38" name="Text Box 21"/>
            <p:cNvSpPr txBox="1">
              <a:spLocks noChangeArrowheads="1"/>
            </p:cNvSpPr>
            <p:nvPr/>
          </p:nvSpPr>
          <p:spPr bwMode="auto">
            <a:xfrm>
              <a:off x="4721427" y="2653703"/>
              <a:ext cx="272454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marL="182563" indent="-182563" eaLnBrk="1" hangingPunct="1">
                <a:spcBef>
                  <a:spcPct val="50000"/>
                </a:spcBef>
                <a:buFontTx/>
                <a:buNone/>
              </a:pPr>
              <a:r>
                <a:rPr lang="da-DK" altLang="da-DK" sz="1400" b="1" dirty="0">
                  <a:solidFill>
                    <a:srgbClr val="FF0000"/>
                  </a:solidFill>
                </a:rPr>
                <a:t>4. Udførelse af den </a:t>
              </a:r>
              <a:r>
                <a:rPr lang="da-DK" altLang="da-DK" sz="1400" b="1" dirty="0">
                  <a:solidFill>
                    <a:srgbClr val="008000"/>
                  </a:solidFill>
                </a:rPr>
                <a:t>kaldte</a:t>
              </a:r>
              <a:r>
                <a:rPr lang="da-DK" altLang="da-DK" sz="1400" b="1" dirty="0">
                  <a:solidFill>
                    <a:srgbClr val="FF0000"/>
                  </a:solidFill>
                </a:rPr>
                <a:t> metode B stopper</a:t>
              </a:r>
            </a:p>
          </p:txBody>
        </p:sp>
      </p:grpSp>
      <p:sp>
        <p:nvSpPr>
          <p:cNvPr id="39" name="Line 22"/>
          <p:cNvSpPr>
            <a:spLocks noChangeShapeType="1"/>
          </p:cNvSpPr>
          <p:nvPr/>
        </p:nvSpPr>
        <p:spPr bwMode="auto">
          <a:xfrm>
            <a:off x="2203524" y="2782517"/>
            <a:ext cx="2558002" cy="1797"/>
          </a:xfrm>
          <a:prstGeom prst="line">
            <a:avLst/>
          </a:prstGeom>
          <a:noFill/>
          <a:ln w="28575">
            <a:solidFill>
              <a:srgbClr val="FF0000"/>
            </a:solidFill>
            <a:prstDash val="sysDot"/>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40" name="Line 22"/>
          <p:cNvSpPr>
            <a:spLocks noChangeShapeType="1"/>
          </p:cNvSpPr>
          <p:nvPr/>
        </p:nvSpPr>
        <p:spPr bwMode="auto">
          <a:xfrm flipH="1" flipV="1">
            <a:off x="3843408" y="3939974"/>
            <a:ext cx="877684" cy="0"/>
          </a:xfrm>
          <a:prstGeom prst="line">
            <a:avLst/>
          </a:prstGeom>
          <a:noFill/>
          <a:ln w="28575">
            <a:solidFill>
              <a:srgbClr val="FF0000"/>
            </a:solidFill>
            <a:prstDash val="sysDot"/>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grpSp>
        <p:nvGrpSpPr>
          <p:cNvPr id="41" name="Group 40"/>
          <p:cNvGrpSpPr/>
          <p:nvPr/>
        </p:nvGrpSpPr>
        <p:grpSpPr>
          <a:xfrm>
            <a:off x="4863384" y="1821067"/>
            <a:ext cx="1449172" cy="525097"/>
            <a:chOff x="7011259" y="5287467"/>
            <a:chExt cx="1449172" cy="525097"/>
          </a:xfrm>
        </p:grpSpPr>
        <p:sp>
          <p:nvSpPr>
            <p:cNvPr id="42" name="Rounded Rectangle 41"/>
            <p:cNvSpPr/>
            <p:nvPr/>
          </p:nvSpPr>
          <p:spPr bwMode="auto">
            <a:xfrm>
              <a:off x="7011259" y="5287467"/>
              <a:ext cx="1368152" cy="525097"/>
            </a:xfrm>
            <a:prstGeom prst="roundRect">
              <a:avLst/>
            </a:prstGeom>
            <a:solidFill>
              <a:srgbClr val="FFFFCC"/>
            </a:solidFill>
            <a:ln w="9525" cap="flat" cmpd="sng" algn="ctr">
              <a:solidFill>
                <a:srgbClr val="0000FF"/>
              </a:solidFill>
              <a:prstDash val="solid"/>
              <a:round/>
              <a:headEnd type="none" w="med" len="med"/>
              <a:tailEnd type="triangle" w="med" len="med"/>
            </a:ln>
            <a:effectLst/>
          </p:spPr>
          <p:txBody>
            <a:bodyPr vert="horz" wrap="square" lIns="90000" tIns="46800" rIns="90000" bIns="468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a-DK" sz="2000" b="0" i="0" u="none" strike="noStrike" cap="none" normalizeH="0" baseline="0">
                <a:ln>
                  <a:noFill/>
                </a:ln>
                <a:solidFill>
                  <a:srgbClr val="A50021"/>
                </a:solidFill>
                <a:effectLst/>
                <a:latin typeface="Arial" charset="0"/>
              </a:endParaRPr>
            </a:p>
          </p:txBody>
        </p:sp>
        <p:sp>
          <p:nvSpPr>
            <p:cNvPr id="43" name="Text Box 21"/>
            <p:cNvSpPr txBox="1">
              <a:spLocks noChangeArrowheads="1"/>
            </p:cNvSpPr>
            <p:nvPr/>
          </p:nvSpPr>
          <p:spPr bwMode="auto">
            <a:xfrm>
              <a:off x="7164288" y="5373438"/>
              <a:ext cx="129614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da-DK" altLang="da-DK" sz="1600" b="1" dirty="0">
                  <a:solidFill>
                    <a:srgbClr val="0000FF"/>
                  </a:solidFill>
                </a:rPr>
                <a:t>Method B</a:t>
              </a:r>
              <a:endParaRPr lang="da-DK" altLang="da-DK" sz="1400" b="1" dirty="0">
                <a:solidFill>
                  <a:srgbClr val="0000FF"/>
                </a:solidFill>
              </a:endParaRPr>
            </a:p>
          </p:txBody>
        </p:sp>
      </p:grpSp>
      <p:sp>
        <p:nvSpPr>
          <p:cNvPr id="47" name="Text Box 21"/>
          <p:cNvSpPr txBox="1">
            <a:spLocks noChangeArrowheads="1"/>
          </p:cNvSpPr>
          <p:nvPr/>
        </p:nvSpPr>
        <p:spPr bwMode="auto">
          <a:xfrm>
            <a:off x="3614185" y="1824100"/>
            <a:ext cx="57606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da-DK" altLang="da-DK" sz="1400" b="1" dirty="0">
                <a:solidFill>
                  <a:srgbClr val="0000FF"/>
                </a:solidFill>
              </a:rPr>
              <a:t>kald</a:t>
            </a:r>
          </a:p>
        </p:txBody>
      </p:sp>
      <p:sp>
        <p:nvSpPr>
          <p:cNvPr id="48" name="Line 22"/>
          <p:cNvSpPr>
            <a:spLocks noChangeShapeType="1"/>
          </p:cNvSpPr>
          <p:nvPr/>
        </p:nvSpPr>
        <p:spPr bwMode="auto">
          <a:xfrm flipV="1">
            <a:off x="2389759" y="2099001"/>
            <a:ext cx="2436707" cy="11460"/>
          </a:xfrm>
          <a:prstGeom prst="line">
            <a:avLst/>
          </a:prstGeom>
          <a:noFill/>
          <a:ln w="28575">
            <a:solidFill>
              <a:srgbClr val="0000FF"/>
            </a:solidFill>
            <a:prstDash val="sysDot"/>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grpSp>
        <p:nvGrpSpPr>
          <p:cNvPr id="44" name="Group 43"/>
          <p:cNvGrpSpPr/>
          <p:nvPr/>
        </p:nvGrpSpPr>
        <p:grpSpPr>
          <a:xfrm>
            <a:off x="1685545" y="1834665"/>
            <a:ext cx="1440159" cy="525097"/>
            <a:chOff x="7020272" y="5280167"/>
            <a:chExt cx="1440159" cy="525097"/>
          </a:xfrm>
        </p:grpSpPr>
        <p:sp>
          <p:nvSpPr>
            <p:cNvPr id="45" name="Rounded Rectangle 44"/>
            <p:cNvSpPr/>
            <p:nvPr/>
          </p:nvSpPr>
          <p:spPr bwMode="auto">
            <a:xfrm>
              <a:off x="7020272" y="5280167"/>
              <a:ext cx="1368152" cy="525097"/>
            </a:xfrm>
            <a:prstGeom prst="roundRect">
              <a:avLst/>
            </a:prstGeom>
            <a:solidFill>
              <a:srgbClr val="FFFFCC"/>
            </a:solidFill>
            <a:ln w="9525" cap="flat" cmpd="sng" algn="ctr">
              <a:solidFill>
                <a:srgbClr val="0000FF"/>
              </a:solidFill>
              <a:prstDash val="solid"/>
              <a:round/>
              <a:headEnd type="none" w="med" len="med"/>
              <a:tailEnd type="triangle" w="med" len="med"/>
            </a:ln>
            <a:effectLst/>
          </p:spPr>
          <p:txBody>
            <a:bodyPr vert="horz" wrap="square" lIns="90000" tIns="46800" rIns="90000" bIns="468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a-DK" sz="2000" b="0" i="0" u="none" strike="noStrike" cap="none" normalizeH="0" baseline="0">
                <a:ln>
                  <a:noFill/>
                </a:ln>
                <a:solidFill>
                  <a:srgbClr val="A50021"/>
                </a:solidFill>
                <a:effectLst/>
                <a:latin typeface="Arial" charset="0"/>
              </a:endParaRPr>
            </a:p>
          </p:txBody>
        </p:sp>
        <p:sp>
          <p:nvSpPr>
            <p:cNvPr id="46" name="Text Box 21"/>
            <p:cNvSpPr txBox="1">
              <a:spLocks noChangeArrowheads="1"/>
            </p:cNvSpPr>
            <p:nvPr/>
          </p:nvSpPr>
          <p:spPr bwMode="auto">
            <a:xfrm>
              <a:off x="7164288" y="5373438"/>
              <a:ext cx="129614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da-DK" altLang="da-DK" sz="1600" b="1" dirty="0">
                  <a:solidFill>
                    <a:srgbClr val="0000FF"/>
                  </a:solidFill>
                </a:rPr>
                <a:t>Method A</a:t>
              </a:r>
              <a:endParaRPr lang="da-DK" altLang="da-DK" sz="1400" b="1" dirty="0">
                <a:solidFill>
                  <a:srgbClr val="0000FF"/>
                </a:solidFill>
              </a:endParaRPr>
            </a:p>
          </p:txBody>
        </p:sp>
      </p:grpSp>
    </p:spTree>
    <p:extLst>
      <p:ext uri="{BB962C8B-B14F-4D97-AF65-F5344CB8AC3E}">
        <p14:creationId xmlns:p14="http://schemas.microsoft.com/office/powerpoint/2010/main" val="255567925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5" grpId="0"/>
      <p:bldP spid="30" grpId="0" animBg="1"/>
      <p:bldP spid="39" grpId="0" animBg="1"/>
      <p:bldP spid="4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Group 34"/>
          <p:cNvGrpSpPr/>
          <p:nvPr/>
        </p:nvGrpSpPr>
        <p:grpSpPr>
          <a:xfrm>
            <a:off x="5348178" y="2204864"/>
            <a:ext cx="2471625" cy="1190008"/>
            <a:chOff x="5350650" y="2500846"/>
            <a:chExt cx="2471625" cy="1190008"/>
          </a:xfrm>
        </p:grpSpPr>
        <p:pic>
          <p:nvPicPr>
            <p:cNvPr id="36" name="Picture 35"/>
            <p:cNvPicPr>
              <a:picLocks noChangeAspect="1"/>
            </p:cNvPicPr>
            <p:nvPr/>
          </p:nvPicPr>
          <p:blipFill rotWithShape="1">
            <a:blip r:embed="rId3">
              <a:extLst>
                <a:ext uri="{28A0092B-C50C-407E-A947-70E740481C1C}">
                  <a14:useLocalDpi xmlns:a14="http://schemas.microsoft.com/office/drawing/2010/main" val="0"/>
                </a:ext>
              </a:extLst>
            </a:blip>
            <a:srcRect l="1" r="45994" b="56251"/>
            <a:stretch/>
          </p:blipFill>
          <p:spPr>
            <a:xfrm>
              <a:off x="5350650" y="2500846"/>
              <a:ext cx="2471625" cy="1190008"/>
            </a:xfrm>
            <a:prstGeom prst="rect">
              <a:avLst/>
            </a:prstGeom>
            <a:solidFill>
              <a:schemeClr val="bg1"/>
            </a:solidFill>
          </p:spPr>
        </p:pic>
        <p:sp>
          <p:nvSpPr>
            <p:cNvPr id="37" name="Rectangle 28"/>
            <p:cNvSpPr>
              <a:spLocks noChangeArrowheads="1"/>
            </p:cNvSpPr>
            <p:nvPr/>
          </p:nvSpPr>
          <p:spPr bwMode="auto">
            <a:xfrm>
              <a:off x="6942173" y="3379446"/>
              <a:ext cx="622409" cy="186713"/>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38" name="Rectangle 28"/>
            <p:cNvSpPr>
              <a:spLocks noChangeArrowheads="1"/>
            </p:cNvSpPr>
            <p:nvPr/>
          </p:nvSpPr>
          <p:spPr bwMode="auto">
            <a:xfrm>
              <a:off x="5645311" y="3367307"/>
              <a:ext cx="356478" cy="207166"/>
            </a:xfrm>
            <a:prstGeom prst="rect">
              <a:avLst/>
            </a:prstGeom>
            <a:noFill/>
            <a:ln w="25400">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39" name="Rectangle 38"/>
            <p:cNvSpPr>
              <a:spLocks noChangeArrowheads="1"/>
            </p:cNvSpPr>
            <p:nvPr/>
          </p:nvSpPr>
          <p:spPr bwMode="auto">
            <a:xfrm>
              <a:off x="6182944" y="2611904"/>
              <a:ext cx="691681" cy="189485"/>
            </a:xfrm>
            <a:prstGeom prst="rect">
              <a:avLst/>
            </a:prstGeom>
            <a:noFill/>
            <a:ln w="25400">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grpSp>
      <p:sp>
        <p:nvSpPr>
          <p:cNvPr id="18434" name="Title 1"/>
          <p:cNvSpPr>
            <a:spLocks noGrp="1"/>
          </p:cNvSpPr>
          <p:nvPr>
            <p:ph type="title"/>
          </p:nvPr>
        </p:nvSpPr>
        <p:spPr>
          <a:xfrm>
            <a:off x="467544" y="260648"/>
            <a:ext cx="8568952" cy="682625"/>
          </a:xfrm>
        </p:spPr>
        <p:txBody>
          <a:bodyPr/>
          <a:lstStyle/>
          <a:p>
            <a:r>
              <a:rPr lang="da-DK" altLang="da-DK" sz="3200" dirty="0" err="1">
                <a:ea typeface="ＭＳ Ｐゴシック" pitchFamily="34" charset="-128"/>
              </a:rPr>
              <a:t>Throwable</a:t>
            </a:r>
            <a:endParaRPr lang="da-DK" altLang="da-DK" sz="3200" dirty="0">
              <a:ea typeface="ＭＳ Ｐゴシック" pitchFamily="34" charset="-128"/>
            </a:endParaRPr>
          </a:p>
        </p:txBody>
      </p:sp>
      <p:sp>
        <p:nvSpPr>
          <p:cNvPr id="2" name="Slide Number Placeholder 1"/>
          <p:cNvSpPr>
            <a:spLocks noGrp="1"/>
          </p:cNvSpPr>
          <p:nvPr>
            <p:ph type="sldNum" sz="quarter" idx="4294967295"/>
          </p:nvPr>
        </p:nvSpPr>
        <p:spPr>
          <a:xfrm>
            <a:off x="8518647" y="6395350"/>
            <a:ext cx="611560" cy="457200"/>
          </a:xfrm>
          <a:prstGeom prst="rect">
            <a:avLst/>
          </a:prstGeom>
        </p:spPr>
        <p:txBody>
          <a:bodyPr/>
          <a:lstStyle/>
          <a:p>
            <a:pPr>
              <a:defRPr/>
            </a:pPr>
            <a:fld id="{2CA5836E-6711-417F-AF48-31ACC3CF4030}" type="slidenum">
              <a:rPr lang="da-DK" altLang="da-DK" smtClean="0"/>
              <a:pPr>
                <a:defRPr/>
              </a:pPr>
              <a:t>9</a:t>
            </a:fld>
            <a:endParaRPr lang="da-DK" altLang="da-DK" dirty="0"/>
          </a:p>
        </p:txBody>
      </p:sp>
      <p:sp>
        <p:nvSpPr>
          <p:cNvPr id="24" name="Rectangle 3"/>
          <p:cNvSpPr txBox="1">
            <a:spLocks noChangeArrowheads="1"/>
          </p:cNvSpPr>
          <p:nvPr/>
        </p:nvSpPr>
        <p:spPr bwMode="auto">
          <a:xfrm>
            <a:off x="561401" y="1025343"/>
            <a:ext cx="8568806" cy="1067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pPr marL="342900" lvl="1" indent="-342900">
              <a:spcBef>
                <a:spcPts val="1200"/>
              </a:spcBef>
              <a:buChar char="•"/>
            </a:pPr>
            <a:r>
              <a:rPr lang="da-DK" altLang="da-DK" b="1" dirty="0">
                <a:solidFill>
                  <a:srgbClr val="A50021"/>
                </a:solidFill>
                <a:ea typeface="ＭＳ Ｐゴシック" pitchFamily="34" charset="-128"/>
                <a:cs typeface="ＭＳ Ｐゴシック" pitchFamily="-106" charset="-128"/>
              </a:rPr>
              <a:t>Alle exceptions er en subtype af </a:t>
            </a:r>
            <a:r>
              <a:rPr lang="da-DK" altLang="da-DK" b="1" dirty="0">
                <a:solidFill>
                  <a:srgbClr val="008000"/>
                </a:solidFill>
                <a:ea typeface="ＭＳ Ｐゴシック" pitchFamily="34" charset="-128"/>
                <a:cs typeface="ＭＳ Ｐゴシック" pitchFamily="-106" charset="-128"/>
              </a:rPr>
              <a:t>Exception</a:t>
            </a:r>
            <a:r>
              <a:rPr lang="da-DK" altLang="da-DK" b="1" dirty="0">
                <a:solidFill>
                  <a:srgbClr val="A50021"/>
                </a:solidFill>
                <a:ea typeface="ＭＳ Ｐゴシック" pitchFamily="34" charset="-128"/>
                <a:cs typeface="ＭＳ Ｐゴシック" pitchFamily="-106" charset="-128"/>
              </a:rPr>
              <a:t> klassen</a:t>
            </a:r>
          </a:p>
          <a:p>
            <a:pPr lvl="1">
              <a:spcBef>
                <a:spcPts val="600"/>
              </a:spcBef>
            </a:pPr>
            <a:r>
              <a:rPr lang="da-DK" altLang="da-DK" sz="1800" b="1" dirty="0" err="1">
                <a:solidFill>
                  <a:srgbClr val="008000"/>
                </a:solidFill>
                <a:ea typeface="ＭＳ Ｐゴシック" pitchFamily="34" charset="-128"/>
              </a:rPr>
              <a:t>Error</a:t>
            </a:r>
            <a:r>
              <a:rPr lang="da-DK" altLang="da-DK" sz="1800" dirty="0" err="1">
                <a:ea typeface="ＭＳ Ｐゴシック" pitchFamily="34" charset="-128"/>
              </a:rPr>
              <a:t>’s</a:t>
            </a:r>
            <a:r>
              <a:rPr lang="da-DK" altLang="da-DK" sz="1800" dirty="0">
                <a:ea typeface="ＭＳ Ｐゴシック" pitchFamily="34" charset="-128"/>
              </a:rPr>
              <a:t> er alvorlige runtime-fejl fejl, som et program ikke med fornuft kan forsøge at overleve, f.eks. </a:t>
            </a:r>
            <a:r>
              <a:rPr lang="en-US" sz="1800" dirty="0" err="1">
                <a:ea typeface="ＭＳ Ｐゴシック" pitchFamily="34" charset="-128"/>
              </a:rPr>
              <a:t>AWTError</a:t>
            </a:r>
            <a:r>
              <a:rPr lang="en-US" sz="1800" dirty="0">
                <a:ea typeface="ＭＳ Ｐゴシック" pitchFamily="34" charset="-128"/>
              </a:rPr>
              <a:t>, </a:t>
            </a:r>
            <a:r>
              <a:rPr lang="en-US" sz="1800" dirty="0" err="1">
                <a:ea typeface="ＭＳ Ｐゴシック" pitchFamily="34" charset="-128"/>
              </a:rPr>
              <a:t>IOError</a:t>
            </a:r>
            <a:r>
              <a:rPr lang="en-US" sz="1800" dirty="0">
                <a:ea typeface="ＭＳ Ｐゴシック" pitchFamily="34" charset="-128"/>
              </a:rPr>
              <a:t>, </a:t>
            </a:r>
            <a:r>
              <a:rPr lang="en-US" sz="1800" dirty="0" err="1">
                <a:ea typeface="ＭＳ Ｐゴシック" pitchFamily="34" charset="-128"/>
              </a:rPr>
              <a:t>VirtualMachineError</a:t>
            </a:r>
            <a:r>
              <a:rPr lang="en-US" sz="1800" dirty="0">
                <a:ea typeface="ＭＳ Ｐゴシック" pitchFamily="34" charset="-128"/>
              </a:rPr>
              <a:t>, AssertionError, </a:t>
            </a:r>
            <a:r>
              <a:rPr lang="en-US" sz="1800" dirty="0" err="1">
                <a:ea typeface="ＭＳ Ｐゴシック" pitchFamily="34" charset="-128"/>
              </a:rPr>
              <a:t>osv</a:t>
            </a:r>
            <a:endParaRPr lang="en-US" sz="1800" dirty="0">
              <a:ea typeface="ＭＳ Ｐゴシック" pitchFamily="34" charset="-128"/>
            </a:endParaRPr>
          </a:p>
        </p:txBody>
      </p:sp>
      <p:sp>
        <p:nvSpPr>
          <p:cNvPr id="28" name="Rectangle 3"/>
          <p:cNvSpPr txBox="1">
            <a:spLocks noChangeArrowheads="1"/>
          </p:cNvSpPr>
          <p:nvPr/>
        </p:nvSpPr>
        <p:spPr bwMode="auto">
          <a:xfrm>
            <a:off x="539345" y="2546974"/>
            <a:ext cx="4627929" cy="1964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pPr>
              <a:spcBef>
                <a:spcPts val="1200"/>
              </a:spcBef>
            </a:pPr>
            <a:r>
              <a:rPr lang="da-DK" altLang="da-DK" sz="2000" dirty="0">
                <a:ea typeface="ＭＳ Ｐゴシック" pitchFamily="34" charset="-128"/>
              </a:rPr>
              <a:t>Der er to slags exceptions</a:t>
            </a:r>
          </a:p>
          <a:p>
            <a:pPr lvl="1">
              <a:spcBef>
                <a:spcPts val="600"/>
              </a:spcBef>
            </a:pPr>
            <a:r>
              <a:rPr lang="da-DK" altLang="da-DK" sz="1800" b="1" dirty="0" err="1">
                <a:solidFill>
                  <a:srgbClr val="008000"/>
                </a:solidFill>
                <a:ea typeface="ＭＳ Ｐゴシック" pitchFamily="34" charset="-128"/>
              </a:rPr>
              <a:t>Checked</a:t>
            </a:r>
            <a:r>
              <a:rPr lang="da-DK" altLang="da-DK" sz="1800" dirty="0">
                <a:ea typeface="ＭＳ Ｐゴシック" pitchFamily="34" charset="-128"/>
              </a:rPr>
              <a:t> exceptions tjekkes af oversætteren, som kontrollerer, at de </a:t>
            </a:r>
            <a:r>
              <a:rPr lang="da-DK" altLang="da-DK" sz="1800" b="1" dirty="0">
                <a:solidFill>
                  <a:srgbClr val="008000"/>
                </a:solidFill>
                <a:ea typeface="ＭＳ Ｐゴシック" pitchFamily="34" charset="-128"/>
              </a:rPr>
              <a:t>håndteres</a:t>
            </a:r>
            <a:r>
              <a:rPr lang="da-DK" altLang="da-DK" sz="1800" dirty="0">
                <a:ea typeface="ＭＳ Ｐゴシック" pitchFamily="34" charset="-128"/>
              </a:rPr>
              <a:t> på kaldsstedet</a:t>
            </a:r>
            <a:endParaRPr lang="da-DK" altLang="da-DK" sz="1800" b="1" dirty="0">
              <a:solidFill>
                <a:srgbClr val="A50021"/>
              </a:solidFill>
              <a:ea typeface="ＭＳ Ｐゴシック" pitchFamily="34" charset="-128"/>
              <a:cs typeface="ＭＳ Ｐゴシック" pitchFamily="-106" charset="-128"/>
            </a:endParaRPr>
          </a:p>
          <a:p>
            <a:pPr lvl="1">
              <a:spcBef>
                <a:spcPts val="600"/>
              </a:spcBef>
            </a:pPr>
            <a:r>
              <a:rPr lang="da-DK" altLang="da-DK" sz="1800" b="1" dirty="0" err="1">
                <a:solidFill>
                  <a:srgbClr val="008000"/>
                </a:solidFill>
                <a:ea typeface="ＭＳ Ｐゴシック" pitchFamily="34" charset="-128"/>
              </a:rPr>
              <a:t>Unchecked</a:t>
            </a:r>
            <a:r>
              <a:rPr lang="da-DK" altLang="da-DK" sz="1800" dirty="0">
                <a:ea typeface="ＭＳ Ｐゴシック" pitchFamily="34" charset="-128"/>
              </a:rPr>
              <a:t> exceptions (og Errors) er oversætteren ligeglad med</a:t>
            </a:r>
          </a:p>
        </p:txBody>
      </p:sp>
      <p:grpSp>
        <p:nvGrpSpPr>
          <p:cNvPr id="22" name="Group 21"/>
          <p:cNvGrpSpPr/>
          <p:nvPr/>
        </p:nvGrpSpPr>
        <p:grpSpPr>
          <a:xfrm>
            <a:off x="5348082" y="2633065"/>
            <a:ext cx="3417917" cy="2337705"/>
            <a:chOff x="5348082" y="2922655"/>
            <a:chExt cx="3417917" cy="2337705"/>
          </a:xfrm>
        </p:grpSpPr>
        <p:grpSp>
          <p:nvGrpSpPr>
            <p:cNvPr id="20" name="Group 19"/>
            <p:cNvGrpSpPr/>
            <p:nvPr/>
          </p:nvGrpSpPr>
          <p:grpSpPr>
            <a:xfrm>
              <a:off x="5348082" y="2922655"/>
              <a:ext cx="3417917" cy="2337705"/>
              <a:chOff x="5348082" y="2922655"/>
              <a:chExt cx="3417917" cy="2337705"/>
            </a:xfrm>
          </p:grpSpPr>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t="41374" r="25757"/>
              <a:stretch/>
            </p:blipFill>
            <p:spPr>
              <a:xfrm>
                <a:off x="5348082" y="3617077"/>
                <a:ext cx="3397814" cy="1594662"/>
              </a:xfrm>
              <a:prstGeom prst="rect">
                <a:avLst/>
              </a:prstGeom>
              <a:solidFill>
                <a:schemeClr val="bg1"/>
              </a:solidFill>
            </p:spPr>
          </p:pic>
          <p:sp>
            <p:nvSpPr>
              <p:cNvPr id="17" name="Text Box 21"/>
              <p:cNvSpPr txBox="1">
                <a:spLocks noChangeArrowheads="1"/>
              </p:cNvSpPr>
              <p:nvPr/>
            </p:nvSpPr>
            <p:spPr bwMode="auto">
              <a:xfrm>
                <a:off x="7172517" y="2922655"/>
                <a:ext cx="908489" cy="253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da-DK" altLang="da-DK" sz="1050" b="1" dirty="0">
                    <a:solidFill>
                      <a:srgbClr val="FF0000"/>
                    </a:solidFill>
                  </a:rPr>
                  <a:t>Checked</a:t>
                </a:r>
              </a:p>
            </p:txBody>
          </p:sp>
          <p:sp>
            <p:nvSpPr>
              <p:cNvPr id="18" name="Text Box 21"/>
              <p:cNvSpPr txBox="1">
                <a:spLocks noChangeArrowheads="1"/>
              </p:cNvSpPr>
              <p:nvPr/>
            </p:nvSpPr>
            <p:spPr bwMode="auto">
              <a:xfrm>
                <a:off x="7795940" y="3664540"/>
                <a:ext cx="952523" cy="253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da-DK" altLang="da-DK" sz="1050" b="1" dirty="0">
                    <a:solidFill>
                      <a:srgbClr val="0000FF"/>
                    </a:solidFill>
                  </a:rPr>
                  <a:t>Unchecked</a:t>
                </a:r>
              </a:p>
            </p:txBody>
          </p:sp>
          <p:sp>
            <p:nvSpPr>
              <p:cNvPr id="10" name="Text Box 21"/>
              <p:cNvSpPr txBox="1">
                <a:spLocks noChangeArrowheads="1"/>
              </p:cNvSpPr>
              <p:nvPr/>
            </p:nvSpPr>
            <p:spPr bwMode="auto">
              <a:xfrm>
                <a:off x="5883206" y="4140714"/>
                <a:ext cx="1199547" cy="216982"/>
              </a:xfrm>
              <a:prstGeom prst="rect">
                <a:avLst/>
              </a:prstGeom>
              <a:solidFill>
                <a:schemeClr val="bg1"/>
              </a:solidFill>
              <a:ln>
                <a:noFill/>
              </a:ln>
            </p:spPr>
            <p:txBody>
              <a:bodyPr wrap="square" lIns="0" rIns="0">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algn="ctr" eaLnBrk="1" hangingPunct="1">
                  <a:lnSpc>
                    <a:spcPct val="90000"/>
                  </a:lnSpc>
                  <a:spcBef>
                    <a:spcPct val="50000"/>
                  </a:spcBef>
                  <a:buFontTx/>
                  <a:buNone/>
                </a:pPr>
                <a:r>
                  <a:rPr lang="da-DK" altLang="da-DK" sz="900" dirty="0" err="1">
                    <a:solidFill>
                      <a:schemeClr val="tx1"/>
                    </a:solidFill>
                  </a:rPr>
                  <a:t>CheckedException</a:t>
                </a:r>
                <a:endParaRPr lang="da-DK" altLang="da-DK" sz="900" dirty="0">
                  <a:solidFill>
                    <a:schemeClr val="tx1"/>
                  </a:solidFill>
                </a:endParaRPr>
              </a:p>
            </p:txBody>
          </p:sp>
          <p:sp>
            <p:nvSpPr>
              <p:cNvPr id="11" name="Text Box 21"/>
              <p:cNvSpPr txBox="1">
                <a:spLocks noChangeArrowheads="1"/>
              </p:cNvSpPr>
              <p:nvPr/>
            </p:nvSpPr>
            <p:spPr bwMode="auto">
              <a:xfrm>
                <a:off x="6775444" y="4895796"/>
                <a:ext cx="1353521" cy="216982"/>
              </a:xfrm>
              <a:prstGeom prst="rect">
                <a:avLst/>
              </a:prstGeom>
              <a:solidFill>
                <a:schemeClr val="bg1"/>
              </a:solidFill>
              <a:ln>
                <a:noFill/>
              </a:ln>
            </p:spPr>
            <p:txBody>
              <a:bodyPr wrap="square" lIns="0" rIns="0">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algn="ctr" eaLnBrk="1" hangingPunct="1">
                  <a:lnSpc>
                    <a:spcPct val="90000"/>
                  </a:lnSpc>
                  <a:spcBef>
                    <a:spcPct val="50000"/>
                  </a:spcBef>
                  <a:buFontTx/>
                  <a:buNone/>
                </a:pPr>
                <a:r>
                  <a:rPr lang="da-DK" altLang="da-DK" sz="900" dirty="0" err="1">
                    <a:solidFill>
                      <a:schemeClr val="tx1"/>
                    </a:solidFill>
                  </a:rPr>
                  <a:t>UncheckedException</a:t>
                </a:r>
                <a:endParaRPr lang="da-DK" altLang="da-DK" sz="900" dirty="0">
                  <a:solidFill>
                    <a:schemeClr val="tx1"/>
                  </a:solidFill>
                </a:endParaRPr>
              </a:p>
            </p:txBody>
          </p:sp>
          <p:sp>
            <p:nvSpPr>
              <p:cNvPr id="13" name="Oval 12"/>
              <p:cNvSpPr/>
              <p:nvPr/>
            </p:nvSpPr>
            <p:spPr bwMode="auto">
              <a:xfrm rot="19323327">
                <a:off x="5649503" y="3430032"/>
                <a:ext cx="2261592" cy="982457"/>
              </a:xfrm>
              <a:prstGeom prst="ellipse">
                <a:avLst/>
              </a:prstGeom>
              <a:noFill/>
              <a:ln w="19050" cap="flat" cmpd="sng" algn="ctr">
                <a:solidFill>
                  <a:srgbClr val="FF0000"/>
                </a:solidFill>
                <a:prstDash val="solid"/>
                <a:round/>
                <a:headEnd type="none" w="med" len="med"/>
                <a:tailEnd type="triangle" w="med" len="med"/>
              </a:ln>
              <a:effectLst/>
            </p:spPr>
            <p:txBody>
              <a:bodyPr vert="horz" wrap="square" lIns="90000" tIns="46800" rIns="90000" bIns="468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a-DK" sz="2000" b="0" i="0" u="none" strike="noStrike" cap="none" normalizeH="0" baseline="0">
                  <a:ln>
                    <a:noFill/>
                  </a:ln>
                  <a:solidFill>
                    <a:srgbClr val="A50021"/>
                  </a:solidFill>
                  <a:effectLst/>
                  <a:latin typeface="Arial" charset="0"/>
                </a:endParaRPr>
              </a:p>
            </p:txBody>
          </p:sp>
          <p:sp>
            <p:nvSpPr>
              <p:cNvPr id="15" name="Oval 14"/>
              <p:cNvSpPr/>
              <p:nvPr/>
            </p:nvSpPr>
            <p:spPr bwMode="auto">
              <a:xfrm rot="19361746">
                <a:off x="6666783" y="4107650"/>
                <a:ext cx="2099216" cy="1152710"/>
              </a:xfrm>
              <a:prstGeom prst="ellipse">
                <a:avLst/>
              </a:prstGeom>
              <a:noFill/>
              <a:ln w="19050" cap="flat" cmpd="sng" algn="ctr">
                <a:solidFill>
                  <a:srgbClr val="0000FF"/>
                </a:solidFill>
                <a:prstDash val="solid"/>
                <a:round/>
                <a:headEnd type="none" w="med" len="med"/>
                <a:tailEnd type="triangle" w="med" len="med"/>
              </a:ln>
              <a:effectLst/>
            </p:spPr>
            <p:txBody>
              <a:bodyPr vert="horz" wrap="square" lIns="90000" tIns="46800" rIns="90000" bIns="468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a-DK" sz="2000" b="0" i="0" u="none" strike="noStrike" cap="none" normalizeH="0" baseline="0">
                  <a:ln>
                    <a:noFill/>
                  </a:ln>
                  <a:solidFill>
                    <a:srgbClr val="0000FF"/>
                  </a:solidFill>
                  <a:effectLst/>
                  <a:latin typeface="Arial" charset="0"/>
                </a:endParaRPr>
              </a:p>
            </p:txBody>
          </p:sp>
        </p:grpSp>
        <p:sp>
          <p:nvSpPr>
            <p:cNvPr id="29" name="Rectangle 28"/>
            <p:cNvSpPr>
              <a:spLocks noChangeArrowheads="1"/>
            </p:cNvSpPr>
            <p:nvPr/>
          </p:nvSpPr>
          <p:spPr bwMode="auto">
            <a:xfrm>
              <a:off x="7535148" y="4146987"/>
              <a:ext cx="1026961" cy="192257"/>
            </a:xfrm>
            <a:prstGeom prst="rect">
              <a:avLst/>
            </a:prstGeom>
            <a:noFill/>
            <a:ln w="254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grpSp>
      <p:sp>
        <p:nvSpPr>
          <p:cNvPr id="23" name="Rectangle 3"/>
          <p:cNvSpPr txBox="1">
            <a:spLocks noChangeArrowheads="1"/>
          </p:cNvSpPr>
          <p:nvPr/>
        </p:nvSpPr>
        <p:spPr bwMode="auto">
          <a:xfrm>
            <a:off x="589665" y="4707214"/>
            <a:ext cx="7928982" cy="189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pPr marL="342900" lvl="1" indent="-342900">
              <a:spcBef>
                <a:spcPts val="1200"/>
              </a:spcBef>
              <a:buChar char="•"/>
            </a:pPr>
            <a:r>
              <a:rPr lang="da-DK" altLang="da-DK" b="1" dirty="0">
                <a:solidFill>
                  <a:srgbClr val="A50021"/>
                </a:solidFill>
                <a:ea typeface="ＭＳ Ｐゴシック" pitchFamily="34" charset="-128"/>
                <a:cs typeface="ＭＳ Ｐゴシック" pitchFamily="-106" charset="-128"/>
              </a:rPr>
              <a:t>RuntimeException og dens subklasser</a:t>
            </a:r>
            <a:br>
              <a:rPr lang="da-DK" altLang="da-DK" b="1" dirty="0">
                <a:solidFill>
                  <a:srgbClr val="A50021"/>
                </a:solidFill>
                <a:ea typeface="ＭＳ Ｐゴシック" pitchFamily="34" charset="-128"/>
                <a:cs typeface="ＭＳ Ｐゴシック" pitchFamily="-106" charset="-128"/>
              </a:rPr>
            </a:br>
            <a:r>
              <a:rPr lang="da-DK" altLang="da-DK" b="1" dirty="0">
                <a:solidFill>
                  <a:srgbClr val="A50021"/>
                </a:solidFill>
                <a:ea typeface="ＭＳ Ｐゴシック" pitchFamily="34" charset="-128"/>
                <a:cs typeface="ＭＳ Ｐゴシック" pitchFamily="-106" charset="-128"/>
              </a:rPr>
              <a:t>er </a:t>
            </a:r>
            <a:r>
              <a:rPr lang="da-DK" altLang="da-DK" b="1" dirty="0">
                <a:solidFill>
                  <a:srgbClr val="008000"/>
                </a:solidFill>
                <a:ea typeface="ＭＳ Ｐゴシック" pitchFamily="34" charset="-128"/>
                <a:cs typeface="ＭＳ Ｐゴシック" pitchFamily="-106" charset="-128"/>
              </a:rPr>
              <a:t>unchecked</a:t>
            </a:r>
            <a:r>
              <a:rPr lang="da-DK" altLang="da-DK" b="1" dirty="0">
                <a:solidFill>
                  <a:srgbClr val="A50021"/>
                </a:solidFill>
                <a:ea typeface="ＭＳ Ｐゴシック" pitchFamily="34" charset="-128"/>
                <a:cs typeface="ＭＳ Ｐゴシック" pitchFamily="-106" charset="-128"/>
              </a:rPr>
              <a:t> exceptions</a:t>
            </a:r>
          </a:p>
          <a:p>
            <a:pPr lvl="1">
              <a:spcBef>
                <a:spcPts val="600"/>
              </a:spcBef>
            </a:pPr>
            <a:r>
              <a:rPr lang="da-DK" altLang="da-DK" sz="1800" dirty="0">
                <a:ea typeface="ＭＳ Ｐゴシック" pitchFamily="34" charset="-128"/>
              </a:rPr>
              <a:t>Alle andre exceptions er </a:t>
            </a:r>
            <a:r>
              <a:rPr lang="da-DK" altLang="da-DK" sz="1800" b="1" spc="-60" dirty="0">
                <a:solidFill>
                  <a:srgbClr val="008000"/>
                </a:solidFill>
                <a:ea typeface="ＭＳ Ｐゴシック" pitchFamily="34" charset="-128"/>
              </a:rPr>
              <a:t>checked</a:t>
            </a:r>
            <a:endParaRPr lang="da-DK" altLang="da-DK" sz="1800" spc="-60" dirty="0">
              <a:ea typeface="ＭＳ Ｐゴシック" pitchFamily="34" charset="-128"/>
            </a:endParaRPr>
          </a:p>
          <a:p>
            <a:pPr marL="342900" lvl="1" indent="-342900">
              <a:spcBef>
                <a:spcPts val="1800"/>
              </a:spcBef>
              <a:buChar char="•"/>
            </a:pPr>
            <a:r>
              <a:rPr lang="da-DK" altLang="da-DK" b="1" dirty="0">
                <a:solidFill>
                  <a:srgbClr val="A50021"/>
                </a:solidFill>
                <a:ea typeface="ＭＳ Ｐゴシック" pitchFamily="34" charset="-128"/>
                <a:cs typeface="ＭＳ Ｐゴシック" pitchFamily="-106" charset="-128"/>
              </a:rPr>
              <a:t>Alle de exceptions, I har set indtil nu, har været </a:t>
            </a:r>
            <a:r>
              <a:rPr lang="da-DK" altLang="da-DK" b="1" dirty="0">
                <a:solidFill>
                  <a:srgbClr val="008000"/>
                </a:solidFill>
                <a:ea typeface="ＭＳ Ｐゴシック" pitchFamily="34" charset="-128"/>
                <a:cs typeface="ＭＳ Ｐゴシック" pitchFamily="-106" charset="-128"/>
              </a:rPr>
              <a:t>unchecked</a:t>
            </a:r>
          </a:p>
          <a:p>
            <a:pPr lvl="1">
              <a:spcBef>
                <a:spcPts val="600"/>
              </a:spcBef>
            </a:pPr>
            <a:r>
              <a:rPr lang="da-DK" altLang="da-DK" sz="1800" dirty="0">
                <a:ea typeface="ＭＳ Ｐゴシック" pitchFamily="34" charset="-128"/>
              </a:rPr>
              <a:t>Ellers ville oversætteren have krævet, at I håndterede dem</a:t>
            </a:r>
          </a:p>
        </p:txBody>
      </p:sp>
    </p:spTree>
    <p:extLst>
      <p:ext uri="{BB962C8B-B14F-4D97-AF65-F5344CB8AC3E}">
        <p14:creationId xmlns:p14="http://schemas.microsoft.com/office/powerpoint/2010/main" val="59218491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67544" y="260648"/>
            <a:ext cx="8676456" cy="682625"/>
          </a:xfrm>
        </p:spPr>
        <p:txBody>
          <a:bodyPr/>
          <a:lstStyle/>
          <a:p>
            <a:r>
              <a:rPr lang="da-DK" altLang="da-DK" sz="3200" dirty="0">
                <a:ea typeface="ＭＳ Ｐゴシック" pitchFamily="34" charset="-128"/>
              </a:rPr>
              <a:t>Unchecked versus checked exceptions</a:t>
            </a:r>
          </a:p>
        </p:txBody>
      </p:sp>
      <p:sp>
        <p:nvSpPr>
          <p:cNvPr id="2" name="Slide Number Placeholder 1"/>
          <p:cNvSpPr>
            <a:spLocks noGrp="1"/>
          </p:cNvSpPr>
          <p:nvPr>
            <p:ph type="sldNum" sz="quarter" idx="4294967295"/>
          </p:nvPr>
        </p:nvSpPr>
        <p:spPr>
          <a:xfrm>
            <a:off x="8532440" y="6400800"/>
            <a:ext cx="611560" cy="457200"/>
          </a:xfrm>
          <a:prstGeom prst="rect">
            <a:avLst/>
          </a:prstGeom>
        </p:spPr>
        <p:txBody>
          <a:bodyPr/>
          <a:lstStyle/>
          <a:p>
            <a:pPr>
              <a:defRPr/>
            </a:pPr>
            <a:fld id="{2CA5836E-6711-417F-AF48-31ACC3CF4030}" type="slidenum">
              <a:rPr lang="da-DK" altLang="da-DK" smtClean="0"/>
              <a:pPr>
                <a:defRPr/>
              </a:pPr>
              <a:t>10</a:t>
            </a:fld>
            <a:endParaRPr lang="da-DK" altLang="da-DK" dirty="0"/>
          </a:p>
        </p:txBody>
      </p:sp>
      <p:sp>
        <p:nvSpPr>
          <p:cNvPr id="4" name="Rectangle 3"/>
          <p:cNvSpPr txBox="1">
            <a:spLocks noChangeArrowheads="1"/>
          </p:cNvSpPr>
          <p:nvPr/>
        </p:nvSpPr>
        <p:spPr bwMode="auto">
          <a:xfrm>
            <a:off x="481079" y="1061050"/>
            <a:ext cx="8513291" cy="5705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pPr marL="342900" lvl="1" indent="-342900">
              <a:spcBef>
                <a:spcPts val="1200"/>
              </a:spcBef>
              <a:buChar char="•"/>
            </a:pPr>
            <a:r>
              <a:rPr lang="da-DK" altLang="da-DK" b="1" dirty="0">
                <a:solidFill>
                  <a:srgbClr val="008000"/>
                </a:solidFill>
                <a:ea typeface="ＭＳ Ｐゴシック" pitchFamily="34" charset="-128"/>
                <a:cs typeface="ＭＳ Ｐゴシック" pitchFamily="-106" charset="-128"/>
              </a:rPr>
              <a:t>Unchecked</a:t>
            </a:r>
            <a:r>
              <a:rPr lang="da-DK" altLang="da-DK" b="1" dirty="0">
                <a:solidFill>
                  <a:srgbClr val="A50021"/>
                </a:solidFill>
                <a:ea typeface="ＭＳ Ｐゴシック" pitchFamily="34" charset="-128"/>
                <a:cs typeface="ＭＳ Ｐゴシック" pitchFamily="-106" charset="-128"/>
              </a:rPr>
              <a:t> exceptions bruges i situationer, hvor fejlen bør føre til, at programmet stopper</a:t>
            </a:r>
          </a:p>
          <a:p>
            <a:pPr lvl="1">
              <a:spcBef>
                <a:spcPts val="600"/>
              </a:spcBef>
            </a:pPr>
            <a:r>
              <a:rPr lang="da-DK" altLang="da-DK" sz="1800" dirty="0">
                <a:ea typeface="ＭＳ Ｐゴシック" pitchFamily="34" charset="-128"/>
              </a:rPr>
              <a:t>Typisk fordi programmøren har lavet en logisk fejl, såsom at dividere med nul, kalde en metode på en variabel, der har værdien null, eller tilgå et element som ikke eksisterer (i en arrayliste eller et array)</a:t>
            </a:r>
          </a:p>
          <a:p>
            <a:pPr lvl="1">
              <a:spcBef>
                <a:spcPts val="600"/>
              </a:spcBef>
            </a:pPr>
            <a:r>
              <a:rPr lang="da-DK" altLang="da-DK" sz="1800" dirty="0">
                <a:ea typeface="ＭＳ Ｐゴシック" pitchFamily="34" charset="-128"/>
              </a:rPr>
              <a:t>Sådanne fejl kan undgås – </a:t>
            </a:r>
            <a:r>
              <a:rPr lang="da-DK" altLang="da-DK" sz="1800" spc="-50" dirty="0">
                <a:ea typeface="ＭＳ Ｐゴシック" pitchFamily="34" charset="-128"/>
              </a:rPr>
              <a:t>hvis programmøren er kompetent og omhyggelig</a:t>
            </a:r>
          </a:p>
          <a:p>
            <a:pPr marL="342900" lvl="1" indent="-342900">
              <a:spcBef>
                <a:spcPts val="1200"/>
              </a:spcBef>
              <a:buChar char="•"/>
            </a:pPr>
            <a:r>
              <a:rPr lang="da-DK" altLang="da-DK" b="1" dirty="0">
                <a:solidFill>
                  <a:srgbClr val="008000"/>
                </a:solidFill>
                <a:ea typeface="ＭＳ Ｐゴシック" pitchFamily="34" charset="-128"/>
                <a:cs typeface="ＭＳ Ｐゴシック" pitchFamily="-106" charset="-128"/>
              </a:rPr>
              <a:t>Checked</a:t>
            </a:r>
            <a:r>
              <a:rPr lang="da-DK" altLang="da-DK" b="1" dirty="0">
                <a:solidFill>
                  <a:srgbClr val="A50021"/>
                </a:solidFill>
                <a:ea typeface="ＭＳ Ｐゴシック" pitchFamily="34" charset="-128"/>
                <a:cs typeface="ＭＳ Ｐゴシック" pitchFamily="-106" charset="-128"/>
              </a:rPr>
              <a:t> exceptions bruges i situationer, hvor</a:t>
            </a:r>
          </a:p>
          <a:p>
            <a:pPr lvl="1">
              <a:spcBef>
                <a:spcPts val="600"/>
              </a:spcBef>
            </a:pPr>
            <a:r>
              <a:rPr lang="da-DK" altLang="da-DK" sz="1800" dirty="0">
                <a:ea typeface="ＭＳ Ｐゴシック" pitchFamily="34" charset="-128"/>
              </a:rPr>
              <a:t>fejlen </a:t>
            </a:r>
            <a:r>
              <a:rPr lang="da-DK" altLang="da-DK" sz="1800" b="1" dirty="0">
                <a:solidFill>
                  <a:srgbClr val="008000"/>
                </a:solidFill>
                <a:ea typeface="ＭＳ Ｐゴシック" pitchFamily="34" charset="-128"/>
              </a:rPr>
              <a:t>ikke</a:t>
            </a:r>
            <a:r>
              <a:rPr lang="da-DK" altLang="da-DK" sz="1800" dirty="0">
                <a:ea typeface="ＭＳ Ｐゴシック" pitchFamily="34" charset="-128"/>
              </a:rPr>
              <a:t> skyldes dårligt programmørarbejde, og</a:t>
            </a:r>
          </a:p>
          <a:p>
            <a:pPr lvl="1">
              <a:spcBef>
                <a:spcPts val="600"/>
              </a:spcBef>
            </a:pPr>
            <a:r>
              <a:rPr lang="da-DK" altLang="da-DK" sz="1800" dirty="0">
                <a:ea typeface="ＭＳ Ｐゴシック" pitchFamily="34" charset="-128"/>
              </a:rPr>
              <a:t>det giver mening, at den kaldende metode forsøger at reparere fejlen</a:t>
            </a:r>
          </a:p>
          <a:p>
            <a:pPr marL="342900" lvl="1" indent="-342900">
              <a:spcBef>
                <a:spcPts val="1200"/>
              </a:spcBef>
              <a:buChar char="•"/>
            </a:pPr>
            <a:r>
              <a:rPr lang="da-DK" altLang="da-DK" b="1" dirty="0">
                <a:solidFill>
                  <a:srgbClr val="A50021"/>
                </a:solidFill>
                <a:ea typeface="ＭＳ Ｐゴシック" pitchFamily="34" charset="-128"/>
                <a:cs typeface="ＭＳ Ｐゴシック" pitchFamily="-106" charset="-128"/>
              </a:rPr>
              <a:t>Checked exceptions bruges bl.a. i forbindelse med</a:t>
            </a:r>
            <a:r>
              <a:rPr lang="da-DK" altLang="da-DK" b="1" dirty="0">
                <a:solidFill>
                  <a:srgbClr val="C00000"/>
                </a:solidFill>
                <a:ea typeface="ＭＳ Ｐゴシック" pitchFamily="34" charset="-128"/>
                <a:cs typeface="ＭＳ Ｐゴシック" pitchFamily="-106" charset="-128"/>
              </a:rPr>
              <a:t> </a:t>
            </a:r>
            <a:r>
              <a:rPr lang="da-DK" altLang="da-DK" b="1" dirty="0">
                <a:solidFill>
                  <a:srgbClr val="008000"/>
                </a:solidFill>
                <a:ea typeface="ＭＳ Ｐゴシック" pitchFamily="34" charset="-128"/>
                <a:cs typeface="ＭＳ Ｐゴシック" pitchFamily="-106" charset="-128"/>
              </a:rPr>
              <a:t>input/output</a:t>
            </a:r>
          </a:p>
          <a:p>
            <a:pPr lvl="1">
              <a:spcBef>
                <a:spcPts val="600"/>
              </a:spcBef>
            </a:pPr>
            <a:r>
              <a:rPr lang="da-DK" altLang="da-DK" sz="1800" dirty="0">
                <a:ea typeface="ＭＳ Ｐゴシック" pitchFamily="34" charset="-128"/>
              </a:rPr>
              <a:t>Hvis brugeren har angivet et filnavn, som ikke eksisterer, kan man lade</a:t>
            </a:r>
            <a:br>
              <a:rPr lang="da-DK" altLang="da-DK" sz="1800" dirty="0">
                <a:ea typeface="ＭＳ Ｐゴシック" pitchFamily="34" charset="-128"/>
              </a:rPr>
            </a:br>
            <a:r>
              <a:rPr lang="da-DK" altLang="da-DK" sz="1800" dirty="0">
                <a:ea typeface="ＭＳ Ｐゴシック" pitchFamily="34" charset="-128"/>
              </a:rPr>
              <a:t>brugeren vælge/indtaste et nyt</a:t>
            </a:r>
          </a:p>
          <a:p>
            <a:pPr lvl="1">
              <a:spcBef>
                <a:spcPts val="600"/>
              </a:spcBef>
            </a:pPr>
            <a:r>
              <a:rPr lang="da-DK" altLang="da-DK" sz="1800" spc="-50" dirty="0">
                <a:ea typeface="ＭＳ Ｐゴシック" pitchFamily="34" charset="-128"/>
              </a:rPr>
              <a:t>Hvis systemet ikke kan skrive en fil, fordi brugeren har manglende permissions eller disken er fuld, kan man lade brugeren angive et nyt sted at placere filen</a:t>
            </a:r>
          </a:p>
          <a:p>
            <a:pPr marL="342900" lvl="1" indent="-342900">
              <a:spcBef>
                <a:spcPts val="1200"/>
              </a:spcBef>
              <a:buChar char="•"/>
            </a:pPr>
            <a:r>
              <a:rPr lang="da-DK" altLang="da-DK" b="1" dirty="0">
                <a:solidFill>
                  <a:srgbClr val="A50021"/>
                </a:solidFill>
                <a:ea typeface="ＭＳ Ｐゴシック" pitchFamily="34" charset="-128"/>
                <a:cs typeface="ＭＳ Ｐゴシック" pitchFamily="-106" charset="-128"/>
              </a:rPr>
              <a:t>Programmøren kan</a:t>
            </a:r>
            <a:r>
              <a:rPr lang="da-DK" altLang="da-DK" b="1" dirty="0">
                <a:solidFill>
                  <a:srgbClr val="C00000"/>
                </a:solidFill>
                <a:ea typeface="ＭＳ Ｐゴシック" pitchFamily="34" charset="-128"/>
                <a:cs typeface="ＭＳ Ｐゴシック" pitchFamily="-106" charset="-128"/>
              </a:rPr>
              <a:t> </a:t>
            </a:r>
            <a:r>
              <a:rPr lang="da-DK" altLang="da-DK" b="1" dirty="0">
                <a:solidFill>
                  <a:srgbClr val="008000"/>
                </a:solidFill>
                <a:ea typeface="ＭＳ Ｐゴシック" pitchFamily="34" charset="-128"/>
                <a:cs typeface="ＭＳ Ｐゴシック" pitchFamily="-106" charset="-128"/>
              </a:rPr>
              <a:t>ikke</a:t>
            </a:r>
            <a:r>
              <a:rPr lang="da-DK" altLang="da-DK" b="1" dirty="0">
                <a:solidFill>
                  <a:srgbClr val="C00000"/>
                </a:solidFill>
                <a:ea typeface="ＭＳ Ｐゴシック" pitchFamily="34" charset="-128"/>
                <a:cs typeface="ＭＳ Ｐゴシック" pitchFamily="-106" charset="-128"/>
              </a:rPr>
              <a:t> </a:t>
            </a:r>
            <a:r>
              <a:rPr lang="da-DK" altLang="da-DK" b="1" dirty="0">
                <a:solidFill>
                  <a:srgbClr val="A50021"/>
                </a:solidFill>
                <a:ea typeface="ＭＳ Ｐゴシック" pitchFamily="34" charset="-128"/>
                <a:cs typeface="ＭＳ Ｐゴシック" pitchFamily="-106" charset="-128"/>
              </a:rPr>
              <a:t>undgå, at den slags fejl opstår</a:t>
            </a:r>
          </a:p>
          <a:p>
            <a:pPr lvl="1">
              <a:spcBef>
                <a:spcPts val="600"/>
              </a:spcBef>
            </a:pPr>
            <a:r>
              <a:rPr lang="da-DK" altLang="da-DK" sz="1800" dirty="0">
                <a:ea typeface="ＭＳ Ｐゴシック" pitchFamily="34" charset="-128"/>
              </a:rPr>
              <a:t>Men hun kan forudse dem og specificere, hvordan de skal håndteres</a:t>
            </a:r>
          </a:p>
        </p:txBody>
      </p:sp>
    </p:spTree>
    <p:extLst>
      <p:ext uri="{BB962C8B-B14F-4D97-AF65-F5344CB8AC3E}">
        <p14:creationId xmlns:p14="http://schemas.microsoft.com/office/powerpoint/2010/main" val="3438781952"/>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67544" y="260648"/>
            <a:ext cx="8676456" cy="682625"/>
          </a:xfrm>
        </p:spPr>
        <p:txBody>
          <a:bodyPr/>
          <a:lstStyle/>
          <a:p>
            <a:r>
              <a:rPr lang="da-DK" altLang="da-DK" sz="3200" dirty="0">
                <a:ea typeface="ＭＳ Ｐゴシック" pitchFamily="34" charset="-128"/>
              </a:rPr>
              <a:t>Når en exception kastes</a:t>
            </a:r>
          </a:p>
        </p:txBody>
      </p:sp>
      <p:sp>
        <p:nvSpPr>
          <p:cNvPr id="2" name="Slide Number Placeholder 1"/>
          <p:cNvSpPr>
            <a:spLocks noGrp="1"/>
          </p:cNvSpPr>
          <p:nvPr>
            <p:ph type="sldNum" sz="quarter" idx="4294967295"/>
          </p:nvPr>
        </p:nvSpPr>
        <p:spPr>
          <a:xfrm>
            <a:off x="8532440" y="6400800"/>
            <a:ext cx="611560" cy="457200"/>
          </a:xfrm>
          <a:prstGeom prst="rect">
            <a:avLst/>
          </a:prstGeom>
        </p:spPr>
        <p:txBody>
          <a:bodyPr/>
          <a:lstStyle/>
          <a:p>
            <a:pPr>
              <a:defRPr/>
            </a:pPr>
            <a:fld id="{2CA5836E-6711-417F-AF48-31ACC3CF4030}" type="slidenum">
              <a:rPr lang="da-DK" altLang="da-DK" smtClean="0"/>
              <a:pPr>
                <a:defRPr/>
              </a:pPr>
              <a:t>11</a:t>
            </a:fld>
            <a:endParaRPr lang="da-DK" altLang="da-DK" dirty="0"/>
          </a:p>
        </p:txBody>
      </p:sp>
      <p:sp>
        <p:nvSpPr>
          <p:cNvPr id="4" name="Rectangle 3"/>
          <p:cNvSpPr txBox="1">
            <a:spLocks noChangeArrowheads="1"/>
          </p:cNvSpPr>
          <p:nvPr/>
        </p:nvSpPr>
        <p:spPr bwMode="auto">
          <a:xfrm>
            <a:off x="489393" y="1052736"/>
            <a:ext cx="8403088" cy="751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pPr marL="342900" lvl="1" indent="-342900">
              <a:spcBef>
                <a:spcPts val="1200"/>
              </a:spcBef>
              <a:buChar char="•"/>
            </a:pPr>
            <a:r>
              <a:rPr lang="da-DK" altLang="da-DK" b="1" dirty="0">
                <a:solidFill>
                  <a:srgbClr val="A50021"/>
                </a:solidFill>
                <a:ea typeface="ＭＳ Ｐゴシック" pitchFamily="34" charset="-128"/>
                <a:cs typeface="ＭＳ Ｐゴシック" pitchFamily="-106" charset="-128"/>
              </a:rPr>
              <a:t>Metoden (der kaster en exception) stopper øjeblikkeligt</a:t>
            </a:r>
          </a:p>
          <a:p>
            <a:pPr lvl="1">
              <a:spcBef>
                <a:spcPts val="400"/>
              </a:spcBef>
              <a:buFontTx/>
              <a:buChar char="–"/>
            </a:pPr>
            <a:r>
              <a:rPr lang="da-DK" altLang="da-DK" sz="1800" spc="-30" dirty="0">
                <a:ea typeface="ＭＳ Ｐゴシック" pitchFamily="34" charset="-128"/>
              </a:rPr>
              <a:t>Efter en throw sætningen udfører metoden ikke flere sætninger (statements)</a:t>
            </a:r>
          </a:p>
          <a:p>
            <a:pPr marL="342900" lvl="1" indent="-342900">
              <a:spcBef>
                <a:spcPts val="1200"/>
              </a:spcBef>
              <a:buChar char="•"/>
            </a:pPr>
            <a:endParaRPr lang="da-DK" altLang="da-DK" b="1" dirty="0">
              <a:solidFill>
                <a:srgbClr val="A50021"/>
              </a:solidFill>
              <a:ea typeface="ＭＳ Ｐゴシック" pitchFamily="34" charset="-128"/>
              <a:cs typeface="ＭＳ Ｐゴシック" pitchFamily="-106" charset="-128"/>
            </a:endParaRPr>
          </a:p>
        </p:txBody>
      </p:sp>
      <p:sp>
        <p:nvSpPr>
          <p:cNvPr id="9" name="Text Box 4"/>
          <p:cNvSpPr txBox="1">
            <a:spLocks noChangeArrowheads="1"/>
          </p:cNvSpPr>
          <p:nvPr/>
        </p:nvSpPr>
        <p:spPr bwMode="auto">
          <a:xfrm>
            <a:off x="959934" y="1906558"/>
            <a:ext cx="5472608" cy="3153813"/>
          </a:xfrm>
          <a:prstGeom prst="rect">
            <a:avLst/>
          </a:prstGeom>
          <a:solidFill>
            <a:srgbClr val="FFFFCC"/>
          </a:solidFill>
          <a:ln w="28575">
            <a:solidFill>
              <a:srgbClr val="0000FF"/>
            </a:solidFill>
            <a:miter lim="800000"/>
            <a:headEnd/>
            <a:tailEnd/>
          </a:ln>
        </p:spPr>
        <p:txBody>
          <a:bodyPr wrap="square" lIns="90000" tIns="46800" rIns="90000" bIns="46800">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eaLnBrk="1" hangingPunct="1"/>
            <a:r>
              <a:rPr lang="en-US" altLang="da-DK" sz="1600" b="1" dirty="0">
                <a:solidFill>
                  <a:srgbClr val="7030A0"/>
                </a:solidFill>
                <a:latin typeface="Courier New" pitchFamily="49" charset="0"/>
              </a:rPr>
              <a:t>public</a:t>
            </a:r>
            <a:r>
              <a:rPr lang="en-US" altLang="da-DK" sz="1600" b="1" dirty="0">
                <a:solidFill>
                  <a:schemeClr val="tx1"/>
                </a:solidFill>
                <a:latin typeface="Courier New" pitchFamily="49" charset="0"/>
              </a:rPr>
              <a:t> </a:t>
            </a:r>
            <a:r>
              <a:rPr lang="en-US" altLang="da-DK" sz="1600" b="1" dirty="0" err="1">
                <a:solidFill>
                  <a:srgbClr val="FF0000"/>
                </a:solidFill>
                <a:latin typeface="Courier New" pitchFamily="49" charset="0"/>
              </a:rPr>
              <a:t>boolean</a:t>
            </a:r>
            <a:r>
              <a:rPr lang="en-US" altLang="da-DK" sz="1600" b="1" dirty="0">
                <a:solidFill>
                  <a:srgbClr val="FF0000"/>
                </a:solidFill>
                <a:latin typeface="Courier New" pitchFamily="49" charset="0"/>
              </a:rPr>
              <a:t> </a:t>
            </a:r>
            <a:r>
              <a:rPr lang="en-US" altLang="da-DK" sz="1600" b="1" dirty="0" err="1">
                <a:solidFill>
                  <a:schemeClr val="tx1"/>
                </a:solidFill>
                <a:latin typeface="Courier New" pitchFamily="49" charset="0"/>
              </a:rPr>
              <a:t>removeDetails</a:t>
            </a:r>
            <a:r>
              <a:rPr lang="en-US" altLang="da-DK" sz="1600" b="1" dirty="0">
                <a:solidFill>
                  <a:schemeClr val="tx1"/>
                </a:solidFill>
                <a:latin typeface="Courier New" pitchFamily="49" charset="0"/>
              </a:rPr>
              <a:t>(String key) {</a:t>
            </a:r>
          </a:p>
          <a:p>
            <a:pPr eaLnBrk="1" hangingPunct="1">
              <a:spcBef>
                <a:spcPts val="600"/>
              </a:spcBef>
            </a:pPr>
            <a:r>
              <a:rPr lang="en-US" altLang="da-DK" sz="1600" b="1" dirty="0">
                <a:solidFill>
                  <a:schemeClr val="tx1"/>
                </a:solidFill>
                <a:latin typeface="Courier New" pitchFamily="49" charset="0"/>
              </a:rPr>
              <a:t>  </a:t>
            </a:r>
            <a:r>
              <a:rPr lang="en-US" altLang="da-DK" sz="1600" b="1" dirty="0">
                <a:solidFill>
                  <a:srgbClr val="7030A0"/>
                </a:solidFill>
                <a:latin typeface="Courier New" pitchFamily="49" charset="0"/>
              </a:rPr>
              <a:t>if</a:t>
            </a:r>
            <a:r>
              <a:rPr lang="en-US" altLang="da-DK" sz="1600" b="1" dirty="0">
                <a:solidFill>
                  <a:schemeClr val="tx1"/>
                </a:solidFill>
                <a:latin typeface="Courier New" pitchFamily="49" charset="0"/>
              </a:rPr>
              <a:t>(key == </a:t>
            </a:r>
            <a:r>
              <a:rPr lang="en-US" altLang="da-DK" sz="1600" b="1" dirty="0">
                <a:solidFill>
                  <a:srgbClr val="0070C0"/>
                </a:solidFill>
                <a:latin typeface="Courier New" pitchFamily="49" charset="0"/>
              </a:rPr>
              <a:t>null</a:t>
            </a:r>
            <a:r>
              <a:rPr lang="en-US" altLang="da-DK" sz="1600" b="1" dirty="0">
                <a:solidFill>
                  <a:schemeClr val="tx1"/>
                </a:solidFill>
                <a:latin typeface="Courier New" pitchFamily="49" charset="0"/>
              </a:rPr>
              <a:t>){</a:t>
            </a:r>
          </a:p>
          <a:p>
            <a:pPr eaLnBrk="1" hangingPunct="1"/>
            <a:r>
              <a:rPr lang="en-US" altLang="da-DK" sz="1600" b="1" dirty="0">
                <a:solidFill>
                  <a:schemeClr val="tx1"/>
                </a:solidFill>
                <a:latin typeface="Courier New" pitchFamily="49" charset="0"/>
              </a:rPr>
              <a:t>    </a:t>
            </a:r>
            <a:r>
              <a:rPr lang="en-US" altLang="da-DK" sz="1600" b="1" spc="-100" dirty="0">
                <a:solidFill>
                  <a:srgbClr val="7030A0"/>
                </a:solidFill>
                <a:latin typeface="Courier New" pitchFamily="49" charset="0"/>
              </a:rPr>
              <a:t>throw new</a:t>
            </a:r>
            <a:r>
              <a:rPr lang="en-US" altLang="da-DK" sz="1600" b="1" spc="-100" dirty="0">
                <a:solidFill>
                  <a:schemeClr val="tx1"/>
                </a:solidFill>
                <a:latin typeface="Courier New" pitchFamily="49" charset="0"/>
              </a:rPr>
              <a:t> </a:t>
            </a:r>
            <a:r>
              <a:rPr lang="en-US" altLang="da-DK" sz="1600" b="1" spc="-100" dirty="0" err="1">
                <a:solidFill>
                  <a:schemeClr val="tx1"/>
                </a:solidFill>
                <a:latin typeface="Courier New" pitchFamily="49" charset="0"/>
              </a:rPr>
              <a:t>IllegalArgumentException</a:t>
            </a:r>
            <a:r>
              <a:rPr lang="en-US" altLang="da-DK" sz="1600" b="1" spc="-100" dirty="0">
                <a:solidFill>
                  <a:schemeClr val="tx1"/>
                </a:solidFill>
                <a:latin typeface="Courier New" pitchFamily="49" charset="0"/>
              </a:rPr>
              <a:t>(</a:t>
            </a:r>
          </a:p>
          <a:p>
            <a:pPr eaLnBrk="1" hangingPunct="1"/>
            <a:r>
              <a:rPr lang="en-US" altLang="da-DK" sz="1600" b="1" spc="-100" dirty="0">
                <a:solidFill>
                  <a:schemeClr val="tx1"/>
                </a:solidFill>
                <a:latin typeface="Courier New" pitchFamily="49" charset="0"/>
              </a:rPr>
              <a:t>                 </a:t>
            </a:r>
            <a:r>
              <a:rPr lang="en-US" altLang="da-DK" sz="1600" b="1" spc="-100" dirty="0">
                <a:solidFill>
                  <a:srgbClr val="008000"/>
                </a:solidFill>
                <a:latin typeface="Courier New" pitchFamily="49" charset="0"/>
              </a:rPr>
              <a:t>"Null key in removeDetails"</a:t>
            </a:r>
            <a:r>
              <a:rPr lang="en-US" altLang="da-DK" sz="1600" b="1" spc="-100" dirty="0">
                <a:solidFill>
                  <a:schemeClr val="tx1"/>
                </a:solidFill>
                <a:latin typeface="Courier New" pitchFamily="49" charset="0"/>
              </a:rPr>
              <a:t>);</a:t>
            </a:r>
          </a:p>
          <a:p>
            <a:pPr eaLnBrk="1" hangingPunct="1">
              <a:lnSpc>
                <a:spcPct val="70000"/>
              </a:lnSpc>
            </a:pPr>
            <a:r>
              <a:rPr lang="en-US" altLang="da-DK" sz="1600" b="1" dirty="0">
                <a:solidFill>
                  <a:schemeClr val="tx1"/>
                </a:solidFill>
                <a:latin typeface="Courier New" pitchFamily="49" charset="0"/>
              </a:rPr>
              <a:t>  }</a:t>
            </a:r>
          </a:p>
          <a:p>
            <a:pPr eaLnBrk="1" hangingPunct="1">
              <a:spcBef>
                <a:spcPts val="600"/>
              </a:spcBef>
            </a:pPr>
            <a:r>
              <a:rPr lang="en-US" altLang="da-DK" sz="1600" b="1" dirty="0">
                <a:solidFill>
                  <a:schemeClr val="tx1"/>
                </a:solidFill>
                <a:latin typeface="Courier New" pitchFamily="49" charset="0"/>
              </a:rPr>
              <a:t>  </a:t>
            </a:r>
            <a:r>
              <a:rPr lang="en-US" altLang="da-DK" sz="1600" b="1" dirty="0">
                <a:solidFill>
                  <a:srgbClr val="7030A0"/>
                </a:solidFill>
                <a:latin typeface="Courier New" pitchFamily="49" charset="0"/>
              </a:rPr>
              <a:t>if</a:t>
            </a:r>
            <a:r>
              <a:rPr lang="en-US" altLang="da-DK" sz="1600" b="1" dirty="0">
                <a:solidFill>
                  <a:schemeClr val="tx1"/>
                </a:solidFill>
                <a:latin typeface="Courier New" pitchFamily="49" charset="0"/>
              </a:rPr>
              <a:t>(</a:t>
            </a:r>
            <a:r>
              <a:rPr lang="en-US" altLang="da-DK" sz="800" b="1" dirty="0">
                <a:solidFill>
                  <a:schemeClr val="tx1"/>
                </a:solidFill>
                <a:latin typeface="Courier New" pitchFamily="49" charset="0"/>
              </a:rPr>
              <a:t> </a:t>
            </a:r>
            <a:r>
              <a:rPr lang="en-US" altLang="da-DK" sz="1600" b="1" dirty="0" err="1">
                <a:solidFill>
                  <a:schemeClr val="tx1"/>
                </a:solidFill>
                <a:latin typeface="Courier New" pitchFamily="49" charset="0"/>
              </a:rPr>
              <a:t>keyInUse</a:t>
            </a:r>
            <a:r>
              <a:rPr lang="en-US" altLang="da-DK" sz="1600" b="1" dirty="0">
                <a:solidFill>
                  <a:schemeClr val="tx1"/>
                </a:solidFill>
                <a:latin typeface="Courier New" pitchFamily="49" charset="0"/>
              </a:rPr>
              <a:t>(key)</a:t>
            </a:r>
            <a:r>
              <a:rPr lang="en-US" altLang="da-DK" sz="800" b="1" dirty="0">
                <a:solidFill>
                  <a:schemeClr val="tx1"/>
                </a:solidFill>
                <a:latin typeface="Courier New" pitchFamily="49" charset="0"/>
              </a:rPr>
              <a:t> </a:t>
            </a:r>
            <a:r>
              <a:rPr lang="en-US" altLang="da-DK" sz="1600" b="1" dirty="0">
                <a:solidFill>
                  <a:schemeClr val="tx1"/>
                </a:solidFill>
                <a:latin typeface="Courier New" pitchFamily="49" charset="0"/>
              </a:rPr>
              <a:t>) {</a:t>
            </a:r>
          </a:p>
          <a:p>
            <a:pPr eaLnBrk="1" hangingPunct="1"/>
            <a:r>
              <a:rPr lang="en-US" altLang="da-DK" sz="1600" b="1" dirty="0">
                <a:solidFill>
                  <a:schemeClr val="tx1"/>
                </a:solidFill>
                <a:latin typeface="Courier New" pitchFamily="49" charset="0"/>
              </a:rPr>
              <a:t>    ...</a:t>
            </a:r>
          </a:p>
          <a:p>
            <a:pPr eaLnBrk="1" hangingPunct="1"/>
            <a:r>
              <a:rPr lang="en-US" altLang="da-DK" sz="1600" b="1" dirty="0">
                <a:solidFill>
                  <a:schemeClr val="tx1"/>
                </a:solidFill>
                <a:latin typeface="Courier New" pitchFamily="49" charset="0"/>
              </a:rPr>
              <a:t>    </a:t>
            </a:r>
            <a:r>
              <a:rPr lang="en-US" altLang="da-DK" sz="1600" b="1" dirty="0">
                <a:solidFill>
                  <a:srgbClr val="7030A0"/>
                </a:solidFill>
                <a:latin typeface="Courier New" pitchFamily="49" charset="0"/>
              </a:rPr>
              <a:t>return</a:t>
            </a:r>
            <a:r>
              <a:rPr lang="en-US" altLang="da-DK" sz="1600" b="1" dirty="0">
                <a:solidFill>
                  <a:schemeClr val="tx1"/>
                </a:solidFill>
                <a:latin typeface="Courier New" pitchFamily="49" charset="0"/>
              </a:rPr>
              <a:t> </a:t>
            </a:r>
            <a:r>
              <a:rPr lang="en-US" altLang="da-DK" sz="1600" b="1" dirty="0">
                <a:solidFill>
                  <a:srgbClr val="0070C0"/>
                </a:solidFill>
                <a:latin typeface="Courier New" pitchFamily="49" charset="0"/>
              </a:rPr>
              <a:t>true</a:t>
            </a:r>
            <a:r>
              <a:rPr lang="en-US" altLang="da-DK" sz="1600" b="1" dirty="0">
                <a:solidFill>
                  <a:schemeClr val="tx1"/>
                </a:solidFill>
                <a:latin typeface="Courier New" pitchFamily="49" charset="0"/>
              </a:rPr>
              <a:t>;</a:t>
            </a:r>
          </a:p>
          <a:p>
            <a:pPr eaLnBrk="1" hangingPunct="1">
              <a:lnSpc>
                <a:spcPct val="70000"/>
              </a:lnSpc>
            </a:pPr>
            <a:r>
              <a:rPr lang="en-US" altLang="da-DK" sz="1600" b="1" dirty="0">
                <a:solidFill>
                  <a:schemeClr val="tx1"/>
                </a:solidFill>
                <a:latin typeface="Courier New" pitchFamily="49" charset="0"/>
              </a:rPr>
              <a:t>  }</a:t>
            </a:r>
          </a:p>
          <a:p>
            <a:pPr eaLnBrk="1" hangingPunct="1"/>
            <a:r>
              <a:rPr lang="en-US" altLang="da-DK" sz="1600" b="1" dirty="0">
                <a:solidFill>
                  <a:schemeClr val="tx1"/>
                </a:solidFill>
                <a:latin typeface="Courier New" pitchFamily="49" charset="0"/>
              </a:rPr>
              <a:t>  else {</a:t>
            </a:r>
          </a:p>
          <a:p>
            <a:pPr eaLnBrk="1" hangingPunct="1"/>
            <a:r>
              <a:rPr lang="en-US" altLang="da-DK" sz="1600" b="1" dirty="0">
                <a:solidFill>
                  <a:schemeClr val="tx1"/>
                </a:solidFill>
                <a:latin typeface="Courier New" pitchFamily="49" charset="0"/>
              </a:rPr>
              <a:t>    </a:t>
            </a:r>
            <a:r>
              <a:rPr lang="en-US" altLang="da-DK" sz="1600" b="1" dirty="0">
                <a:solidFill>
                  <a:srgbClr val="7030A0"/>
                </a:solidFill>
                <a:latin typeface="Courier New" pitchFamily="49" charset="0"/>
              </a:rPr>
              <a:t>return</a:t>
            </a:r>
            <a:r>
              <a:rPr lang="en-US" altLang="da-DK" sz="1600" b="1" dirty="0">
                <a:solidFill>
                  <a:srgbClr val="6699FF"/>
                </a:solidFill>
                <a:latin typeface="Courier New" pitchFamily="49" charset="0"/>
              </a:rPr>
              <a:t> </a:t>
            </a:r>
            <a:r>
              <a:rPr lang="en-US" altLang="da-DK" sz="1600" b="1" dirty="0">
                <a:solidFill>
                  <a:srgbClr val="0070C0"/>
                </a:solidFill>
                <a:latin typeface="Courier New" pitchFamily="49" charset="0"/>
              </a:rPr>
              <a:t>false</a:t>
            </a:r>
            <a:r>
              <a:rPr lang="en-US" altLang="da-DK" sz="1600" b="1" dirty="0">
                <a:solidFill>
                  <a:schemeClr val="tx1"/>
                </a:solidFill>
                <a:latin typeface="Courier New" pitchFamily="49" charset="0"/>
              </a:rPr>
              <a:t>;</a:t>
            </a:r>
          </a:p>
          <a:p>
            <a:pPr eaLnBrk="1" hangingPunct="1">
              <a:lnSpc>
                <a:spcPct val="70000"/>
              </a:lnSpc>
            </a:pPr>
            <a:r>
              <a:rPr lang="en-US" altLang="da-DK" sz="1600" b="1" dirty="0">
                <a:solidFill>
                  <a:schemeClr val="tx1"/>
                </a:solidFill>
                <a:latin typeface="Courier New" pitchFamily="49" charset="0"/>
              </a:rPr>
              <a:t>  }</a:t>
            </a:r>
          </a:p>
          <a:p>
            <a:pPr eaLnBrk="1" hangingPunct="1">
              <a:lnSpc>
                <a:spcPct val="70000"/>
              </a:lnSpc>
            </a:pPr>
            <a:r>
              <a:rPr lang="en-US" altLang="da-DK" sz="1600" b="1" dirty="0">
                <a:solidFill>
                  <a:schemeClr val="tx1"/>
                </a:solidFill>
                <a:latin typeface="Courier New" pitchFamily="49" charset="0"/>
              </a:rPr>
              <a:t>}</a:t>
            </a:r>
            <a:endParaRPr lang="da-DK" altLang="da-DK" sz="1600" b="1" dirty="0">
              <a:solidFill>
                <a:schemeClr val="tx1"/>
              </a:solidFill>
              <a:latin typeface="Courier New" pitchFamily="49" charset="0"/>
            </a:endParaRPr>
          </a:p>
        </p:txBody>
      </p:sp>
      <p:sp>
        <p:nvSpPr>
          <p:cNvPr id="7" name="Rectangle 3"/>
          <p:cNvSpPr txBox="1">
            <a:spLocks noChangeArrowheads="1"/>
          </p:cNvSpPr>
          <p:nvPr/>
        </p:nvSpPr>
        <p:spPr bwMode="auto">
          <a:xfrm>
            <a:off x="489393" y="5225649"/>
            <a:ext cx="8259071" cy="13717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pPr marL="342900" lvl="1" indent="-342900">
              <a:spcBef>
                <a:spcPts val="900"/>
              </a:spcBef>
              <a:buChar char="•"/>
            </a:pPr>
            <a:r>
              <a:rPr lang="da-DK" altLang="da-DK" b="1" dirty="0">
                <a:solidFill>
                  <a:srgbClr val="A50021"/>
                </a:solidFill>
                <a:ea typeface="ＭＳ Ｐゴシック" pitchFamily="34" charset="-128"/>
                <a:cs typeface="ＭＳ Ｐゴシック" pitchFamily="-106" charset="-128"/>
              </a:rPr>
              <a:t>Hvis der kastes en exception returnere metoden ikke et resultat</a:t>
            </a:r>
          </a:p>
          <a:p>
            <a:pPr lvl="1">
              <a:spcBef>
                <a:spcPts val="400"/>
              </a:spcBef>
            </a:pPr>
            <a:r>
              <a:rPr lang="da-DK" altLang="da-DK" sz="1800" dirty="0">
                <a:ea typeface="ＭＳ Ｐゴシック" pitchFamily="34" charset="-128"/>
              </a:rPr>
              <a:t>Det protesterer oversætteren ikke over</a:t>
            </a:r>
          </a:p>
          <a:p>
            <a:pPr lvl="1">
              <a:spcBef>
                <a:spcPts val="400"/>
              </a:spcBef>
            </a:pPr>
            <a:r>
              <a:rPr lang="da-DK" altLang="da-DK" sz="1800" dirty="0">
                <a:ea typeface="ＭＳ Ｐゴシック" pitchFamily="34" charset="-128"/>
              </a:rPr>
              <a:t>Den vil derimod protestere, hvis der lige efter throw sætningen indsættes en return sætning, idet denne aldrig vil kunne blive udført</a:t>
            </a:r>
          </a:p>
          <a:p>
            <a:pPr lvl="1">
              <a:spcBef>
                <a:spcPts val="600"/>
              </a:spcBef>
            </a:pPr>
            <a:endParaRPr lang="da-DK" altLang="da-DK" sz="1800" dirty="0">
              <a:ea typeface="ＭＳ Ｐゴシック" pitchFamily="34" charset="-128"/>
            </a:endParaRPr>
          </a:p>
        </p:txBody>
      </p:sp>
      <p:sp>
        <p:nvSpPr>
          <p:cNvPr id="8" name="Rectangle 28"/>
          <p:cNvSpPr>
            <a:spLocks noChangeArrowheads="1"/>
          </p:cNvSpPr>
          <p:nvPr/>
        </p:nvSpPr>
        <p:spPr bwMode="auto">
          <a:xfrm>
            <a:off x="1478764" y="2538609"/>
            <a:ext cx="4707170" cy="492141"/>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10" name="Text Box 21"/>
          <p:cNvSpPr txBox="1">
            <a:spLocks noChangeArrowheads="1"/>
          </p:cNvSpPr>
          <p:nvPr/>
        </p:nvSpPr>
        <p:spPr bwMode="auto">
          <a:xfrm>
            <a:off x="4771384" y="4732182"/>
            <a:ext cx="167389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da-DK" altLang="da-DK" sz="1400" b="1" dirty="0">
                <a:solidFill>
                  <a:srgbClr val="008000"/>
                </a:solidFill>
              </a:rPr>
              <a:t>Eksemplet fra før</a:t>
            </a:r>
          </a:p>
        </p:txBody>
      </p:sp>
      <p:sp>
        <p:nvSpPr>
          <p:cNvPr id="11" name="Text Box 21"/>
          <p:cNvSpPr txBox="1">
            <a:spLocks noChangeArrowheads="1"/>
          </p:cNvSpPr>
          <p:nvPr/>
        </p:nvSpPr>
        <p:spPr bwMode="auto">
          <a:xfrm>
            <a:off x="6557498" y="2630262"/>
            <a:ext cx="2522708" cy="1603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ts val="1200"/>
              </a:spcBef>
            </a:pPr>
            <a:r>
              <a:rPr lang="da-DK" altLang="da-DK" sz="1400" b="1" dirty="0">
                <a:solidFill>
                  <a:srgbClr val="FF0000"/>
                </a:solidFill>
              </a:rPr>
              <a:t>Hvis throw sætningen udføres </a:t>
            </a:r>
            <a:r>
              <a:rPr lang="da-DK" altLang="da-DK" sz="1400" b="1" dirty="0">
                <a:solidFill>
                  <a:srgbClr val="008000"/>
                </a:solidFill>
              </a:rPr>
              <a:t>stopper</a:t>
            </a:r>
            <a:r>
              <a:rPr lang="da-DK" altLang="da-DK" sz="1400" b="1" dirty="0">
                <a:solidFill>
                  <a:srgbClr val="FF0000"/>
                </a:solidFill>
              </a:rPr>
              <a:t> udførelsen af </a:t>
            </a:r>
            <a:r>
              <a:rPr lang="da-DK" altLang="da-DK" sz="1400" b="1" dirty="0" err="1">
                <a:solidFill>
                  <a:srgbClr val="FF0000"/>
                </a:solidFill>
              </a:rPr>
              <a:t>removeDetails</a:t>
            </a:r>
            <a:r>
              <a:rPr lang="da-DK" altLang="da-DK" sz="1400" b="1" dirty="0">
                <a:solidFill>
                  <a:srgbClr val="FF0000"/>
                </a:solidFill>
              </a:rPr>
              <a:t> metoden</a:t>
            </a:r>
          </a:p>
          <a:p>
            <a:pPr eaLnBrk="1" hangingPunct="1">
              <a:lnSpc>
                <a:spcPct val="90000"/>
              </a:lnSpc>
              <a:spcBef>
                <a:spcPts val="1200"/>
              </a:spcBef>
            </a:pPr>
            <a:r>
              <a:rPr lang="da-DK" altLang="da-DK" sz="1400" b="1" dirty="0">
                <a:solidFill>
                  <a:srgbClr val="FF0000"/>
                </a:solidFill>
              </a:rPr>
              <a:t>Kontrollen overføres til </a:t>
            </a:r>
            <a:r>
              <a:rPr lang="da-DK" altLang="da-DK" sz="1400" b="1" dirty="0">
                <a:solidFill>
                  <a:srgbClr val="008000"/>
                </a:solidFill>
              </a:rPr>
              <a:t>kaldsstedet</a:t>
            </a:r>
            <a:r>
              <a:rPr lang="da-DK" altLang="da-DK" sz="1400" b="1" dirty="0">
                <a:solidFill>
                  <a:srgbClr val="FF0000"/>
                </a:solidFill>
              </a:rPr>
              <a:t>, som kan gribe den kastede exception og forsøge at ”reparere” fejlen</a:t>
            </a:r>
          </a:p>
        </p:txBody>
      </p:sp>
      <p:sp>
        <p:nvSpPr>
          <p:cNvPr id="12" name="Line 22"/>
          <p:cNvSpPr>
            <a:spLocks noChangeShapeType="1"/>
          </p:cNvSpPr>
          <p:nvPr/>
        </p:nvSpPr>
        <p:spPr bwMode="auto">
          <a:xfrm flipH="1">
            <a:off x="6185933" y="2767040"/>
            <a:ext cx="364066" cy="1"/>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Tree>
    <p:extLst>
      <p:ext uri="{BB962C8B-B14F-4D97-AF65-F5344CB8AC3E}">
        <p14:creationId xmlns:p14="http://schemas.microsoft.com/office/powerpoint/2010/main" val="2551516607"/>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67544" y="260648"/>
            <a:ext cx="8676456" cy="682625"/>
          </a:xfrm>
        </p:spPr>
        <p:txBody>
          <a:bodyPr/>
          <a:lstStyle/>
          <a:p>
            <a:r>
              <a:rPr lang="da-DK" altLang="da-DK" sz="3200" dirty="0">
                <a:ea typeface="ＭＳ Ｐゴシック" pitchFamily="34" charset="-128"/>
              </a:rPr>
              <a:t>Kontrol af parameterværdier</a:t>
            </a:r>
          </a:p>
        </p:txBody>
      </p:sp>
      <p:sp>
        <p:nvSpPr>
          <p:cNvPr id="2" name="Slide Number Placeholder 1"/>
          <p:cNvSpPr>
            <a:spLocks noGrp="1"/>
          </p:cNvSpPr>
          <p:nvPr>
            <p:ph type="sldNum" sz="quarter" idx="4294967295"/>
          </p:nvPr>
        </p:nvSpPr>
        <p:spPr>
          <a:xfrm>
            <a:off x="8532440" y="6400800"/>
            <a:ext cx="611560" cy="457200"/>
          </a:xfrm>
          <a:prstGeom prst="rect">
            <a:avLst/>
          </a:prstGeom>
        </p:spPr>
        <p:txBody>
          <a:bodyPr/>
          <a:lstStyle/>
          <a:p>
            <a:pPr>
              <a:defRPr/>
            </a:pPr>
            <a:fld id="{2CA5836E-6711-417F-AF48-31ACC3CF4030}" type="slidenum">
              <a:rPr lang="da-DK" altLang="da-DK" smtClean="0"/>
              <a:pPr>
                <a:defRPr/>
              </a:pPr>
              <a:t>12</a:t>
            </a:fld>
            <a:endParaRPr lang="da-DK" altLang="da-DK" dirty="0"/>
          </a:p>
        </p:txBody>
      </p:sp>
      <p:sp>
        <p:nvSpPr>
          <p:cNvPr id="4" name="Rectangle 3"/>
          <p:cNvSpPr txBox="1">
            <a:spLocks noChangeArrowheads="1"/>
          </p:cNvSpPr>
          <p:nvPr/>
        </p:nvSpPr>
        <p:spPr bwMode="auto">
          <a:xfrm>
            <a:off x="611560" y="980728"/>
            <a:ext cx="8259071" cy="1923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pPr marL="342900" lvl="1" indent="-342900">
              <a:spcBef>
                <a:spcPts val="1200"/>
              </a:spcBef>
              <a:buChar char="•"/>
            </a:pPr>
            <a:r>
              <a:rPr lang="da-DK" altLang="da-DK" b="1" dirty="0">
                <a:solidFill>
                  <a:srgbClr val="A50021"/>
                </a:solidFill>
                <a:ea typeface="ＭＳ Ｐゴシック" pitchFamily="34" charset="-128"/>
                <a:cs typeface="ＭＳ Ｐゴシック" pitchFamily="-106" charset="-128"/>
              </a:rPr>
              <a:t>Unchecked exceptions bruges ofte til at standse programmet, hvis der anvendes en ulovlig parameterværdi</a:t>
            </a:r>
          </a:p>
          <a:p>
            <a:pPr lvl="1">
              <a:spcBef>
                <a:spcPts val="400"/>
              </a:spcBef>
            </a:pPr>
            <a:r>
              <a:rPr lang="da-DK" altLang="da-DK" sz="1800" dirty="0">
                <a:ea typeface="ＭＳ Ｐゴシック" pitchFamily="34" charset="-128"/>
              </a:rPr>
              <a:t>Der gøres intet forsøg på at gribe den kastede exception, hvilket betyder at programmet standser</a:t>
            </a:r>
          </a:p>
          <a:p>
            <a:pPr lvl="1">
              <a:spcBef>
                <a:spcPts val="400"/>
              </a:spcBef>
            </a:pPr>
            <a:r>
              <a:rPr lang="da-DK" altLang="da-DK" sz="1800" dirty="0">
                <a:ea typeface="ＭＳ Ｐゴシック" pitchFamily="34" charset="-128"/>
              </a:rPr>
              <a:t>I stedet rettes den logiske fejl i programmet, således at der ikke fremover kastes en exception i denne situation</a:t>
            </a:r>
          </a:p>
        </p:txBody>
      </p:sp>
      <p:sp>
        <p:nvSpPr>
          <p:cNvPr id="9" name="Text Box 4"/>
          <p:cNvSpPr txBox="1">
            <a:spLocks noChangeArrowheads="1"/>
          </p:cNvSpPr>
          <p:nvPr/>
        </p:nvSpPr>
        <p:spPr bwMode="auto">
          <a:xfrm>
            <a:off x="2740113" y="2904933"/>
            <a:ext cx="5896893" cy="2738315"/>
          </a:xfrm>
          <a:prstGeom prst="rect">
            <a:avLst/>
          </a:prstGeom>
          <a:solidFill>
            <a:srgbClr val="FFFFCC"/>
          </a:solidFill>
          <a:ln w="28575">
            <a:solidFill>
              <a:srgbClr val="0000FF"/>
            </a:solidFill>
            <a:miter lim="800000"/>
            <a:headEnd/>
            <a:tailEnd/>
          </a:ln>
        </p:spPr>
        <p:txBody>
          <a:bodyPr wrap="square" lIns="90000" tIns="46800" rIns="90000" bIns="46800">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eaLnBrk="1" hangingPunct="1"/>
            <a:r>
              <a:rPr lang="en-US" altLang="da-DK" sz="1600" b="1" dirty="0">
                <a:solidFill>
                  <a:srgbClr val="7030A0"/>
                </a:solidFill>
                <a:latin typeface="Courier New" pitchFamily="49" charset="0"/>
              </a:rPr>
              <a:t>public</a:t>
            </a:r>
            <a:r>
              <a:rPr lang="en-US" altLang="da-DK" sz="1600" b="1" dirty="0">
                <a:solidFill>
                  <a:schemeClr val="tx1"/>
                </a:solidFill>
                <a:latin typeface="Courier New" pitchFamily="49" charset="0"/>
              </a:rPr>
              <a:t> </a:t>
            </a:r>
            <a:r>
              <a:rPr lang="en-US" altLang="da-DK" sz="1600" b="1" dirty="0" err="1">
                <a:solidFill>
                  <a:schemeClr val="tx1"/>
                </a:solidFill>
                <a:latin typeface="Courier New" pitchFamily="49" charset="0"/>
              </a:rPr>
              <a:t>ContactDetails</a:t>
            </a:r>
            <a:r>
              <a:rPr lang="en-US" altLang="da-DK" sz="1600" b="1" dirty="0">
                <a:solidFill>
                  <a:schemeClr val="tx1"/>
                </a:solidFill>
                <a:latin typeface="Courier New" pitchFamily="49" charset="0"/>
              </a:rPr>
              <a:t> </a:t>
            </a:r>
            <a:r>
              <a:rPr lang="en-US" altLang="da-DK" sz="1600" b="1" dirty="0" err="1">
                <a:solidFill>
                  <a:schemeClr val="tx1"/>
                </a:solidFill>
                <a:latin typeface="Courier New" pitchFamily="49" charset="0"/>
              </a:rPr>
              <a:t>getDetails</a:t>
            </a:r>
            <a:r>
              <a:rPr lang="en-US" altLang="da-DK" sz="1600" b="1" dirty="0">
                <a:solidFill>
                  <a:schemeClr val="tx1"/>
                </a:solidFill>
                <a:latin typeface="Courier New" pitchFamily="49" charset="0"/>
              </a:rPr>
              <a:t>(String key) {</a:t>
            </a:r>
          </a:p>
          <a:p>
            <a:pPr eaLnBrk="1" hangingPunct="1">
              <a:spcBef>
                <a:spcPts val="600"/>
              </a:spcBef>
            </a:pPr>
            <a:r>
              <a:rPr lang="en-US" altLang="da-DK" sz="1600" b="1" dirty="0">
                <a:solidFill>
                  <a:schemeClr val="tx1"/>
                </a:solidFill>
                <a:latin typeface="Courier New" pitchFamily="49" charset="0"/>
              </a:rPr>
              <a:t>  </a:t>
            </a:r>
            <a:r>
              <a:rPr lang="en-US" altLang="da-DK" sz="1600" b="1" dirty="0">
                <a:solidFill>
                  <a:srgbClr val="7030A0"/>
                </a:solidFill>
                <a:latin typeface="Courier New" pitchFamily="49" charset="0"/>
              </a:rPr>
              <a:t>if</a:t>
            </a:r>
            <a:r>
              <a:rPr lang="en-US" altLang="da-DK" sz="1600" b="1" dirty="0">
                <a:solidFill>
                  <a:schemeClr val="tx1"/>
                </a:solidFill>
                <a:latin typeface="Courier New" pitchFamily="49" charset="0"/>
              </a:rPr>
              <a:t>(key == </a:t>
            </a:r>
            <a:r>
              <a:rPr lang="en-US" altLang="da-DK" sz="1600" b="1" dirty="0">
                <a:solidFill>
                  <a:srgbClr val="0070C0"/>
                </a:solidFill>
                <a:latin typeface="Courier New" pitchFamily="49" charset="0"/>
              </a:rPr>
              <a:t>null</a:t>
            </a:r>
            <a:r>
              <a:rPr lang="en-US" altLang="da-DK" sz="1600" b="1" dirty="0">
                <a:solidFill>
                  <a:schemeClr val="tx1"/>
                </a:solidFill>
                <a:latin typeface="Courier New" pitchFamily="49" charset="0"/>
              </a:rPr>
              <a:t>) {</a:t>
            </a:r>
          </a:p>
          <a:p>
            <a:pPr eaLnBrk="1" hangingPunct="1"/>
            <a:r>
              <a:rPr lang="en-US" altLang="da-DK" sz="1600" b="1" dirty="0">
                <a:solidFill>
                  <a:schemeClr val="tx1"/>
                </a:solidFill>
                <a:latin typeface="Courier New" pitchFamily="49" charset="0"/>
              </a:rPr>
              <a:t>    </a:t>
            </a:r>
            <a:r>
              <a:rPr lang="en-US" altLang="da-DK" sz="1600" b="1" dirty="0">
                <a:solidFill>
                  <a:srgbClr val="7030A0"/>
                </a:solidFill>
                <a:latin typeface="Courier New" pitchFamily="49" charset="0"/>
              </a:rPr>
              <a:t>throw</a:t>
            </a:r>
            <a:r>
              <a:rPr lang="en-US" altLang="da-DK" sz="1600" b="1" dirty="0">
                <a:solidFill>
                  <a:schemeClr val="tx1"/>
                </a:solidFill>
                <a:latin typeface="Courier New" pitchFamily="49" charset="0"/>
              </a:rPr>
              <a:t> </a:t>
            </a:r>
            <a:r>
              <a:rPr lang="en-US" altLang="da-DK" sz="1600" b="1" dirty="0">
                <a:solidFill>
                  <a:srgbClr val="7030A0"/>
                </a:solidFill>
                <a:latin typeface="Courier New" pitchFamily="49" charset="0"/>
              </a:rPr>
              <a:t>new</a:t>
            </a:r>
            <a:r>
              <a:rPr lang="en-US" altLang="da-DK" sz="1600" b="1" dirty="0">
                <a:solidFill>
                  <a:schemeClr val="tx1"/>
                </a:solidFill>
                <a:latin typeface="Courier New" pitchFamily="49" charset="0"/>
              </a:rPr>
              <a:t> </a:t>
            </a:r>
            <a:r>
              <a:rPr lang="en-US" altLang="da-DK" sz="1600" b="1" dirty="0" err="1">
                <a:solidFill>
                  <a:schemeClr val="tx1"/>
                </a:solidFill>
                <a:latin typeface="Courier New" pitchFamily="49" charset="0"/>
              </a:rPr>
              <a:t>IllegalArgumentException</a:t>
            </a:r>
            <a:r>
              <a:rPr lang="en-US" altLang="da-DK" sz="1600" b="1" dirty="0">
                <a:solidFill>
                  <a:schemeClr val="tx1"/>
                </a:solidFill>
                <a:latin typeface="Courier New" pitchFamily="49" charset="0"/>
              </a:rPr>
              <a:t>(</a:t>
            </a:r>
          </a:p>
          <a:p>
            <a:pPr eaLnBrk="1" hangingPunct="1"/>
            <a:r>
              <a:rPr lang="en-US" altLang="da-DK" sz="1600" b="1" dirty="0">
                <a:solidFill>
                  <a:schemeClr val="tx1"/>
                </a:solidFill>
                <a:latin typeface="Courier New" pitchFamily="49" charset="0"/>
              </a:rPr>
              <a:t>                 </a:t>
            </a:r>
            <a:r>
              <a:rPr lang="en-US" altLang="da-DK" sz="1600" b="1" dirty="0">
                <a:solidFill>
                  <a:srgbClr val="008000"/>
                </a:solidFill>
                <a:latin typeface="Courier New" pitchFamily="49" charset="0"/>
              </a:rPr>
              <a:t>"Null key in </a:t>
            </a:r>
            <a:r>
              <a:rPr lang="en-US" altLang="da-DK" sz="1600" b="1" dirty="0" err="1">
                <a:solidFill>
                  <a:srgbClr val="008000"/>
                </a:solidFill>
                <a:latin typeface="Courier New" pitchFamily="49" charset="0"/>
              </a:rPr>
              <a:t>getDetails</a:t>
            </a:r>
            <a:r>
              <a:rPr lang="en-US" altLang="da-DK" sz="1600" b="1" dirty="0">
                <a:solidFill>
                  <a:srgbClr val="008000"/>
                </a:solidFill>
                <a:latin typeface="Courier New" pitchFamily="49" charset="0"/>
              </a:rPr>
              <a:t>"</a:t>
            </a:r>
            <a:r>
              <a:rPr lang="en-US" altLang="da-DK" sz="1600" b="1" dirty="0">
                <a:solidFill>
                  <a:schemeClr val="tx1"/>
                </a:solidFill>
                <a:latin typeface="Courier New" pitchFamily="49" charset="0"/>
              </a:rPr>
              <a:t>);</a:t>
            </a:r>
          </a:p>
          <a:p>
            <a:pPr eaLnBrk="1" hangingPunct="1">
              <a:lnSpc>
                <a:spcPct val="60000"/>
              </a:lnSpc>
            </a:pPr>
            <a:r>
              <a:rPr lang="en-US" altLang="da-DK" sz="1600" b="1" dirty="0">
                <a:solidFill>
                  <a:schemeClr val="tx1"/>
                </a:solidFill>
                <a:latin typeface="Courier New" pitchFamily="49" charset="0"/>
              </a:rPr>
              <a:t>  }</a:t>
            </a:r>
          </a:p>
          <a:p>
            <a:pPr eaLnBrk="1" hangingPunct="1">
              <a:spcBef>
                <a:spcPts val="600"/>
              </a:spcBef>
            </a:pPr>
            <a:r>
              <a:rPr lang="en-US" altLang="da-DK" sz="1600" b="1" dirty="0">
                <a:solidFill>
                  <a:schemeClr val="tx1"/>
                </a:solidFill>
                <a:latin typeface="Courier New" pitchFamily="49" charset="0"/>
              </a:rPr>
              <a:t>  </a:t>
            </a:r>
            <a:r>
              <a:rPr lang="en-US" altLang="da-DK" sz="1600" b="1" dirty="0">
                <a:solidFill>
                  <a:srgbClr val="7030A0"/>
                </a:solidFill>
                <a:latin typeface="Courier New" pitchFamily="49" charset="0"/>
              </a:rPr>
              <a:t>if</a:t>
            </a:r>
            <a:r>
              <a:rPr lang="en-US" altLang="da-DK" sz="1600" b="1" dirty="0">
                <a:solidFill>
                  <a:schemeClr val="tx1"/>
                </a:solidFill>
                <a:latin typeface="Courier New" pitchFamily="49" charset="0"/>
              </a:rPr>
              <a:t>(</a:t>
            </a:r>
            <a:r>
              <a:rPr lang="en-US" altLang="da-DK" sz="1600" b="1" dirty="0" err="1">
                <a:solidFill>
                  <a:schemeClr val="tx1"/>
                </a:solidFill>
                <a:latin typeface="Courier New" pitchFamily="49" charset="0"/>
              </a:rPr>
              <a:t>key.trim</a:t>
            </a:r>
            <a:r>
              <a:rPr lang="en-US" altLang="da-DK" sz="1600" b="1" dirty="0">
                <a:solidFill>
                  <a:schemeClr val="tx1"/>
                </a:solidFill>
                <a:latin typeface="Courier New" pitchFamily="49" charset="0"/>
              </a:rPr>
              <a:t>().length() == 0) {</a:t>
            </a:r>
          </a:p>
          <a:p>
            <a:pPr eaLnBrk="1" hangingPunct="1"/>
            <a:r>
              <a:rPr lang="en-US" altLang="da-DK" sz="1600" b="1" dirty="0">
                <a:solidFill>
                  <a:schemeClr val="tx1"/>
                </a:solidFill>
                <a:latin typeface="Courier New" pitchFamily="49" charset="0"/>
              </a:rPr>
              <a:t>    </a:t>
            </a:r>
            <a:r>
              <a:rPr lang="en-US" altLang="da-DK" sz="1600" b="1" dirty="0">
                <a:solidFill>
                  <a:srgbClr val="7030A0"/>
                </a:solidFill>
                <a:latin typeface="Courier New" pitchFamily="49" charset="0"/>
              </a:rPr>
              <a:t>throw new</a:t>
            </a:r>
            <a:r>
              <a:rPr lang="en-US" altLang="da-DK" sz="1600" b="1" dirty="0">
                <a:solidFill>
                  <a:schemeClr val="tx1"/>
                </a:solidFill>
                <a:latin typeface="Courier New" pitchFamily="49" charset="0"/>
              </a:rPr>
              <a:t> </a:t>
            </a:r>
            <a:r>
              <a:rPr lang="en-US" altLang="da-DK" sz="1600" b="1" dirty="0" err="1">
                <a:solidFill>
                  <a:schemeClr val="tx1"/>
                </a:solidFill>
                <a:latin typeface="Courier New" pitchFamily="49" charset="0"/>
              </a:rPr>
              <a:t>IllegalArgumentException</a:t>
            </a:r>
            <a:r>
              <a:rPr lang="en-US" altLang="da-DK" sz="1600" b="1" dirty="0">
                <a:solidFill>
                  <a:schemeClr val="tx1"/>
                </a:solidFill>
                <a:latin typeface="Courier New" pitchFamily="49" charset="0"/>
              </a:rPr>
              <a:t>(</a:t>
            </a:r>
            <a:endParaRPr lang="en-US" altLang="da-DK" sz="1600" b="1" dirty="0">
              <a:solidFill>
                <a:srgbClr val="008000"/>
              </a:solidFill>
              <a:latin typeface="Courier New" pitchFamily="49" charset="0"/>
            </a:endParaRPr>
          </a:p>
          <a:p>
            <a:pPr eaLnBrk="1" hangingPunct="1"/>
            <a:r>
              <a:rPr lang="en-US" altLang="da-DK" sz="1600" b="1" dirty="0">
                <a:solidFill>
                  <a:srgbClr val="008000"/>
                </a:solidFill>
                <a:latin typeface="Courier New" pitchFamily="49" charset="0"/>
              </a:rPr>
              <a:t>                 </a:t>
            </a:r>
            <a:r>
              <a:rPr lang="en-US" altLang="da-DK" sz="1600" b="1" spc="-50" dirty="0">
                <a:solidFill>
                  <a:srgbClr val="008000"/>
                </a:solidFill>
                <a:latin typeface="Courier New" pitchFamily="49" charset="0"/>
              </a:rPr>
              <a:t>"Empty key in </a:t>
            </a:r>
            <a:r>
              <a:rPr lang="en-US" altLang="da-DK" sz="1600" b="1" spc="-50" dirty="0" err="1">
                <a:solidFill>
                  <a:srgbClr val="008000"/>
                </a:solidFill>
                <a:latin typeface="Courier New" pitchFamily="49" charset="0"/>
              </a:rPr>
              <a:t>getDetails</a:t>
            </a:r>
            <a:r>
              <a:rPr lang="en-US" altLang="da-DK" sz="1600" b="1" spc="-50" dirty="0">
                <a:solidFill>
                  <a:srgbClr val="008000"/>
                </a:solidFill>
                <a:latin typeface="Courier New" pitchFamily="49" charset="0"/>
              </a:rPr>
              <a:t>"</a:t>
            </a:r>
            <a:r>
              <a:rPr lang="en-US" altLang="da-DK" sz="1600" b="1" spc="-50" dirty="0">
                <a:solidFill>
                  <a:schemeClr val="tx1"/>
                </a:solidFill>
                <a:latin typeface="Courier New" pitchFamily="49" charset="0"/>
              </a:rPr>
              <a:t>);</a:t>
            </a:r>
          </a:p>
          <a:p>
            <a:pPr eaLnBrk="1" hangingPunct="1">
              <a:lnSpc>
                <a:spcPct val="60000"/>
              </a:lnSpc>
            </a:pPr>
            <a:r>
              <a:rPr lang="en-US" altLang="da-DK" sz="1600" b="1" dirty="0">
                <a:solidFill>
                  <a:schemeClr val="tx1"/>
                </a:solidFill>
                <a:latin typeface="Courier New" pitchFamily="49" charset="0"/>
              </a:rPr>
              <a:t>  }</a:t>
            </a:r>
          </a:p>
          <a:p>
            <a:pPr eaLnBrk="1" hangingPunct="1">
              <a:spcBef>
                <a:spcPts val="600"/>
              </a:spcBef>
            </a:pPr>
            <a:r>
              <a:rPr lang="en-US" altLang="da-DK" sz="1600" b="1" dirty="0">
                <a:solidFill>
                  <a:schemeClr val="tx1"/>
                </a:solidFill>
                <a:latin typeface="Courier New" pitchFamily="49" charset="0"/>
              </a:rPr>
              <a:t>  </a:t>
            </a:r>
            <a:r>
              <a:rPr lang="en-US" altLang="da-DK" sz="1600" b="1" dirty="0">
                <a:solidFill>
                  <a:srgbClr val="7030A0"/>
                </a:solidFill>
                <a:latin typeface="Courier New" pitchFamily="49" charset="0"/>
              </a:rPr>
              <a:t>return</a:t>
            </a:r>
            <a:r>
              <a:rPr lang="en-US" altLang="da-DK" sz="1600" b="1" dirty="0">
                <a:solidFill>
                  <a:schemeClr val="tx1"/>
                </a:solidFill>
                <a:latin typeface="Courier New" pitchFamily="49" charset="0"/>
              </a:rPr>
              <a:t> </a:t>
            </a:r>
            <a:r>
              <a:rPr lang="en-US" altLang="da-DK" sz="1600" b="1" dirty="0" err="1">
                <a:solidFill>
                  <a:schemeClr val="tx1"/>
                </a:solidFill>
                <a:latin typeface="Courier New" pitchFamily="49" charset="0"/>
              </a:rPr>
              <a:t>book.get</a:t>
            </a:r>
            <a:r>
              <a:rPr lang="en-US" altLang="da-DK" sz="1600" b="1" dirty="0">
                <a:solidFill>
                  <a:schemeClr val="tx1"/>
                </a:solidFill>
                <a:latin typeface="Courier New" pitchFamily="49" charset="0"/>
              </a:rPr>
              <a:t>(key);</a:t>
            </a:r>
          </a:p>
          <a:p>
            <a:pPr eaLnBrk="1" hangingPunct="1">
              <a:lnSpc>
                <a:spcPct val="60000"/>
              </a:lnSpc>
            </a:pPr>
            <a:r>
              <a:rPr lang="en-US" altLang="da-DK" sz="1600" b="1" dirty="0">
                <a:solidFill>
                  <a:schemeClr val="tx1"/>
                </a:solidFill>
                <a:latin typeface="Courier New" pitchFamily="49" charset="0"/>
              </a:rPr>
              <a:t>}</a:t>
            </a:r>
            <a:endParaRPr lang="da-DK" altLang="da-DK" sz="1600" b="1" dirty="0">
              <a:solidFill>
                <a:schemeClr val="tx1"/>
              </a:solidFill>
              <a:latin typeface="Courier New" pitchFamily="49" charset="0"/>
            </a:endParaRPr>
          </a:p>
        </p:txBody>
      </p:sp>
      <p:sp>
        <p:nvSpPr>
          <p:cNvPr id="6" name="Rectangle 28"/>
          <p:cNvSpPr>
            <a:spLocks noChangeArrowheads="1"/>
          </p:cNvSpPr>
          <p:nvPr/>
        </p:nvSpPr>
        <p:spPr bwMode="auto">
          <a:xfrm>
            <a:off x="3019761" y="3274429"/>
            <a:ext cx="5173982" cy="910969"/>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7" name="Text Box 21"/>
          <p:cNvSpPr txBox="1">
            <a:spLocks noChangeArrowheads="1"/>
          </p:cNvSpPr>
          <p:nvPr/>
        </p:nvSpPr>
        <p:spPr bwMode="auto">
          <a:xfrm>
            <a:off x="835607" y="3212276"/>
            <a:ext cx="1512167" cy="674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ct val="50000"/>
              </a:spcBef>
              <a:buFontTx/>
              <a:buNone/>
            </a:pPr>
            <a:r>
              <a:rPr lang="da-DK" altLang="da-DK" sz="1400" b="1" dirty="0">
                <a:solidFill>
                  <a:srgbClr val="FF0000"/>
                </a:solidFill>
              </a:rPr>
              <a:t>Det tjekkes om parameteren er </a:t>
            </a:r>
            <a:r>
              <a:rPr lang="da-DK" altLang="da-DK" sz="1400" b="1" dirty="0" err="1">
                <a:solidFill>
                  <a:srgbClr val="FF0000"/>
                </a:solidFill>
              </a:rPr>
              <a:t>null</a:t>
            </a:r>
            <a:endParaRPr lang="da-DK" altLang="da-DK" sz="1400" b="1" dirty="0">
              <a:solidFill>
                <a:srgbClr val="FF0000"/>
              </a:solidFill>
            </a:endParaRPr>
          </a:p>
        </p:txBody>
      </p:sp>
      <p:sp>
        <p:nvSpPr>
          <p:cNvPr id="8" name="Line 22"/>
          <p:cNvSpPr>
            <a:spLocks noChangeShapeType="1"/>
          </p:cNvSpPr>
          <p:nvPr/>
        </p:nvSpPr>
        <p:spPr bwMode="auto">
          <a:xfrm flipV="1">
            <a:off x="2363333" y="3410278"/>
            <a:ext cx="656428" cy="0"/>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10" name="Rectangle 28"/>
          <p:cNvSpPr>
            <a:spLocks noChangeArrowheads="1"/>
          </p:cNvSpPr>
          <p:nvPr/>
        </p:nvSpPr>
        <p:spPr bwMode="auto">
          <a:xfrm>
            <a:off x="3011741" y="4236956"/>
            <a:ext cx="5200980" cy="891954"/>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11" name="Text Box 21"/>
          <p:cNvSpPr txBox="1">
            <a:spLocks noChangeArrowheads="1"/>
          </p:cNvSpPr>
          <p:nvPr/>
        </p:nvSpPr>
        <p:spPr bwMode="auto">
          <a:xfrm>
            <a:off x="827586" y="4043578"/>
            <a:ext cx="1800198" cy="867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ct val="50000"/>
              </a:spcBef>
              <a:buFontTx/>
              <a:buNone/>
            </a:pPr>
            <a:r>
              <a:rPr lang="da-DK" altLang="da-DK" sz="1400" b="1" dirty="0">
                <a:solidFill>
                  <a:srgbClr val="FF0000"/>
                </a:solidFill>
              </a:rPr>
              <a:t>Det tjekkes om parameteren er den tomme eller en blank tekststreng</a:t>
            </a:r>
          </a:p>
        </p:txBody>
      </p:sp>
      <p:sp>
        <p:nvSpPr>
          <p:cNvPr id="12" name="Line 22"/>
          <p:cNvSpPr>
            <a:spLocks noChangeShapeType="1"/>
          </p:cNvSpPr>
          <p:nvPr/>
        </p:nvSpPr>
        <p:spPr bwMode="auto">
          <a:xfrm flipV="1">
            <a:off x="2355312" y="4372805"/>
            <a:ext cx="656428" cy="0"/>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13" name="Rectangle 28"/>
          <p:cNvSpPr>
            <a:spLocks noChangeArrowheads="1"/>
          </p:cNvSpPr>
          <p:nvPr/>
        </p:nvSpPr>
        <p:spPr bwMode="auto">
          <a:xfrm>
            <a:off x="3011740" y="5191169"/>
            <a:ext cx="2680702" cy="220561"/>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14" name="Text Box 21"/>
          <p:cNvSpPr txBox="1">
            <a:spLocks noChangeArrowheads="1"/>
          </p:cNvSpPr>
          <p:nvPr/>
        </p:nvSpPr>
        <p:spPr bwMode="auto">
          <a:xfrm>
            <a:off x="827585" y="5150683"/>
            <a:ext cx="2088232" cy="1255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ct val="50000"/>
              </a:spcBef>
              <a:buFontTx/>
              <a:buNone/>
            </a:pPr>
            <a:r>
              <a:rPr lang="da-DK" altLang="da-DK" sz="1400" b="1" dirty="0">
                <a:solidFill>
                  <a:srgbClr val="FF0000"/>
                </a:solidFill>
              </a:rPr>
              <a:t>Hvis alt er ok,</a:t>
            </a:r>
            <a:br>
              <a:rPr lang="da-DK" altLang="da-DK" sz="1400" b="1" dirty="0">
                <a:solidFill>
                  <a:srgbClr val="FF0000"/>
                </a:solidFill>
              </a:rPr>
            </a:br>
            <a:r>
              <a:rPr lang="da-DK" altLang="da-DK" sz="1400" b="1" dirty="0">
                <a:solidFill>
                  <a:srgbClr val="FF0000"/>
                </a:solidFill>
              </a:rPr>
              <a:t>bruges nøglen til</a:t>
            </a:r>
            <a:br>
              <a:rPr lang="da-DK" altLang="da-DK" sz="1400" b="1" dirty="0">
                <a:solidFill>
                  <a:srgbClr val="FF0000"/>
                </a:solidFill>
              </a:rPr>
            </a:br>
            <a:r>
              <a:rPr lang="da-DK" altLang="da-DK" sz="1400" b="1" spc="-40" dirty="0">
                <a:solidFill>
                  <a:srgbClr val="FF0000"/>
                </a:solidFill>
              </a:rPr>
              <a:t>at hente den ønskede </a:t>
            </a:r>
            <a:r>
              <a:rPr lang="da-DK" altLang="da-DK" sz="1400" b="1" dirty="0">
                <a:solidFill>
                  <a:srgbClr val="FF0000"/>
                </a:solidFill>
              </a:rPr>
              <a:t>kontaktinformation (hvis nøglen ikke er i brug returneres null)</a:t>
            </a:r>
          </a:p>
        </p:txBody>
      </p:sp>
      <p:sp>
        <p:nvSpPr>
          <p:cNvPr id="15" name="Line 22"/>
          <p:cNvSpPr>
            <a:spLocks noChangeShapeType="1"/>
          </p:cNvSpPr>
          <p:nvPr/>
        </p:nvSpPr>
        <p:spPr bwMode="auto">
          <a:xfrm flipV="1">
            <a:off x="2183027" y="5290441"/>
            <a:ext cx="828713" cy="3813"/>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16" name="Text Box 21"/>
          <p:cNvSpPr txBox="1">
            <a:spLocks noChangeArrowheads="1"/>
          </p:cNvSpPr>
          <p:nvPr/>
        </p:nvSpPr>
        <p:spPr bwMode="auto">
          <a:xfrm>
            <a:off x="3063627" y="5753792"/>
            <a:ext cx="5574143" cy="1005403"/>
          </a:xfrm>
          <a:prstGeom prst="rect">
            <a:avLst/>
          </a:prstGeom>
          <a:solidFill>
            <a:srgbClr val="CCECFF"/>
          </a:solidFill>
          <a:ln w="28575">
            <a:solidFill>
              <a:srgbClr val="0000FF"/>
            </a:solidFill>
          </a:ln>
        </p:spPr>
        <p:txBody>
          <a:bodyPr wrap="square">
            <a:spAutoFit/>
          </a:bodyPr>
          <a:lstStyle>
            <a:defPPr>
              <a:defRPr lang="da-DK"/>
            </a:defPPr>
            <a:lvl1pPr marL="177800" indent="-177800" eaLnBrk="1" hangingPunct="1">
              <a:spcBef>
                <a:spcPct val="50000"/>
              </a:spcBef>
              <a:buFont typeface="Arial" panose="020B0604020202020204" pitchFamily="34" charset="0"/>
              <a:buChar char="•"/>
              <a:defRPr sz="1400" b="1">
                <a:solidFill>
                  <a:srgbClr val="0000FF"/>
                </a:solidFill>
              </a:defRPr>
            </a:lvl1pPr>
          </a:lstStyle>
          <a:p>
            <a:r>
              <a:rPr lang="da-DK" altLang="da-DK" dirty="0"/>
              <a:t>Parameteren til </a:t>
            </a:r>
            <a:r>
              <a:rPr lang="da-DK" altLang="da-DK" dirty="0" err="1"/>
              <a:t>IllegalArgumentException</a:t>
            </a:r>
            <a:r>
              <a:rPr lang="da-DK" altLang="da-DK" dirty="0"/>
              <a:t>  er en tekststreng, der kopieres til den røde fejlmeddelelse i terminalvinduet</a:t>
            </a:r>
          </a:p>
          <a:p>
            <a:pPr>
              <a:spcBef>
                <a:spcPts val="400"/>
              </a:spcBef>
            </a:pPr>
            <a:r>
              <a:rPr lang="da-DK" altLang="da-DK" dirty="0"/>
              <a:t>Den kan også aflæses på kaldsstedet (når man griber den kastede exception)</a:t>
            </a:r>
          </a:p>
        </p:txBody>
      </p:sp>
    </p:spTree>
    <p:extLst>
      <p:ext uri="{BB962C8B-B14F-4D97-AF65-F5344CB8AC3E}">
        <p14:creationId xmlns:p14="http://schemas.microsoft.com/office/powerpoint/2010/main" val="173182814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grpId="0" nodeType="afterEffect">
                                  <p:stCondLst>
                                    <p:cond delay="0"/>
                                  </p:stCondLst>
                                  <p:childTnLst>
                                    <p:set>
                                      <p:cBhvr>
                                        <p:cTn id="29"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7" grpId="0"/>
      <p:bldP spid="8" grpId="0" animBg="1"/>
      <p:bldP spid="10" grpId="0" animBg="1"/>
      <p:bldP spid="11" grpId="0"/>
      <p:bldP spid="12" grpId="0" animBg="1"/>
      <p:bldP spid="13" grpId="0" animBg="1"/>
      <p:bldP spid="14" grpId="0"/>
      <p:bldP spid="15" grpId="0" animBg="1"/>
      <p:bldP spid="1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67544" y="260648"/>
            <a:ext cx="8676456" cy="682625"/>
          </a:xfrm>
        </p:spPr>
        <p:txBody>
          <a:bodyPr/>
          <a:lstStyle/>
          <a:p>
            <a:r>
              <a:rPr lang="da-DK" altLang="da-DK" sz="3200" dirty="0">
                <a:ea typeface="ＭＳ Ｐゴシック" pitchFamily="34" charset="-128"/>
              </a:rPr>
              <a:t>Check af parameterværdier i konstruktør</a:t>
            </a:r>
          </a:p>
        </p:txBody>
      </p:sp>
      <p:sp>
        <p:nvSpPr>
          <p:cNvPr id="2" name="Slide Number Placeholder 1"/>
          <p:cNvSpPr>
            <a:spLocks noGrp="1"/>
          </p:cNvSpPr>
          <p:nvPr>
            <p:ph type="sldNum" sz="quarter" idx="4294967295"/>
          </p:nvPr>
        </p:nvSpPr>
        <p:spPr>
          <a:xfrm>
            <a:off x="8532440" y="6400800"/>
            <a:ext cx="611560" cy="457200"/>
          </a:xfrm>
          <a:prstGeom prst="rect">
            <a:avLst/>
          </a:prstGeom>
        </p:spPr>
        <p:txBody>
          <a:bodyPr/>
          <a:lstStyle/>
          <a:p>
            <a:pPr>
              <a:defRPr/>
            </a:pPr>
            <a:fld id="{2CA5836E-6711-417F-AF48-31ACC3CF4030}" type="slidenum">
              <a:rPr lang="da-DK" altLang="da-DK" smtClean="0"/>
              <a:pPr>
                <a:defRPr/>
              </a:pPr>
              <a:t>13</a:t>
            </a:fld>
            <a:endParaRPr lang="da-DK" altLang="da-DK" dirty="0"/>
          </a:p>
        </p:txBody>
      </p:sp>
      <p:sp>
        <p:nvSpPr>
          <p:cNvPr id="4" name="Rectangle 3"/>
          <p:cNvSpPr txBox="1">
            <a:spLocks noChangeArrowheads="1"/>
          </p:cNvSpPr>
          <p:nvPr/>
        </p:nvSpPr>
        <p:spPr bwMode="auto">
          <a:xfrm>
            <a:off x="611560" y="1052736"/>
            <a:ext cx="8259071" cy="86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pPr marL="342900" lvl="1" indent="-342900">
              <a:spcBef>
                <a:spcPts val="1200"/>
              </a:spcBef>
              <a:buChar char="•"/>
            </a:pPr>
            <a:r>
              <a:rPr lang="da-DK" altLang="da-DK" b="1" dirty="0">
                <a:solidFill>
                  <a:srgbClr val="A50021"/>
                </a:solidFill>
                <a:ea typeface="ＭＳ Ｐゴシック" pitchFamily="34" charset="-128"/>
                <a:cs typeface="ＭＳ Ｐゴシック" pitchFamily="-106" charset="-128"/>
              </a:rPr>
              <a:t>Konstruktører kan også modtage illegale parameterværdier</a:t>
            </a:r>
          </a:p>
          <a:p>
            <a:pPr lvl="1">
              <a:spcBef>
                <a:spcPts val="600"/>
              </a:spcBef>
            </a:pPr>
            <a:r>
              <a:rPr lang="da-DK" altLang="da-DK" sz="1800" dirty="0">
                <a:ea typeface="ＭＳ Ｐゴシック" pitchFamily="34" charset="-128"/>
              </a:rPr>
              <a:t>Her kan exceptions forhindre, at der skabes "sære" objekter</a:t>
            </a:r>
          </a:p>
        </p:txBody>
      </p:sp>
      <p:sp>
        <p:nvSpPr>
          <p:cNvPr id="9" name="Text Box 4"/>
          <p:cNvSpPr txBox="1">
            <a:spLocks noChangeArrowheads="1"/>
          </p:cNvSpPr>
          <p:nvPr/>
        </p:nvSpPr>
        <p:spPr bwMode="auto">
          <a:xfrm>
            <a:off x="2132619" y="1982210"/>
            <a:ext cx="6863600" cy="3083024"/>
          </a:xfrm>
          <a:prstGeom prst="rect">
            <a:avLst/>
          </a:prstGeom>
          <a:solidFill>
            <a:srgbClr val="FFFFCC"/>
          </a:solidFill>
          <a:ln w="28575">
            <a:solidFill>
              <a:srgbClr val="0000FF"/>
            </a:solidFill>
            <a:miter lim="800000"/>
            <a:headEnd/>
            <a:tailEnd/>
          </a:ln>
        </p:spPr>
        <p:txBody>
          <a:bodyPr wrap="square" lIns="90000" tIns="46800" rIns="90000" bIns="46800">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eaLnBrk="1" hangingPunct="1"/>
            <a:r>
              <a:rPr lang="en-US" altLang="da-DK" sz="1600" b="1" spc="-100" dirty="0">
                <a:solidFill>
                  <a:srgbClr val="7030A0"/>
                </a:solidFill>
                <a:latin typeface="Courier New" pitchFamily="49" charset="0"/>
              </a:rPr>
              <a:t>public</a:t>
            </a:r>
            <a:r>
              <a:rPr lang="en-US" altLang="da-DK" sz="1600" b="1" spc="-150" dirty="0">
                <a:solidFill>
                  <a:schemeClr val="tx1"/>
                </a:solidFill>
                <a:latin typeface="Courier New" pitchFamily="49" charset="0"/>
              </a:rPr>
              <a:t> </a:t>
            </a:r>
            <a:r>
              <a:rPr lang="en-US" altLang="da-DK" sz="1600" b="1" spc="-150" dirty="0" err="1">
                <a:solidFill>
                  <a:schemeClr val="tx1"/>
                </a:solidFill>
                <a:latin typeface="Courier New" pitchFamily="49" charset="0"/>
              </a:rPr>
              <a:t>ContactDetails</a:t>
            </a:r>
            <a:r>
              <a:rPr lang="en-US" altLang="da-DK" sz="1600" b="1" spc="-150" dirty="0">
                <a:solidFill>
                  <a:schemeClr val="tx1"/>
                </a:solidFill>
                <a:latin typeface="Courier New" pitchFamily="49" charset="0"/>
              </a:rPr>
              <a:t>(String name,</a:t>
            </a:r>
            <a:r>
              <a:rPr lang="en-US" altLang="da-DK" sz="800" b="1" spc="-150" dirty="0">
                <a:solidFill>
                  <a:schemeClr val="tx1"/>
                </a:solidFill>
                <a:latin typeface="Courier New" pitchFamily="49" charset="0"/>
              </a:rPr>
              <a:t> </a:t>
            </a:r>
            <a:r>
              <a:rPr lang="en-US" altLang="da-DK" sz="1600" b="1" spc="-150" dirty="0">
                <a:solidFill>
                  <a:schemeClr val="tx1"/>
                </a:solidFill>
                <a:latin typeface="Courier New" pitchFamily="49" charset="0"/>
              </a:rPr>
              <a:t>String phone,</a:t>
            </a:r>
            <a:r>
              <a:rPr lang="en-US" altLang="da-DK" sz="800" b="1" spc="-150" dirty="0">
                <a:solidFill>
                  <a:schemeClr val="tx1"/>
                </a:solidFill>
                <a:latin typeface="Courier New" pitchFamily="49" charset="0"/>
              </a:rPr>
              <a:t> </a:t>
            </a:r>
            <a:r>
              <a:rPr lang="en-US" altLang="da-DK" sz="1600" b="1" spc="-150" dirty="0">
                <a:solidFill>
                  <a:schemeClr val="tx1"/>
                </a:solidFill>
                <a:latin typeface="Courier New" pitchFamily="49" charset="0"/>
              </a:rPr>
              <a:t>String address)</a:t>
            </a:r>
            <a:r>
              <a:rPr lang="en-US" altLang="da-DK" sz="800" b="1" spc="-150" dirty="0">
                <a:solidFill>
                  <a:schemeClr val="tx1"/>
                </a:solidFill>
                <a:latin typeface="Courier New" pitchFamily="49" charset="0"/>
              </a:rPr>
              <a:t> </a:t>
            </a:r>
            <a:r>
              <a:rPr lang="en-US" altLang="da-DK" sz="1600" b="1" spc="-150" dirty="0">
                <a:solidFill>
                  <a:schemeClr val="tx1"/>
                </a:solidFill>
                <a:latin typeface="Courier New" pitchFamily="49" charset="0"/>
              </a:rPr>
              <a:t>{</a:t>
            </a:r>
          </a:p>
          <a:p>
            <a:pPr eaLnBrk="1" hangingPunct="1">
              <a:spcBef>
                <a:spcPts val="600"/>
              </a:spcBef>
            </a:pPr>
            <a:r>
              <a:rPr lang="en-US" altLang="da-DK" sz="1600" b="1" dirty="0">
                <a:solidFill>
                  <a:schemeClr val="tx1"/>
                </a:solidFill>
                <a:latin typeface="Courier New" pitchFamily="49" charset="0"/>
              </a:rPr>
              <a:t>  </a:t>
            </a:r>
            <a:r>
              <a:rPr lang="en-US" altLang="da-DK" sz="1600" b="1" dirty="0">
                <a:solidFill>
                  <a:srgbClr val="7030A0"/>
                </a:solidFill>
                <a:latin typeface="Courier New" pitchFamily="49" charset="0"/>
              </a:rPr>
              <a:t>if</a:t>
            </a:r>
            <a:r>
              <a:rPr lang="en-US" altLang="da-DK" sz="1600" b="1" dirty="0">
                <a:solidFill>
                  <a:schemeClr val="tx1"/>
                </a:solidFill>
                <a:latin typeface="Courier New" pitchFamily="49" charset="0"/>
              </a:rPr>
              <a:t>(name == </a:t>
            </a:r>
            <a:r>
              <a:rPr lang="en-US" altLang="da-DK" sz="1600" b="1" dirty="0">
                <a:solidFill>
                  <a:srgbClr val="0070C0"/>
                </a:solidFill>
                <a:latin typeface="Courier New" pitchFamily="49" charset="0"/>
              </a:rPr>
              <a:t>null</a:t>
            </a:r>
            <a:r>
              <a:rPr lang="en-US" altLang="da-DK" sz="1600" b="1" dirty="0">
                <a:solidFill>
                  <a:schemeClr val="tx1"/>
                </a:solidFill>
                <a:latin typeface="Courier New" pitchFamily="49" charset="0"/>
              </a:rPr>
              <a:t>) {</a:t>
            </a:r>
            <a:r>
              <a:rPr lang="en-US" altLang="da-DK" sz="800" b="1" dirty="0">
                <a:solidFill>
                  <a:schemeClr val="tx1"/>
                </a:solidFill>
                <a:latin typeface="Courier New" pitchFamily="49" charset="0"/>
              </a:rPr>
              <a:t> </a:t>
            </a:r>
            <a:r>
              <a:rPr lang="en-US" altLang="da-DK" sz="1600" b="1" dirty="0">
                <a:solidFill>
                  <a:schemeClr val="tx1"/>
                </a:solidFill>
                <a:latin typeface="Courier New" pitchFamily="49" charset="0"/>
              </a:rPr>
              <a:t>name = </a:t>
            </a:r>
            <a:r>
              <a:rPr lang="en-US" altLang="da-DK" sz="1600" b="1" dirty="0">
                <a:solidFill>
                  <a:srgbClr val="008000"/>
                </a:solidFill>
                <a:latin typeface="Courier New" pitchFamily="49" charset="0"/>
              </a:rPr>
              <a:t>""</a:t>
            </a:r>
            <a:r>
              <a:rPr lang="en-US" altLang="da-DK" sz="1600" b="1" dirty="0">
                <a:solidFill>
                  <a:schemeClr val="tx1"/>
                </a:solidFill>
                <a:latin typeface="Courier New" pitchFamily="49" charset="0"/>
              </a:rPr>
              <a:t>;</a:t>
            </a:r>
            <a:r>
              <a:rPr lang="en-US" altLang="da-DK" sz="800" b="1" dirty="0">
                <a:solidFill>
                  <a:schemeClr val="tx1"/>
                </a:solidFill>
                <a:latin typeface="Courier New" pitchFamily="49" charset="0"/>
              </a:rPr>
              <a:t> </a:t>
            </a:r>
            <a:r>
              <a:rPr lang="en-US" altLang="da-DK" sz="1600" b="1" dirty="0">
                <a:solidFill>
                  <a:schemeClr val="tx1"/>
                </a:solidFill>
                <a:latin typeface="Courier New" pitchFamily="49" charset="0"/>
              </a:rPr>
              <a:t>}</a:t>
            </a:r>
          </a:p>
          <a:p>
            <a:pPr eaLnBrk="1" hangingPunct="1">
              <a:spcBef>
                <a:spcPts val="0"/>
              </a:spcBef>
            </a:pPr>
            <a:r>
              <a:rPr lang="en-US" altLang="da-DK" sz="1600" b="1" dirty="0">
                <a:solidFill>
                  <a:schemeClr val="tx1"/>
                </a:solidFill>
                <a:latin typeface="Courier New" pitchFamily="49" charset="0"/>
              </a:rPr>
              <a:t>  </a:t>
            </a:r>
            <a:r>
              <a:rPr lang="en-US" altLang="da-DK" sz="1600" b="1" dirty="0">
                <a:solidFill>
                  <a:srgbClr val="7030A0"/>
                </a:solidFill>
                <a:latin typeface="Courier New" pitchFamily="49" charset="0"/>
              </a:rPr>
              <a:t>if</a:t>
            </a:r>
            <a:r>
              <a:rPr lang="en-US" altLang="da-DK" sz="1600" b="1" dirty="0">
                <a:solidFill>
                  <a:schemeClr val="tx1"/>
                </a:solidFill>
                <a:latin typeface="Courier New" pitchFamily="49" charset="0"/>
              </a:rPr>
              <a:t>(phone == </a:t>
            </a:r>
            <a:r>
              <a:rPr lang="en-US" altLang="da-DK" sz="1600" b="1" dirty="0">
                <a:solidFill>
                  <a:srgbClr val="0070C0"/>
                </a:solidFill>
                <a:latin typeface="Courier New" pitchFamily="49" charset="0"/>
              </a:rPr>
              <a:t>null</a:t>
            </a:r>
            <a:r>
              <a:rPr lang="en-US" altLang="da-DK" sz="1600" b="1" dirty="0">
                <a:solidFill>
                  <a:schemeClr val="tx1"/>
                </a:solidFill>
                <a:latin typeface="Courier New" pitchFamily="49" charset="0"/>
              </a:rPr>
              <a:t>) {</a:t>
            </a:r>
            <a:r>
              <a:rPr lang="en-US" altLang="da-DK" sz="800" b="1" dirty="0">
                <a:solidFill>
                  <a:schemeClr val="tx1"/>
                </a:solidFill>
                <a:latin typeface="Courier New" pitchFamily="49" charset="0"/>
              </a:rPr>
              <a:t> </a:t>
            </a:r>
            <a:r>
              <a:rPr lang="en-US" altLang="da-DK" sz="1600" b="1" dirty="0">
                <a:solidFill>
                  <a:schemeClr val="tx1"/>
                </a:solidFill>
                <a:latin typeface="Courier New" pitchFamily="49" charset="0"/>
              </a:rPr>
              <a:t>phone = </a:t>
            </a:r>
            <a:r>
              <a:rPr lang="en-US" altLang="da-DK" sz="1600" b="1" dirty="0">
                <a:solidFill>
                  <a:srgbClr val="008000"/>
                </a:solidFill>
                <a:latin typeface="Courier New" pitchFamily="49" charset="0"/>
              </a:rPr>
              <a:t>""</a:t>
            </a:r>
            <a:r>
              <a:rPr lang="en-US" altLang="da-DK" sz="1600" b="1" dirty="0">
                <a:solidFill>
                  <a:schemeClr val="tx1"/>
                </a:solidFill>
                <a:latin typeface="Courier New" pitchFamily="49" charset="0"/>
              </a:rPr>
              <a:t>;</a:t>
            </a:r>
            <a:r>
              <a:rPr lang="en-US" altLang="da-DK" sz="800" b="1" dirty="0">
                <a:solidFill>
                  <a:schemeClr val="tx1"/>
                </a:solidFill>
                <a:latin typeface="Courier New" pitchFamily="49" charset="0"/>
              </a:rPr>
              <a:t> </a:t>
            </a:r>
            <a:r>
              <a:rPr lang="en-US" altLang="da-DK" sz="1600" b="1" dirty="0">
                <a:solidFill>
                  <a:schemeClr val="tx1"/>
                </a:solidFill>
                <a:latin typeface="Courier New" pitchFamily="49" charset="0"/>
              </a:rPr>
              <a:t>}</a:t>
            </a:r>
          </a:p>
          <a:p>
            <a:pPr eaLnBrk="1" hangingPunct="1">
              <a:spcBef>
                <a:spcPts val="0"/>
              </a:spcBef>
            </a:pPr>
            <a:r>
              <a:rPr lang="en-US" altLang="da-DK" sz="1600" b="1" dirty="0">
                <a:solidFill>
                  <a:schemeClr val="tx1"/>
                </a:solidFill>
                <a:latin typeface="Courier New" pitchFamily="49" charset="0"/>
              </a:rPr>
              <a:t>  </a:t>
            </a:r>
            <a:r>
              <a:rPr lang="en-US" altLang="da-DK" sz="1600" b="1" dirty="0">
                <a:solidFill>
                  <a:srgbClr val="7030A0"/>
                </a:solidFill>
                <a:latin typeface="Courier New" pitchFamily="49" charset="0"/>
              </a:rPr>
              <a:t>if</a:t>
            </a:r>
            <a:r>
              <a:rPr lang="en-US" altLang="da-DK" sz="1600" b="1" dirty="0">
                <a:solidFill>
                  <a:schemeClr val="tx1"/>
                </a:solidFill>
                <a:latin typeface="Courier New" pitchFamily="49" charset="0"/>
              </a:rPr>
              <a:t>(address == </a:t>
            </a:r>
            <a:r>
              <a:rPr lang="en-US" altLang="da-DK" sz="1600" b="1" dirty="0">
                <a:solidFill>
                  <a:srgbClr val="0070C0"/>
                </a:solidFill>
                <a:latin typeface="Courier New" pitchFamily="49" charset="0"/>
              </a:rPr>
              <a:t>null</a:t>
            </a:r>
            <a:r>
              <a:rPr lang="en-US" altLang="da-DK" sz="1600" b="1" dirty="0">
                <a:solidFill>
                  <a:schemeClr val="tx1"/>
                </a:solidFill>
                <a:latin typeface="Courier New" pitchFamily="49" charset="0"/>
              </a:rPr>
              <a:t>) {</a:t>
            </a:r>
            <a:r>
              <a:rPr lang="en-US" altLang="da-DK" sz="800" b="1" dirty="0">
                <a:solidFill>
                  <a:schemeClr val="tx1"/>
                </a:solidFill>
                <a:latin typeface="Courier New" pitchFamily="49" charset="0"/>
              </a:rPr>
              <a:t> </a:t>
            </a:r>
            <a:r>
              <a:rPr lang="en-US" altLang="da-DK" sz="1600" b="1" dirty="0">
                <a:solidFill>
                  <a:schemeClr val="tx1"/>
                </a:solidFill>
                <a:latin typeface="Courier New" pitchFamily="49" charset="0"/>
              </a:rPr>
              <a:t>address = </a:t>
            </a:r>
            <a:r>
              <a:rPr lang="en-US" altLang="da-DK" sz="1600" b="1" dirty="0">
                <a:solidFill>
                  <a:srgbClr val="008000"/>
                </a:solidFill>
                <a:latin typeface="Courier New" pitchFamily="49" charset="0"/>
              </a:rPr>
              <a:t>""</a:t>
            </a:r>
            <a:r>
              <a:rPr lang="en-US" altLang="da-DK" sz="1600" b="1" dirty="0">
                <a:solidFill>
                  <a:schemeClr val="tx1"/>
                </a:solidFill>
                <a:latin typeface="Courier New" pitchFamily="49" charset="0"/>
              </a:rPr>
              <a:t>;</a:t>
            </a:r>
            <a:r>
              <a:rPr lang="en-US" altLang="da-DK" sz="800" b="1" dirty="0">
                <a:solidFill>
                  <a:schemeClr val="tx1"/>
                </a:solidFill>
                <a:latin typeface="Courier New" pitchFamily="49" charset="0"/>
              </a:rPr>
              <a:t> </a:t>
            </a:r>
            <a:r>
              <a:rPr lang="en-US" altLang="da-DK" sz="1600" b="1" dirty="0">
                <a:solidFill>
                  <a:schemeClr val="tx1"/>
                </a:solidFill>
                <a:latin typeface="Courier New" pitchFamily="49" charset="0"/>
              </a:rPr>
              <a:t>}</a:t>
            </a:r>
          </a:p>
          <a:p>
            <a:pPr eaLnBrk="1" hangingPunct="1">
              <a:spcBef>
                <a:spcPts val="600"/>
              </a:spcBef>
            </a:pPr>
            <a:r>
              <a:rPr lang="en-US" altLang="da-DK" sz="1600" b="1" dirty="0">
                <a:solidFill>
                  <a:schemeClr val="tx1"/>
                </a:solidFill>
                <a:latin typeface="Courier New" pitchFamily="49" charset="0"/>
              </a:rPr>
              <a:t>  </a:t>
            </a:r>
            <a:r>
              <a:rPr lang="en-US" altLang="da-DK" sz="1600" b="1" dirty="0">
                <a:solidFill>
                  <a:srgbClr val="0070C0"/>
                </a:solidFill>
                <a:latin typeface="Courier New" pitchFamily="49" charset="0"/>
              </a:rPr>
              <a:t>this</a:t>
            </a:r>
            <a:r>
              <a:rPr lang="en-US" altLang="da-DK" sz="1600" b="1" dirty="0">
                <a:solidFill>
                  <a:schemeClr val="tx1"/>
                </a:solidFill>
                <a:latin typeface="Courier New" pitchFamily="49" charset="0"/>
              </a:rPr>
              <a:t>.name = </a:t>
            </a:r>
            <a:r>
              <a:rPr lang="en-US" altLang="da-DK" sz="1600" b="1" dirty="0" err="1">
                <a:solidFill>
                  <a:schemeClr val="tx1"/>
                </a:solidFill>
                <a:latin typeface="Courier New" pitchFamily="49" charset="0"/>
              </a:rPr>
              <a:t>name.trim</a:t>
            </a:r>
            <a:r>
              <a:rPr lang="en-US" altLang="da-DK" sz="1600" b="1" dirty="0">
                <a:solidFill>
                  <a:schemeClr val="tx1"/>
                </a:solidFill>
                <a:latin typeface="Courier New" pitchFamily="49" charset="0"/>
              </a:rPr>
              <a:t>();</a:t>
            </a:r>
          </a:p>
          <a:p>
            <a:pPr eaLnBrk="1" hangingPunct="1"/>
            <a:r>
              <a:rPr lang="en-US" altLang="da-DK" sz="1600" b="1" dirty="0">
                <a:solidFill>
                  <a:schemeClr val="tx1"/>
                </a:solidFill>
                <a:latin typeface="Courier New" pitchFamily="49" charset="0"/>
              </a:rPr>
              <a:t>  </a:t>
            </a:r>
            <a:r>
              <a:rPr lang="en-US" altLang="da-DK" sz="1600" b="1" dirty="0" err="1">
                <a:solidFill>
                  <a:srgbClr val="0070C0"/>
                </a:solidFill>
                <a:latin typeface="Courier New" pitchFamily="49" charset="0"/>
              </a:rPr>
              <a:t>this</a:t>
            </a:r>
            <a:r>
              <a:rPr lang="en-US" altLang="da-DK" sz="1600" b="1" dirty="0" err="1">
                <a:solidFill>
                  <a:schemeClr val="tx1"/>
                </a:solidFill>
                <a:latin typeface="Courier New" pitchFamily="49" charset="0"/>
              </a:rPr>
              <a:t>.phone</a:t>
            </a:r>
            <a:r>
              <a:rPr lang="en-US" altLang="da-DK" sz="1600" b="1" dirty="0">
                <a:solidFill>
                  <a:schemeClr val="tx1"/>
                </a:solidFill>
                <a:latin typeface="Courier New" pitchFamily="49" charset="0"/>
              </a:rPr>
              <a:t> = </a:t>
            </a:r>
            <a:r>
              <a:rPr lang="en-US" altLang="da-DK" sz="1600" b="1" dirty="0" err="1">
                <a:solidFill>
                  <a:schemeClr val="tx1"/>
                </a:solidFill>
                <a:latin typeface="Courier New" pitchFamily="49" charset="0"/>
              </a:rPr>
              <a:t>phone.trim</a:t>
            </a:r>
            <a:r>
              <a:rPr lang="en-US" altLang="da-DK" sz="1600" b="1" dirty="0">
                <a:solidFill>
                  <a:schemeClr val="tx1"/>
                </a:solidFill>
                <a:latin typeface="Courier New" pitchFamily="49" charset="0"/>
              </a:rPr>
              <a:t>();</a:t>
            </a:r>
          </a:p>
          <a:p>
            <a:pPr eaLnBrk="1" hangingPunct="1"/>
            <a:r>
              <a:rPr lang="en-US" altLang="da-DK" sz="1600" b="1" dirty="0">
                <a:solidFill>
                  <a:schemeClr val="tx1"/>
                </a:solidFill>
                <a:latin typeface="Courier New" pitchFamily="49" charset="0"/>
              </a:rPr>
              <a:t>  </a:t>
            </a:r>
            <a:r>
              <a:rPr lang="en-US" altLang="da-DK" sz="1600" b="1" dirty="0" err="1">
                <a:solidFill>
                  <a:srgbClr val="0070C0"/>
                </a:solidFill>
                <a:latin typeface="Courier New" pitchFamily="49" charset="0"/>
              </a:rPr>
              <a:t>this</a:t>
            </a:r>
            <a:r>
              <a:rPr lang="en-US" altLang="da-DK" sz="1600" b="1" dirty="0" err="1">
                <a:solidFill>
                  <a:schemeClr val="tx1"/>
                </a:solidFill>
                <a:latin typeface="Courier New" pitchFamily="49" charset="0"/>
              </a:rPr>
              <a:t>.address</a:t>
            </a:r>
            <a:r>
              <a:rPr lang="en-US" altLang="da-DK" sz="1600" b="1" dirty="0">
                <a:solidFill>
                  <a:schemeClr val="tx1"/>
                </a:solidFill>
                <a:latin typeface="Courier New" pitchFamily="49" charset="0"/>
              </a:rPr>
              <a:t> = </a:t>
            </a:r>
            <a:r>
              <a:rPr lang="en-US" altLang="da-DK" sz="1600" b="1" dirty="0" err="1">
                <a:solidFill>
                  <a:schemeClr val="tx1"/>
                </a:solidFill>
                <a:latin typeface="Courier New" pitchFamily="49" charset="0"/>
              </a:rPr>
              <a:t>address.trim</a:t>
            </a:r>
            <a:r>
              <a:rPr lang="en-US" altLang="da-DK" sz="1600" b="1" dirty="0">
                <a:solidFill>
                  <a:schemeClr val="tx1"/>
                </a:solidFill>
                <a:latin typeface="Courier New" pitchFamily="49" charset="0"/>
              </a:rPr>
              <a:t>();</a:t>
            </a:r>
          </a:p>
          <a:p>
            <a:pPr eaLnBrk="1" hangingPunct="1">
              <a:spcBef>
                <a:spcPts val="600"/>
              </a:spcBef>
            </a:pPr>
            <a:r>
              <a:rPr lang="en-US" altLang="da-DK" sz="1600" b="1" dirty="0">
                <a:solidFill>
                  <a:schemeClr val="tx1"/>
                </a:solidFill>
                <a:latin typeface="Courier New" pitchFamily="49" charset="0"/>
              </a:rPr>
              <a:t>  </a:t>
            </a:r>
            <a:r>
              <a:rPr lang="en-US" altLang="da-DK" sz="1600" b="1" dirty="0">
                <a:solidFill>
                  <a:srgbClr val="7030A0"/>
                </a:solidFill>
                <a:latin typeface="Courier New" pitchFamily="49" charset="0"/>
              </a:rPr>
              <a:t>if</a:t>
            </a:r>
            <a:r>
              <a:rPr lang="en-US" altLang="da-DK" sz="1600" b="1" dirty="0">
                <a:solidFill>
                  <a:schemeClr val="tx1"/>
                </a:solidFill>
                <a:latin typeface="Courier New" pitchFamily="49" charset="0"/>
              </a:rPr>
              <a:t>(</a:t>
            </a:r>
            <a:r>
              <a:rPr lang="en-US" altLang="da-DK" sz="1600" b="1" dirty="0" err="1">
                <a:solidFill>
                  <a:srgbClr val="0070C0"/>
                </a:solidFill>
                <a:latin typeface="Courier New" pitchFamily="49" charset="0"/>
              </a:rPr>
              <a:t>this</a:t>
            </a:r>
            <a:r>
              <a:rPr lang="en-US" altLang="da-DK" sz="1600" b="1" dirty="0" err="1">
                <a:solidFill>
                  <a:schemeClr val="tx1"/>
                </a:solidFill>
                <a:latin typeface="Courier New" pitchFamily="49" charset="0"/>
              </a:rPr>
              <a:t>.name.isEmpty</a:t>
            </a:r>
            <a:r>
              <a:rPr lang="en-US" altLang="da-DK" sz="1600" b="1" dirty="0">
                <a:solidFill>
                  <a:schemeClr val="tx1"/>
                </a:solidFill>
                <a:latin typeface="Courier New" pitchFamily="49" charset="0"/>
              </a:rPr>
              <a:t>() &amp;&amp; </a:t>
            </a:r>
            <a:r>
              <a:rPr lang="en-US" altLang="da-DK" sz="1600" b="1" dirty="0" err="1">
                <a:solidFill>
                  <a:srgbClr val="0070C0"/>
                </a:solidFill>
                <a:latin typeface="Courier New" pitchFamily="49" charset="0"/>
              </a:rPr>
              <a:t>this</a:t>
            </a:r>
            <a:r>
              <a:rPr lang="en-US" altLang="da-DK" sz="1600" b="1" dirty="0" err="1">
                <a:solidFill>
                  <a:schemeClr val="tx1"/>
                </a:solidFill>
                <a:latin typeface="Courier New" pitchFamily="49" charset="0"/>
              </a:rPr>
              <a:t>.phone.isEmpty</a:t>
            </a:r>
            <a:r>
              <a:rPr lang="en-US" altLang="da-DK" sz="1600" b="1" dirty="0">
                <a:solidFill>
                  <a:schemeClr val="tx1"/>
                </a:solidFill>
                <a:latin typeface="Courier New" pitchFamily="49" charset="0"/>
              </a:rPr>
              <a:t>() {</a:t>
            </a:r>
          </a:p>
          <a:p>
            <a:pPr eaLnBrk="1" hangingPunct="1"/>
            <a:r>
              <a:rPr lang="en-US" altLang="da-DK" sz="1600" b="1" dirty="0">
                <a:solidFill>
                  <a:schemeClr val="tx1"/>
                </a:solidFill>
                <a:latin typeface="Courier New" pitchFamily="49" charset="0"/>
              </a:rPr>
              <a:t>    </a:t>
            </a:r>
            <a:r>
              <a:rPr lang="en-US" altLang="da-DK" sz="1600" b="1" dirty="0">
                <a:solidFill>
                  <a:srgbClr val="7030A0"/>
                </a:solidFill>
                <a:latin typeface="Courier New" pitchFamily="49" charset="0"/>
              </a:rPr>
              <a:t>throw new</a:t>
            </a:r>
            <a:r>
              <a:rPr lang="en-US" altLang="da-DK" sz="1600" b="1" dirty="0">
                <a:solidFill>
                  <a:schemeClr val="tx1"/>
                </a:solidFill>
                <a:latin typeface="Courier New" pitchFamily="49" charset="0"/>
              </a:rPr>
              <a:t> </a:t>
            </a:r>
            <a:r>
              <a:rPr lang="en-US" altLang="da-DK" sz="1600" b="1" dirty="0" err="1">
                <a:solidFill>
                  <a:schemeClr val="tx1"/>
                </a:solidFill>
                <a:latin typeface="Courier New" pitchFamily="49" charset="0"/>
              </a:rPr>
              <a:t>IllegalStateException</a:t>
            </a:r>
            <a:r>
              <a:rPr lang="en-US" altLang="da-DK" sz="1600" b="1" dirty="0">
                <a:solidFill>
                  <a:schemeClr val="tx1"/>
                </a:solidFill>
                <a:latin typeface="Courier New" pitchFamily="49" charset="0"/>
              </a:rPr>
              <a:t>(</a:t>
            </a:r>
          </a:p>
          <a:p>
            <a:pPr eaLnBrk="1" hangingPunct="1"/>
            <a:r>
              <a:rPr lang="en-US" altLang="da-DK" sz="1600" b="1" dirty="0">
                <a:solidFill>
                  <a:schemeClr val="tx1"/>
                </a:solidFill>
                <a:latin typeface="Courier New" pitchFamily="49" charset="0"/>
              </a:rPr>
              <a:t>       </a:t>
            </a:r>
            <a:r>
              <a:rPr lang="en-US" altLang="da-DK" sz="1600" b="1" dirty="0">
                <a:solidFill>
                  <a:srgbClr val="008000"/>
                </a:solidFill>
                <a:latin typeface="Courier New" pitchFamily="49" charset="0"/>
              </a:rPr>
              <a:t>"Either name or phone must be non-empty"</a:t>
            </a:r>
            <a:r>
              <a:rPr lang="en-US" altLang="da-DK" sz="1600" b="1" dirty="0">
                <a:solidFill>
                  <a:schemeClr val="tx1"/>
                </a:solidFill>
                <a:latin typeface="Courier New" pitchFamily="49" charset="0"/>
              </a:rPr>
              <a:t>);</a:t>
            </a:r>
          </a:p>
          <a:p>
            <a:pPr eaLnBrk="1" hangingPunct="1">
              <a:lnSpc>
                <a:spcPct val="60000"/>
              </a:lnSpc>
            </a:pPr>
            <a:r>
              <a:rPr lang="en-US" altLang="da-DK" sz="1600" b="1" dirty="0">
                <a:solidFill>
                  <a:schemeClr val="tx1"/>
                </a:solidFill>
                <a:latin typeface="Courier New" pitchFamily="49" charset="0"/>
              </a:rPr>
              <a:t>  }</a:t>
            </a:r>
          </a:p>
          <a:p>
            <a:pPr eaLnBrk="1" hangingPunct="1">
              <a:lnSpc>
                <a:spcPct val="60000"/>
              </a:lnSpc>
            </a:pPr>
            <a:r>
              <a:rPr lang="en-US" altLang="da-DK" sz="1600" b="1" dirty="0">
                <a:solidFill>
                  <a:schemeClr val="tx1"/>
                </a:solidFill>
                <a:latin typeface="Courier New" pitchFamily="49" charset="0"/>
              </a:rPr>
              <a:t>}</a:t>
            </a:r>
            <a:endParaRPr lang="da-DK" altLang="da-DK" sz="1600" b="1" dirty="0">
              <a:solidFill>
                <a:schemeClr val="tx1"/>
              </a:solidFill>
              <a:latin typeface="Courier New" pitchFamily="49" charset="0"/>
            </a:endParaRPr>
          </a:p>
        </p:txBody>
      </p:sp>
      <p:sp>
        <p:nvSpPr>
          <p:cNvPr id="16" name="Rectangle 28"/>
          <p:cNvSpPr>
            <a:spLocks noChangeArrowheads="1"/>
          </p:cNvSpPr>
          <p:nvPr/>
        </p:nvSpPr>
        <p:spPr bwMode="auto">
          <a:xfrm>
            <a:off x="2411248" y="2350317"/>
            <a:ext cx="4534835" cy="745221"/>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17" name="Text Box 21"/>
          <p:cNvSpPr txBox="1">
            <a:spLocks noChangeArrowheads="1"/>
          </p:cNvSpPr>
          <p:nvPr/>
        </p:nvSpPr>
        <p:spPr bwMode="auto">
          <a:xfrm>
            <a:off x="139783" y="2072508"/>
            <a:ext cx="2024098"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ct val="50000"/>
              </a:spcBef>
              <a:buFontTx/>
              <a:buNone/>
            </a:pPr>
            <a:r>
              <a:rPr lang="da-DK" altLang="da-DK" sz="1400" b="1" dirty="0">
                <a:solidFill>
                  <a:srgbClr val="FF0000"/>
                </a:solidFill>
              </a:rPr>
              <a:t>Det tjekkes om en eller flere parameter- værdier er null.</a:t>
            </a:r>
          </a:p>
          <a:p>
            <a:pPr eaLnBrk="1" hangingPunct="1">
              <a:lnSpc>
                <a:spcPct val="90000"/>
              </a:lnSpc>
              <a:spcBef>
                <a:spcPct val="50000"/>
              </a:spcBef>
              <a:buFontTx/>
              <a:buNone/>
            </a:pPr>
            <a:r>
              <a:rPr lang="da-DK" altLang="da-DK" sz="1400" b="1" dirty="0">
                <a:solidFill>
                  <a:srgbClr val="FF0000"/>
                </a:solidFill>
              </a:rPr>
              <a:t>I så fald sættes de til den tomme streng</a:t>
            </a:r>
          </a:p>
        </p:txBody>
      </p:sp>
      <p:sp>
        <p:nvSpPr>
          <p:cNvPr id="18" name="Line 22"/>
          <p:cNvSpPr>
            <a:spLocks noChangeShapeType="1"/>
          </p:cNvSpPr>
          <p:nvPr/>
        </p:nvSpPr>
        <p:spPr bwMode="auto">
          <a:xfrm>
            <a:off x="1960120" y="2605743"/>
            <a:ext cx="451128" cy="0"/>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20" name="Rectangle 28"/>
          <p:cNvSpPr>
            <a:spLocks noChangeArrowheads="1"/>
          </p:cNvSpPr>
          <p:nvPr/>
        </p:nvSpPr>
        <p:spPr bwMode="auto">
          <a:xfrm>
            <a:off x="2441158" y="3171630"/>
            <a:ext cx="3740999" cy="737893"/>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21" name="Text Box 21"/>
          <p:cNvSpPr txBox="1">
            <a:spLocks noChangeArrowheads="1"/>
          </p:cNvSpPr>
          <p:nvPr/>
        </p:nvSpPr>
        <p:spPr bwMode="auto">
          <a:xfrm>
            <a:off x="158638" y="3518302"/>
            <a:ext cx="1472184"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ct val="50000"/>
              </a:spcBef>
              <a:buFontTx/>
              <a:buNone/>
            </a:pPr>
            <a:r>
              <a:rPr lang="da-DK" altLang="da-DK" sz="1400" b="1" dirty="0">
                <a:solidFill>
                  <a:srgbClr val="FF0000"/>
                </a:solidFill>
              </a:rPr>
              <a:t>Feltvariablerne initialiseres</a:t>
            </a:r>
          </a:p>
        </p:txBody>
      </p:sp>
      <p:sp>
        <p:nvSpPr>
          <p:cNvPr id="22" name="Line 22"/>
          <p:cNvSpPr>
            <a:spLocks noChangeShapeType="1"/>
          </p:cNvSpPr>
          <p:nvPr/>
        </p:nvSpPr>
        <p:spPr bwMode="auto">
          <a:xfrm flipV="1">
            <a:off x="1630822" y="3660753"/>
            <a:ext cx="776780" cy="2138"/>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23" name="Rectangle 28"/>
          <p:cNvSpPr>
            <a:spLocks noChangeArrowheads="1"/>
          </p:cNvSpPr>
          <p:nvPr/>
        </p:nvSpPr>
        <p:spPr bwMode="auto">
          <a:xfrm>
            <a:off x="2421772" y="3963620"/>
            <a:ext cx="6001791" cy="931653"/>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24" name="Text Box 21"/>
          <p:cNvSpPr txBox="1">
            <a:spLocks noChangeArrowheads="1"/>
          </p:cNvSpPr>
          <p:nvPr/>
        </p:nvSpPr>
        <p:spPr bwMode="auto">
          <a:xfrm>
            <a:off x="134513" y="4293096"/>
            <a:ext cx="1876218" cy="867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ct val="50000"/>
              </a:spcBef>
              <a:buFontTx/>
              <a:buNone/>
            </a:pPr>
            <a:r>
              <a:rPr lang="da-DK" altLang="da-DK" sz="1400" b="1" dirty="0">
                <a:solidFill>
                  <a:srgbClr val="FF0000"/>
                </a:solidFill>
              </a:rPr>
              <a:t>Hvis både name</a:t>
            </a:r>
            <a:br>
              <a:rPr lang="da-DK" altLang="da-DK" sz="1400" b="1" dirty="0">
                <a:solidFill>
                  <a:srgbClr val="FF0000"/>
                </a:solidFill>
              </a:rPr>
            </a:br>
            <a:r>
              <a:rPr lang="da-DK" altLang="da-DK" sz="1400" b="1" dirty="0">
                <a:solidFill>
                  <a:srgbClr val="FF0000"/>
                </a:solidFill>
              </a:rPr>
              <a:t>og </a:t>
            </a:r>
            <a:r>
              <a:rPr lang="da-DK" altLang="da-DK" sz="1400" b="1" dirty="0" err="1">
                <a:solidFill>
                  <a:srgbClr val="FF0000"/>
                </a:solidFill>
              </a:rPr>
              <a:t>phone</a:t>
            </a:r>
            <a:r>
              <a:rPr lang="da-DK" altLang="da-DK" sz="1400" b="1" dirty="0">
                <a:solidFill>
                  <a:srgbClr val="FF0000"/>
                </a:solidFill>
              </a:rPr>
              <a:t> er den</a:t>
            </a:r>
            <a:br>
              <a:rPr lang="da-DK" altLang="da-DK" sz="1400" b="1" dirty="0">
                <a:solidFill>
                  <a:srgbClr val="FF0000"/>
                </a:solidFill>
              </a:rPr>
            </a:br>
            <a:r>
              <a:rPr lang="da-DK" altLang="da-DK" sz="1400" b="1" dirty="0">
                <a:solidFill>
                  <a:srgbClr val="FF0000"/>
                </a:solidFill>
              </a:rPr>
              <a:t>tomme tekststreng,</a:t>
            </a:r>
            <a:br>
              <a:rPr lang="da-DK" altLang="da-DK" sz="1400" b="1" dirty="0">
                <a:solidFill>
                  <a:srgbClr val="FF0000"/>
                </a:solidFill>
              </a:rPr>
            </a:br>
            <a:r>
              <a:rPr lang="da-DK" altLang="da-DK" sz="1400" b="1" dirty="0">
                <a:solidFill>
                  <a:srgbClr val="FF0000"/>
                </a:solidFill>
              </a:rPr>
              <a:t>kastes en exception</a:t>
            </a:r>
          </a:p>
        </p:txBody>
      </p:sp>
      <p:sp>
        <p:nvSpPr>
          <p:cNvPr id="25" name="Line 22"/>
          <p:cNvSpPr>
            <a:spLocks noChangeShapeType="1"/>
          </p:cNvSpPr>
          <p:nvPr/>
        </p:nvSpPr>
        <p:spPr bwMode="auto">
          <a:xfrm flipV="1">
            <a:off x="1691680" y="4558140"/>
            <a:ext cx="704926" cy="2312"/>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26" name="Text Box 21"/>
          <p:cNvSpPr txBox="1">
            <a:spLocks noChangeArrowheads="1"/>
          </p:cNvSpPr>
          <p:nvPr/>
        </p:nvSpPr>
        <p:spPr bwMode="auto">
          <a:xfrm>
            <a:off x="107504" y="5141862"/>
            <a:ext cx="5256584"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ct val="50000"/>
              </a:spcBef>
              <a:buFontTx/>
              <a:buNone/>
            </a:pPr>
            <a:r>
              <a:rPr lang="da-DK" altLang="da-DK" sz="1400" b="1" dirty="0">
                <a:solidFill>
                  <a:srgbClr val="FF0000"/>
                </a:solidFill>
              </a:rPr>
              <a:t>Det giver ikke mening at oprette objektet, idet man ikke har nogen fornuftig nøgle, hvormed det kan tilgås (i </a:t>
            </a:r>
            <a:r>
              <a:rPr lang="da-DK" altLang="da-DK" sz="1400" b="1" dirty="0" err="1">
                <a:solidFill>
                  <a:srgbClr val="FF0000"/>
                </a:solidFill>
              </a:rPr>
              <a:t>Map'en</a:t>
            </a:r>
            <a:r>
              <a:rPr lang="da-DK" altLang="da-DK" sz="1400" b="1" dirty="0">
                <a:solidFill>
                  <a:srgbClr val="FF0000"/>
                </a:solidFill>
              </a:rPr>
              <a:t>)</a:t>
            </a:r>
          </a:p>
        </p:txBody>
      </p:sp>
    </p:spTree>
    <p:extLst>
      <p:ext uri="{BB962C8B-B14F-4D97-AF65-F5344CB8AC3E}">
        <p14:creationId xmlns:p14="http://schemas.microsoft.com/office/powerpoint/2010/main" val="1220257513"/>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67544" y="260648"/>
            <a:ext cx="8676456" cy="682625"/>
          </a:xfrm>
        </p:spPr>
        <p:txBody>
          <a:bodyPr/>
          <a:lstStyle/>
          <a:p>
            <a:r>
              <a:rPr lang="da-DK" altLang="da-DK" sz="3200" dirty="0">
                <a:ea typeface="ＭＳ Ｐゴシック" pitchFamily="34" charset="-128"/>
              </a:rPr>
              <a:t>Checked exceptions</a:t>
            </a:r>
          </a:p>
        </p:txBody>
      </p:sp>
      <p:sp>
        <p:nvSpPr>
          <p:cNvPr id="2" name="Slide Number Placeholder 1"/>
          <p:cNvSpPr>
            <a:spLocks noGrp="1"/>
          </p:cNvSpPr>
          <p:nvPr>
            <p:ph type="sldNum" sz="quarter" idx="4294967295"/>
          </p:nvPr>
        </p:nvSpPr>
        <p:spPr>
          <a:xfrm>
            <a:off x="8532440" y="6400800"/>
            <a:ext cx="611560" cy="457200"/>
          </a:xfrm>
          <a:prstGeom prst="rect">
            <a:avLst/>
          </a:prstGeom>
        </p:spPr>
        <p:txBody>
          <a:bodyPr/>
          <a:lstStyle/>
          <a:p>
            <a:pPr>
              <a:defRPr/>
            </a:pPr>
            <a:fld id="{2CA5836E-6711-417F-AF48-31ACC3CF4030}" type="slidenum">
              <a:rPr lang="da-DK" altLang="da-DK" smtClean="0"/>
              <a:pPr>
                <a:defRPr/>
              </a:pPr>
              <a:t>14</a:t>
            </a:fld>
            <a:endParaRPr lang="da-DK" altLang="da-DK" dirty="0"/>
          </a:p>
        </p:txBody>
      </p:sp>
      <p:sp>
        <p:nvSpPr>
          <p:cNvPr id="4" name="Rectangle 3"/>
          <p:cNvSpPr txBox="1">
            <a:spLocks noChangeArrowheads="1"/>
          </p:cNvSpPr>
          <p:nvPr/>
        </p:nvSpPr>
        <p:spPr bwMode="auto">
          <a:xfrm>
            <a:off x="611560" y="980728"/>
            <a:ext cx="8532440" cy="1014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pPr marL="342900" lvl="1" indent="-342900">
              <a:spcBef>
                <a:spcPts val="1200"/>
              </a:spcBef>
              <a:buChar char="•"/>
            </a:pPr>
            <a:r>
              <a:rPr lang="da-DK" altLang="da-DK" b="1" dirty="0">
                <a:solidFill>
                  <a:srgbClr val="A50021"/>
                </a:solidFill>
                <a:ea typeface="ＭＳ Ｐゴシック" pitchFamily="34" charset="-128"/>
                <a:cs typeface="ＭＳ Ｐゴシック" pitchFamily="-106" charset="-128"/>
              </a:rPr>
              <a:t>En metode, der kan kaste en </a:t>
            </a:r>
            <a:r>
              <a:rPr lang="da-DK" altLang="da-DK" b="1" dirty="0">
                <a:solidFill>
                  <a:srgbClr val="008000"/>
                </a:solidFill>
                <a:ea typeface="ＭＳ Ｐゴシック" pitchFamily="34" charset="-128"/>
                <a:cs typeface="ＭＳ Ｐゴシック" pitchFamily="-106" charset="-128"/>
              </a:rPr>
              <a:t>checked exception</a:t>
            </a:r>
            <a:r>
              <a:rPr lang="da-DK" altLang="da-DK" b="1" dirty="0">
                <a:solidFill>
                  <a:srgbClr val="A50021"/>
                </a:solidFill>
                <a:ea typeface="ＭＳ Ｐゴシック" pitchFamily="34" charset="-128"/>
                <a:cs typeface="ＭＳ Ｐゴシック" pitchFamily="-106" charset="-128"/>
              </a:rPr>
              <a:t>, skal angive dette i sit hoved ved hjælp af det reserverede ord </a:t>
            </a:r>
            <a:r>
              <a:rPr lang="da-DK" altLang="da-DK" b="1" dirty="0">
                <a:solidFill>
                  <a:srgbClr val="008000"/>
                </a:solidFill>
                <a:ea typeface="ＭＳ Ｐゴシック" pitchFamily="34" charset="-128"/>
                <a:cs typeface="ＭＳ Ｐゴシック" pitchFamily="-106" charset="-128"/>
              </a:rPr>
              <a:t>throws</a:t>
            </a:r>
          </a:p>
          <a:p>
            <a:pPr lvl="1">
              <a:spcBef>
                <a:spcPts val="300"/>
              </a:spcBef>
              <a:buFontTx/>
              <a:buChar char="–"/>
            </a:pPr>
            <a:r>
              <a:rPr lang="da-DK" altLang="da-DK" sz="1800" spc="-40" dirty="0">
                <a:ea typeface="ＭＳ Ｐゴシック" pitchFamily="34" charset="-128"/>
              </a:rPr>
              <a:t>Tilladt at anvende throws for unchecked exceptions, men dette anbefales ikke</a:t>
            </a:r>
          </a:p>
        </p:txBody>
      </p:sp>
      <p:sp>
        <p:nvSpPr>
          <p:cNvPr id="19" name="Text Box 4"/>
          <p:cNvSpPr txBox="1">
            <a:spLocks noChangeArrowheads="1"/>
          </p:cNvSpPr>
          <p:nvPr/>
        </p:nvSpPr>
        <p:spPr bwMode="auto">
          <a:xfrm>
            <a:off x="1069434" y="2016130"/>
            <a:ext cx="7584685" cy="586957"/>
          </a:xfrm>
          <a:prstGeom prst="rect">
            <a:avLst/>
          </a:prstGeom>
          <a:solidFill>
            <a:srgbClr val="FFFFCC"/>
          </a:solidFill>
          <a:ln w="28575">
            <a:solidFill>
              <a:srgbClr val="0000FF"/>
            </a:solidFill>
            <a:miter lim="800000"/>
            <a:headEnd/>
            <a:tailEnd/>
          </a:ln>
        </p:spPr>
        <p:txBody>
          <a:bodyPr wrap="square" lIns="90000" tIns="46800" rIns="90000" bIns="46800">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eaLnBrk="1" hangingPunct="1"/>
            <a:r>
              <a:rPr lang="en-US" altLang="da-DK" sz="1600" b="1" dirty="0">
                <a:solidFill>
                  <a:srgbClr val="7030A0"/>
                </a:solidFill>
                <a:latin typeface="Courier New" pitchFamily="49" charset="0"/>
              </a:rPr>
              <a:t>public</a:t>
            </a:r>
            <a:r>
              <a:rPr lang="en-US" altLang="da-DK" sz="1600" b="1" dirty="0">
                <a:solidFill>
                  <a:schemeClr val="tx1"/>
                </a:solidFill>
                <a:latin typeface="Courier New" pitchFamily="49" charset="0"/>
              </a:rPr>
              <a:t> </a:t>
            </a:r>
            <a:r>
              <a:rPr lang="en-US" altLang="da-DK" sz="1600" b="1" dirty="0">
                <a:solidFill>
                  <a:srgbClr val="FF0000"/>
                </a:solidFill>
                <a:latin typeface="Courier New" pitchFamily="49" charset="0"/>
              </a:rPr>
              <a:t>void</a:t>
            </a:r>
            <a:r>
              <a:rPr lang="en-US" altLang="da-DK" sz="1600" b="1" dirty="0">
                <a:solidFill>
                  <a:schemeClr val="tx1"/>
                </a:solidFill>
                <a:latin typeface="Courier New" pitchFamily="49" charset="0"/>
              </a:rPr>
              <a:t> </a:t>
            </a:r>
            <a:r>
              <a:rPr lang="en-US" altLang="da-DK" sz="1600" b="1" dirty="0" err="1">
                <a:solidFill>
                  <a:schemeClr val="tx1"/>
                </a:solidFill>
                <a:latin typeface="Courier New" pitchFamily="49" charset="0"/>
              </a:rPr>
              <a:t>saveToFile</a:t>
            </a:r>
            <a:r>
              <a:rPr lang="en-US" altLang="da-DK" sz="1600" b="1" dirty="0">
                <a:solidFill>
                  <a:schemeClr val="tx1"/>
                </a:solidFill>
                <a:latin typeface="Courier New" pitchFamily="49" charset="0"/>
              </a:rPr>
              <a:t>(String filename) </a:t>
            </a:r>
            <a:r>
              <a:rPr lang="en-US" altLang="da-DK" sz="1600" b="1" dirty="0">
                <a:solidFill>
                  <a:srgbClr val="7030A0"/>
                </a:solidFill>
                <a:latin typeface="Courier New" pitchFamily="49" charset="0"/>
              </a:rPr>
              <a:t>throws</a:t>
            </a:r>
            <a:r>
              <a:rPr lang="en-US" altLang="da-DK" sz="1600" b="1" dirty="0">
                <a:solidFill>
                  <a:schemeClr val="tx1"/>
                </a:solidFill>
                <a:latin typeface="Courier New" pitchFamily="49" charset="0"/>
              </a:rPr>
              <a:t> </a:t>
            </a:r>
            <a:r>
              <a:rPr lang="en-US" altLang="da-DK" sz="1600" b="1" dirty="0" err="1">
                <a:solidFill>
                  <a:schemeClr val="tx1"/>
                </a:solidFill>
                <a:latin typeface="Courier New" pitchFamily="49" charset="0"/>
              </a:rPr>
              <a:t>IOException</a:t>
            </a:r>
            <a:r>
              <a:rPr lang="en-US" altLang="da-DK" sz="1600" b="1" dirty="0">
                <a:solidFill>
                  <a:schemeClr val="tx1"/>
                </a:solidFill>
                <a:latin typeface="Courier New" pitchFamily="49" charset="0"/>
              </a:rPr>
              <a:t> {</a:t>
            </a:r>
          </a:p>
          <a:p>
            <a:pPr eaLnBrk="1" hangingPunct="1">
              <a:lnSpc>
                <a:spcPct val="60000"/>
              </a:lnSpc>
            </a:pPr>
            <a:r>
              <a:rPr lang="en-US" altLang="da-DK" sz="1600" b="1" dirty="0">
                <a:solidFill>
                  <a:schemeClr val="tx1"/>
                </a:solidFill>
                <a:latin typeface="Courier New" pitchFamily="49" charset="0"/>
              </a:rPr>
              <a:t>  ...</a:t>
            </a:r>
          </a:p>
          <a:p>
            <a:pPr eaLnBrk="1" hangingPunct="1">
              <a:lnSpc>
                <a:spcPct val="40000"/>
              </a:lnSpc>
            </a:pPr>
            <a:r>
              <a:rPr lang="en-US" altLang="da-DK" sz="1600" b="1" dirty="0">
                <a:solidFill>
                  <a:schemeClr val="tx1"/>
                </a:solidFill>
                <a:latin typeface="Courier New" pitchFamily="49" charset="0"/>
              </a:rPr>
              <a:t>}</a:t>
            </a:r>
          </a:p>
        </p:txBody>
      </p:sp>
      <p:sp>
        <p:nvSpPr>
          <p:cNvPr id="28" name="Rectangle 3"/>
          <p:cNvSpPr txBox="1">
            <a:spLocks noChangeArrowheads="1"/>
          </p:cNvSpPr>
          <p:nvPr/>
        </p:nvSpPr>
        <p:spPr bwMode="auto">
          <a:xfrm>
            <a:off x="611560" y="2780928"/>
            <a:ext cx="8424936" cy="70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pPr marL="342900" lvl="1" indent="-342900">
              <a:spcBef>
                <a:spcPts val="1200"/>
              </a:spcBef>
              <a:buChar char="•"/>
            </a:pPr>
            <a:r>
              <a:rPr lang="da-DK" altLang="da-DK" b="1" spc="-50" dirty="0">
                <a:solidFill>
                  <a:srgbClr val="A50021"/>
                </a:solidFill>
                <a:ea typeface="ＭＳ Ｐゴシック" pitchFamily="34" charset="-128"/>
                <a:cs typeface="ＭＳ Ｐゴシック" pitchFamily="-106" charset="-128"/>
              </a:rPr>
              <a:t>Når man kalder en metode, der kan kaste en </a:t>
            </a:r>
            <a:r>
              <a:rPr lang="da-DK" altLang="da-DK" b="1" spc="-50" dirty="0">
                <a:solidFill>
                  <a:srgbClr val="008000"/>
                </a:solidFill>
                <a:ea typeface="ＭＳ Ｐゴシック" pitchFamily="34" charset="-128"/>
                <a:cs typeface="ＭＳ Ｐゴシック" pitchFamily="-106" charset="-128"/>
              </a:rPr>
              <a:t>checked exception</a:t>
            </a:r>
            <a:r>
              <a:rPr lang="da-DK" altLang="da-DK" b="1" spc="-50" dirty="0">
                <a:solidFill>
                  <a:srgbClr val="A50021"/>
                </a:solidFill>
                <a:ea typeface="ＭＳ Ｐゴシック" pitchFamily="34" charset="-128"/>
                <a:cs typeface="ＭＳ Ｐゴシック" pitchFamily="-106" charset="-128"/>
              </a:rPr>
              <a:t>, skal man være parat til at </a:t>
            </a:r>
            <a:r>
              <a:rPr lang="da-DK" altLang="da-DK" b="1" spc="-50" dirty="0">
                <a:solidFill>
                  <a:srgbClr val="008000"/>
                </a:solidFill>
                <a:ea typeface="ＭＳ Ｐゴシック" pitchFamily="34" charset="-128"/>
                <a:cs typeface="ＭＳ Ｐゴシック" pitchFamily="-106" charset="-128"/>
              </a:rPr>
              <a:t>gribe</a:t>
            </a:r>
            <a:r>
              <a:rPr lang="da-DK" altLang="da-DK" b="1" spc="-50" dirty="0">
                <a:solidFill>
                  <a:srgbClr val="A50021"/>
                </a:solidFill>
                <a:ea typeface="ＭＳ Ｐゴシック" pitchFamily="34" charset="-128"/>
                <a:cs typeface="ＭＳ Ｐゴシック" pitchFamily="-106" charset="-128"/>
              </a:rPr>
              <a:t> denne ved hjælp af en </a:t>
            </a:r>
            <a:r>
              <a:rPr lang="da-DK" altLang="da-DK" b="1" spc="-50" dirty="0">
                <a:solidFill>
                  <a:srgbClr val="008000"/>
                </a:solidFill>
                <a:ea typeface="ＭＳ Ｐゴシック" pitchFamily="34" charset="-128"/>
                <a:cs typeface="ＭＳ Ｐゴシック" pitchFamily="-106" charset="-128"/>
              </a:rPr>
              <a:t>try-catch</a:t>
            </a:r>
            <a:r>
              <a:rPr lang="da-DK" altLang="da-DK" b="1" spc="-50" dirty="0">
                <a:solidFill>
                  <a:srgbClr val="A50021"/>
                </a:solidFill>
                <a:ea typeface="ＭＳ Ｐゴシック" pitchFamily="34" charset="-128"/>
                <a:cs typeface="ＭＳ Ｐゴシック" pitchFamily="-106" charset="-128"/>
              </a:rPr>
              <a:t> sætning</a:t>
            </a:r>
          </a:p>
        </p:txBody>
      </p:sp>
      <p:sp>
        <p:nvSpPr>
          <p:cNvPr id="29" name="Text Box 4"/>
          <p:cNvSpPr txBox="1">
            <a:spLocks noChangeArrowheads="1"/>
          </p:cNvSpPr>
          <p:nvPr/>
        </p:nvSpPr>
        <p:spPr bwMode="auto">
          <a:xfrm>
            <a:off x="2435751" y="3573016"/>
            <a:ext cx="6600745" cy="2141228"/>
          </a:xfrm>
          <a:prstGeom prst="rect">
            <a:avLst/>
          </a:prstGeom>
          <a:solidFill>
            <a:srgbClr val="FFFFCC"/>
          </a:solidFill>
          <a:ln w="28575">
            <a:solidFill>
              <a:srgbClr val="0000FF"/>
            </a:solidFill>
            <a:miter lim="800000"/>
            <a:headEnd/>
            <a:tailEnd/>
          </a:ln>
        </p:spPr>
        <p:txBody>
          <a:bodyPr wrap="square" lIns="90000" tIns="46800" rIns="90000" bIns="46800">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eaLnBrk="1" hangingPunct="1"/>
            <a:r>
              <a:rPr lang="en-US" altLang="da-DK" sz="1600" b="1" dirty="0">
                <a:solidFill>
                  <a:srgbClr val="7030A0"/>
                </a:solidFill>
                <a:latin typeface="Courier New" pitchFamily="49" charset="0"/>
              </a:rPr>
              <a:t>try</a:t>
            </a:r>
            <a:r>
              <a:rPr lang="en-US" altLang="da-DK" sz="1600" b="1" dirty="0">
                <a:solidFill>
                  <a:schemeClr val="tx1"/>
                </a:solidFill>
                <a:latin typeface="Courier New" pitchFamily="49" charset="0"/>
              </a:rPr>
              <a:t> {</a:t>
            </a:r>
          </a:p>
          <a:p>
            <a:pPr eaLnBrk="1" hangingPunct="1"/>
            <a:r>
              <a:rPr lang="en-US" altLang="da-DK" sz="1600" b="1" dirty="0">
                <a:solidFill>
                  <a:schemeClr val="tx1"/>
                </a:solidFill>
                <a:latin typeface="Courier New" pitchFamily="49" charset="0"/>
              </a:rPr>
              <a:t>  filename = ... </a:t>
            </a:r>
            <a:r>
              <a:rPr lang="en-US" altLang="da-DK" sz="1600" b="1" dirty="0">
                <a:solidFill>
                  <a:srgbClr val="0000FF"/>
                </a:solidFill>
                <a:latin typeface="Courier New" pitchFamily="49" charset="0"/>
              </a:rPr>
              <a:t>// Request filename from user</a:t>
            </a:r>
          </a:p>
          <a:p>
            <a:pPr eaLnBrk="1" hangingPunct="1"/>
            <a:r>
              <a:rPr lang="en-US" altLang="da-DK" sz="1600" b="1" dirty="0">
                <a:solidFill>
                  <a:schemeClr val="tx1"/>
                </a:solidFill>
                <a:latin typeface="Courier New" pitchFamily="49" charset="0"/>
              </a:rPr>
              <a:t>  </a:t>
            </a:r>
            <a:r>
              <a:rPr lang="en-US" altLang="da-DK" sz="1600" b="1" dirty="0" err="1">
                <a:solidFill>
                  <a:schemeClr val="tx1"/>
                </a:solidFill>
                <a:latin typeface="Courier New" pitchFamily="49" charset="0"/>
              </a:rPr>
              <a:t>addressbook.saveToFile</a:t>
            </a:r>
            <a:r>
              <a:rPr lang="en-US" altLang="da-DK" sz="1600" b="1" dirty="0">
                <a:solidFill>
                  <a:schemeClr val="tx1"/>
                </a:solidFill>
                <a:latin typeface="Courier New" pitchFamily="49" charset="0"/>
              </a:rPr>
              <a:t>(filename);</a:t>
            </a:r>
          </a:p>
          <a:p>
            <a:pPr eaLnBrk="1" hangingPunct="1"/>
            <a:r>
              <a:rPr lang="en-US" altLang="da-DK" sz="1600" b="1" dirty="0">
                <a:solidFill>
                  <a:schemeClr val="tx1"/>
                </a:solidFill>
                <a:latin typeface="Courier New" pitchFamily="49" charset="0"/>
              </a:rPr>
              <a:t>  successful = </a:t>
            </a:r>
            <a:r>
              <a:rPr lang="en-US" altLang="da-DK" sz="1600" b="1" dirty="0">
                <a:solidFill>
                  <a:srgbClr val="0070C0"/>
                </a:solidFill>
                <a:latin typeface="Courier New" pitchFamily="49" charset="0"/>
              </a:rPr>
              <a:t>true</a:t>
            </a:r>
            <a:r>
              <a:rPr lang="en-US" altLang="da-DK" sz="1600" b="1" dirty="0">
                <a:solidFill>
                  <a:schemeClr val="tx1"/>
                </a:solidFill>
                <a:latin typeface="Courier New" pitchFamily="49" charset="0"/>
              </a:rPr>
              <a:t>;</a:t>
            </a:r>
          </a:p>
          <a:p>
            <a:pPr eaLnBrk="1" hangingPunct="1">
              <a:lnSpc>
                <a:spcPct val="50000"/>
              </a:lnSpc>
            </a:pPr>
            <a:r>
              <a:rPr lang="en-US" altLang="da-DK" sz="1600" b="1" dirty="0">
                <a:solidFill>
                  <a:schemeClr val="tx1"/>
                </a:solidFill>
                <a:latin typeface="Courier New" pitchFamily="49" charset="0"/>
              </a:rPr>
              <a:t>}</a:t>
            </a:r>
          </a:p>
          <a:p>
            <a:pPr eaLnBrk="1" hangingPunct="1"/>
            <a:r>
              <a:rPr lang="en-US" altLang="da-DK" sz="1600" b="1" dirty="0">
                <a:solidFill>
                  <a:srgbClr val="7030A0"/>
                </a:solidFill>
                <a:latin typeface="Courier New" pitchFamily="49" charset="0"/>
              </a:rPr>
              <a:t>catch</a:t>
            </a:r>
            <a:r>
              <a:rPr lang="en-US" altLang="da-DK" sz="1600" b="1" dirty="0">
                <a:solidFill>
                  <a:schemeClr val="tx1"/>
                </a:solidFill>
                <a:latin typeface="Courier New" pitchFamily="49" charset="0"/>
              </a:rPr>
              <a:t>(</a:t>
            </a:r>
            <a:r>
              <a:rPr lang="en-US" altLang="da-DK" sz="800" b="1" dirty="0">
                <a:solidFill>
                  <a:schemeClr val="tx1"/>
                </a:solidFill>
                <a:latin typeface="Courier New" pitchFamily="49" charset="0"/>
              </a:rPr>
              <a:t> </a:t>
            </a:r>
            <a:r>
              <a:rPr lang="en-US" altLang="da-DK" sz="1600" b="1" dirty="0" err="1">
                <a:solidFill>
                  <a:schemeClr val="tx1"/>
                </a:solidFill>
                <a:latin typeface="Courier New" pitchFamily="49" charset="0"/>
              </a:rPr>
              <a:t>IOException</a:t>
            </a:r>
            <a:r>
              <a:rPr lang="en-US" altLang="da-DK" sz="1600" b="1" dirty="0">
                <a:solidFill>
                  <a:schemeClr val="tx1"/>
                </a:solidFill>
                <a:latin typeface="Courier New" pitchFamily="49" charset="0"/>
              </a:rPr>
              <a:t> e</a:t>
            </a:r>
            <a:r>
              <a:rPr lang="en-US" altLang="da-DK" sz="800" b="1" dirty="0">
                <a:solidFill>
                  <a:schemeClr val="tx1"/>
                </a:solidFill>
                <a:latin typeface="Courier New" pitchFamily="49" charset="0"/>
              </a:rPr>
              <a:t> </a:t>
            </a:r>
            <a:r>
              <a:rPr lang="en-US" altLang="da-DK" sz="1600" b="1" dirty="0">
                <a:solidFill>
                  <a:schemeClr val="tx1"/>
                </a:solidFill>
                <a:latin typeface="Courier New" pitchFamily="49" charset="0"/>
              </a:rPr>
              <a:t>) {</a:t>
            </a:r>
          </a:p>
          <a:p>
            <a:pPr eaLnBrk="1" hangingPunct="1">
              <a:spcBef>
                <a:spcPts val="600"/>
              </a:spcBef>
            </a:pPr>
            <a:r>
              <a:rPr lang="en-US" altLang="da-DK" sz="1600" b="1" dirty="0">
                <a:solidFill>
                  <a:schemeClr val="tx1"/>
                </a:solidFill>
                <a:latin typeface="Courier New" pitchFamily="49" charset="0"/>
              </a:rPr>
              <a:t>  </a:t>
            </a:r>
            <a:r>
              <a:rPr lang="en-US" altLang="da-DK" sz="1600" b="1" dirty="0" err="1">
                <a:solidFill>
                  <a:schemeClr val="tx1"/>
                </a:solidFill>
                <a:latin typeface="Courier New" pitchFamily="49" charset="0"/>
              </a:rPr>
              <a:t>System.out.println</a:t>
            </a:r>
            <a:r>
              <a:rPr lang="en-US" altLang="da-DK" sz="1600" b="1" dirty="0">
                <a:solidFill>
                  <a:schemeClr val="tx1"/>
                </a:solidFill>
                <a:latin typeface="Courier New" pitchFamily="49" charset="0"/>
              </a:rPr>
              <a:t>(</a:t>
            </a:r>
            <a:r>
              <a:rPr lang="en-US" altLang="da-DK" sz="1600" b="1" dirty="0">
                <a:solidFill>
                  <a:srgbClr val="008000"/>
                </a:solidFill>
                <a:latin typeface="Courier New" pitchFamily="49" charset="0"/>
              </a:rPr>
              <a:t>"Unable</a:t>
            </a:r>
            <a:r>
              <a:rPr lang="en-US" altLang="da-DK" sz="800" b="1" dirty="0">
                <a:solidFill>
                  <a:srgbClr val="008000"/>
                </a:solidFill>
                <a:latin typeface="Courier New" pitchFamily="49" charset="0"/>
              </a:rPr>
              <a:t> </a:t>
            </a:r>
            <a:r>
              <a:rPr lang="en-US" altLang="da-DK" sz="1600" b="1" dirty="0">
                <a:solidFill>
                  <a:srgbClr val="008000"/>
                </a:solidFill>
                <a:latin typeface="Courier New" pitchFamily="49" charset="0"/>
              </a:rPr>
              <a:t>to</a:t>
            </a:r>
            <a:r>
              <a:rPr lang="en-US" altLang="da-DK" sz="800" b="1" dirty="0">
                <a:solidFill>
                  <a:srgbClr val="008000"/>
                </a:solidFill>
                <a:latin typeface="Courier New" pitchFamily="49" charset="0"/>
              </a:rPr>
              <a:t> </a:t>
            </a:r>
            <a:r>
              <a:rPr lang="en-US" altLang="da-DK" sz="1600" b="1" dirty="0">
                <a:solidFill>
                  <a:srgbClr val="008000"/>
                </a:solidFill>
                <a:latin typeface="Courier New" pitchFamily="49" charset="0"/>
              </a:rPr>
              <a:t>save</a:t>
            </a:r>
            <a:r>
              <a:rPr lang="en-US" altLang="da-DK" sz="800" b="1" dirty="0">
                <a:solidFill>
                  <a:srgbClr val="008000"/>
                </a:solidFill>
                <a:latin typeface="Courier New" pitchFamily="49" charset="0"/>
              </a:rPr>
              <a:t> </a:t>
            </a:r>
            <a:r>
              <a:rPr lang="en-US" altLang="da-DK" sz="1600" b="1" dirty="0">
                <a:solidFill>
                  <a:srgbClr val="008000"/>
                </a:solidFill>
                <a:latin typeface="Courier New" pitchFamily="49" charset="0"/>
              </a:rPr>
              <a:t>to</a:t>
            </a:r>
            <a:r>
              <a:rPr lang="en-US" altLang="da-DK" sz="800" b="1" dirty="0">
                <a:solidFill>
                  <a:srgbClr val="008000"/>
                </a:solidFill>
                <a:latin typeface="Courier New" pitchFamily="49" charset="0"/>
              </a:rPr>
              <a:t> </a:t>
            </a:r>
            <a:r>
              <a:rPr lang="en-US" altLang="da-DK" sz="1600" b="1" dirty="0">
                <a:solidFill>
                  <a:srgbClr val="008000"/>
                </a:solidFill>
                <a:latin typeface="Courier New" pitchFamily="49" charset="0"/>
              </a:rPr>
              <a:t>"</a:t>
            </a:r>
            <a:r>
              <a:rPr lang="en-US" altLang="da-DK" sz="1600" b="1" dirty="0">
                <a:solidFill>
                  <a:schemeClr val="tx1"/>
                </a:solidFill>
                <a:latin typeface="Courier New" pitchFamily="49" charset="0"/>
              </a:rPr>
              <a:t> + filename);</a:t>
            </a:r>
          </a:p>
          <a:p>
            <a:pPr eaLnBrk="1" hangingPunct="1"/>
            <a:r>
              <a:rPr lang="en-US" altLang="da-DK" sz="1600" b="1" dirty="0">
                <a:solidFill>
                  <a:schemeClr val="tx1"/>
                </a:solidFill>
                <a:latin typeface="Courier New" pitchFamily="49" charset="0"/>
              </a:rPr>
              <a:t>  successful = </a:t>
            </a:r>
            <a:r>
              <a:rPr lang="en-US" altLang="da-DK" sz="1600" b="1" dirty="0">
                <a:solidFill>
                  <a:srgbClr val="0070C0"/>
                </a:solidFill>
                <a:latin typeface="Courier New" pitchFamily="49" charset="0"/>
              </a:rPr>
              <a:t>false</a:t>
            </a:r>
            <a:r>
              <a:rPr lang="en-US" altLang="da-DK" sz="1600" b="1" dirty="0">
                <a:solidFill>
                  <a:schemeClr val="tx1"/>
                </a:solidFill>
                <a:latin typeface="Courier New" pitchFamily="49" charset="0"/>
              </a:rPr>
              <a:t>;</a:t>
            </a:r>
          </a:p>
          <a:p>
            <a:pPr eaLnBrk="1" hangingPunct="1">
              <a:lnSpc>
                <a:spcPct val="50000"/>
              </a:lnSpc>
            </a:pPr>
            <a:r>
              <a:rPr lang="en-US" altLang="da-DK" sz="1600" b="1" dirty="0">
                <a:solidFill>
                  <a:schemeClr val="tx1"/>
                </a:solidFill>
                <a:latin typeface="Courier New" pitchFamily="49" charset="0"/>
              </a:rPr>
              <a:t>}</a:t>
            </a:r>
          </a:p>
        </p:txBody>
      </p:sp>
      <p:sp>
        <p:nvSpPr>
          <p:cNvPr id="30" name="Rectangle 28"/>
          <p:cNvSpPr>
            <a:spLocks noChangeArrowheads="1"/>
          </p:cNvSpPr>
          <p:nvPr/>
        </p:nvSpPr>
        <p:spPr bwMode="auto">
          <a:xfrm>
            <a:off x="4224558" y="4118147"/>
            <a:ext cx="2664670" cy="228517"/>
          </a:xfrm>
          <a:prstGeom prst="rect">
            <a:avLst/>
          </a:prstGeom>
          <a:noFill/>
          <a:ln w="25400">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31" name="Text Box 21"/>
          <p:cNvSpPr txBox="1">
            <a:spLocks noChangeArrowheads="1"/>
          </p:cNvSpPr>
          <p:nvPr/>
        </p:nvSpPr>
        <p:spPr bwMode="auto">
          <a:xfrm>
            <a:off x="7223455" y="4070352"/>
            <a:ext cx="1906100" cy="437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80000"/>
              </a:lnSpc>
              <a:spcBef>
                <a:spcPct val="50000"/>
              </a:spcBef>
              <a:buFontTx/>
              <a:buNone/>
            </a:pPr>
            <a:r>
              <a:rPr lang="da-DK" altLang="da-DK" sz="1400" b="1" spc="-60" dirty="0">
                <a:solidFill>
                  <a:srgbClr val="008000"/>
                </a:solidFill>
              </a:rPr>
              <a:t>Metodekald, der kan </a:t>
            </a:r>
            <a:r>
              <a:rPr lang="da-DK" altLang="da-DK" sz="1400" b="1" dirty="0">
                <a:solidFill>
                  <a:srgbClr val="008000"/>
                </a:solidFill>
              </a:rPr>
              <a:t>kaste exception</a:t>
            </a:r>
          </a:p>
        </p:txBody>
      </p:sp>
      <p:sp>
        <p:nvSpPr>
          <p:cNvPr id="32" name="Line 22"/>
          <p:cNvSpPr>
            <a:spLocks noChangeShapeType="1"/>
          </p:cNvSpPr>
          <p:nvPr/>
        </p:nvSpPr>
        <p:spPr bwMode="auto">
          <a:xfrm flipH="1" flipV="1">
            <a:off x="6889228" y="4224199"/>
            <a:ext cx="358692" cy="0"/>
          </a:xfrm>
          <a:prstGeom prst="line">
            <a:avLst/>
          </a:prstGeom>
          <a:noFill/>
          <a:ln w="28575">
            <a:solidFill>
              <a:srgbClr val="008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33" name="Rectangle 28"/>
          <p:cNvSpPr>
            <a:spLocks noChangeArrowheads="1"/>
          </p:cNvSpPr>
          <p:nvPr/>
        </p:nvSpPr>
        <p:spPr bwMode="auto">
          <a:xfrm>
            <a:off x="3302161" y="4727747"/>
            <a:ext cx="1641700" cy="237862"/>
          </a:xfrm>
          <a:prstGeom prst="rect">
            <a:avLst/>
          </a:prstGeom>
          <a:noFill/>
          <a:ln w="25400">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34" name="Line 22"/>
          <p:cNvSpPr>
            <a:spLocks noChangeShapeType="1"/>
          </p:cNvSpPr>
          <p:nvPr/>
        </p:nvSpPr>
        <p:spPr bwMode="auto">
          <a:xfrm flipH="1" flipV="1">
            <a:off x="5345476" y="4837467"/>
            <a:ext cx="372528" cy="0"/>
          </a:xfrm>
          <a:prstGeom prst="line">
            <a:avLst/>
          </a:prstGeom>
          <a:noFill/>
          <a:ln w="28575">
            <a:solidFill>
              <a:srgbClr val="008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35" name="Text Box 21"/>
          <p:cNvSpPr txBox="1">
            <a:spLocks noChangeArrowheads="1"/>
          </p:cNvSpPr>
          <p:nvPr/>
        </p:nvSpPr>
        <p:spPr bwMode="auto">
          <a:xfrm>
            <a:off x="5709842" y="4601661"/>
            <a:ext cx="2944277" cy="437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80000"/>
              </a:lnSpc>
              <a:spcBef>
                <a:spcPct val="50000"/>
              </a:spcBef>
              <a:buFontTx/>
              <a:buNone/>
            </a:pPr>
            <a:r>
              <a:rPr lang="da-DK" altLang="da-DK" sz="1400" b="1" dirty="0">
                <a:solidFill>
                  <a:srgbClr val="008000"/>
                </a:solidFill>
              </a:rPr>
              <a:t>Den exception som kan kastes, og som skal gribes</a:t>
            </a:r>
          </a:p>
        </p:txBody>
      </p:sp>
      <p:sp>
        <p:nvSpPr>
          <p:cNvPr id="36" name="Rectangle 28"/>
          <p:cNvSpPr>
            <a:spLocks noChangeArrowheads="1"/>
          </p:cNvSpPr>
          <p:nvPr/>
        </p:nvSpPr>
        <p:spPr bwMode="auto">
          <a:xfrm>
            <a:off x="2719845" y="5035595"/>
            <a:ext cx="6190207" cy="472357"/>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38" name="Text Box 21"/>
          <p:cNvSpPr txBox="1">
            <a:spLocks noChangeArrowheads="1"/>
          </p:cNvSpPr>
          <p:nvPr/>
        </p:nvSpPr>
        <p:spPr bwMode="auto">
          <a:xfrm>
            <a:off x="131121" y="4509120"/>
            <a:ext cx="2329263"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ts val="0"/>
              </a:spcBef>
              <a:buFontTx/>
              <a:buNone/>
            </a:pPr>
            <a:r>
              <a:rPr lang="da-DK" altLang="da-DK" sz="1400" b="1" dirty="0">
                <a:solidFill>
                  <a:srgbClr val="008000"/>
                </a:solidFill>
              </a:rPr>
              <a:t>catch blokken</a:t>
            </a:r>
            <a:r>
              <a:rPr lang="da-DK" altLang="da-DK" sz="1400" b="1" dirty="0">
                <a:solidFill>
                  <a:srgbClr val="FF0000"/>
                </a:solidFill>
              </a:rPr>
              <a:t> indeholder de sætninger, der skal udføres for at reparere situationen, dvs. </a:t>
            </a:r>
            <a:r>
              <a:rPr lang="da-DK" altLang="da-DK" sz="1400" b="1" dirty="0">
                <a:solidFill>
                  <a:srgbClr val="008000"/>
                </a:solidFill>
              </a:rPr>
              <a:t>gribe</a:t>
            </a:r>
            <a:r>
              <a:rPr lang="da-DK" altLang="da-DK" sz="1400" b="1" dirty="0">
                <a:solidFill>
                  <a:srgbClr val="FF0000"/>
                </a:solidFill>
              </a:rPr>
              <a:t> den kastede exception</a:t>
            </a:r>
          </a:p>
        </p:txBody>
      </p:sp>
      <p:sp>
        <p:nvSpPr>
          <p:cNvPr id="39" name="Line 22"/>
          <p:cNvSpPr>
            <a:spLocks noChangeShapeType="1"/>
          </p:cNvSpPr>
          <p:nvPr/>
        </p:nvSpPr>
        <p:spPr bwMode="auto">
          <a:xfrm flipV="1">
            <a:off x="2195735" y="5229199"/>
            <a:ext cx="524109" cy="1"/>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40" name="Text Box 21"/>
          <p:cNvSpPr txBox="1">
            <a:spLocks noChangeArrowheads="1"/>
          </p:cNvSpPr>
          <p:nvPr/>
        </p:nvSpPr>
        <p:spPr bwMode="auto">
          <a:xfrm>
            <a:off x="974038" y="5944981"/>
            <a:ext cx="7359239" cy="536044"/>
          </a:xfrm>
          <a:prstGeom prst="rect">
            <a:avLst/>
          </a:prstGeom>
          <a:solidFill>
            <a:srgbClr val="CCECFF"/>
          </a:solidFill>
          <a:ln w="28575">
            <a:solidFill>
              <a:srgbClr val="0000FF"/>
            </a:solidFill>
          </a:ln>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marL="176213" indent="-176213">
              <a:spcBef>
                <a:spcPts val="100"/>
              </a:spcBef>
              <a:buFont typeface="Arial" panose="020B0604020202020204" pitchFamily="34" charset="0"/>
              <a:buChar char="•"/>
            </a:pPr>
            <a:r>
              <a:rPr lang="da-DK" altLang="da-DK" sz="1400" b="1" dirty="0">
                <a:solidFill>
                  <a:srgbClr val="0000FF"/>
                </a:solidFill>
              </a:rPr>
              <a:t>Hvis der kastes en exception, overføres kontrollen fra try blokken til catch blokken</a:t>
            </a:r>
          </a:p>
          <a:p>
            <a:pPr marL="176213" indent="-176213" eaLnBrk="1" hangingPunct="1">
              <a:spcBef>
                <a:spcPts val="100"/>
              </a:spcBef>
              <a:buFont typeface="Arial" panose="020B0604020202020204" pitchFamily="34" charset="0"/>
              <a:buChar char="•"/>
            </a:pPr>
            <a:r>
              <a:rPr lang="da-DK" altLang="da-DK" sz="1400" b="1" dirty="0">
                <a:solidFill>
                  <a:srgbClr val="0000FF"/>
                </a:solidFill>
              </a:rPr>
              <a:t>Catch blokken udføres kun, hvis der kastes en exception i try blokken</a:t>
            </a:r>
          </a:p>
        </p:txBody>
      </p:sp>
      <p:sp>
        <p:nvSpPr>
          <p:cNvPr id="18" name="Rectangle 28"/>
          <p:cNvSpPr>
            <a:spLocks noChangeArrowheads="1"/>
          </p:cNvSpPr>
          <p:nvPr/>
        </p:nvSpPr>
        <p:spPr bwMode="auto">
          <a:xfrm>
            <a:off x="6026444" y="2072629"/>
            <a:ext cx="2306833" cy="23074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20" name="Text Box 21"/>
          <p:cNvSpPr txBox="1">
            <a:spLocks noChangeArrowheads="1"/>
          </p:cNvSpPr>
          <p:nvPr/>
        </p:nvSpPr>
        <p:spPr bwMode="auto">
          <a:xfrm>
            <a:off x="107504" y="3594770"/>
            <a:ext cx="2329263" cy="867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ts val="0"/>
              </a:spcBef>
              <a:buFontTx/>
              <a:buNone/>
            </a:pPr>
            <a:r>
              <a:rPr lang="da-DK" altLang="da-DK" sz="1400" b="1" dirty="0">
                <a:solidFill>
                  <a:srgbClr val="008000"/>
                </a:solidFill>
              </a:rPr>
              <a:t>try blokken</a:t>
            </a:r>
            <a:r>
              <a:rPr lang="da-DK" altLang="da-DK" sz="1400" b="1" dirty="0">
                <a:solidFill>
                  <a:srgbClr val="FF0000"/>
                </a:solidFill>
              </a:rPr>
              <a:t> indeholder de sætninger, der kan føre til, at der </a:t>
            </a:r>
            <a:r>
              <a:rPr lang="da-DK" altLang="da-DK" sz="1400" b="1" dirty="0">
                <a:solidFill>
                  <a:srgbClr val="008000"/>
                </a:solidFill>
              </a:rPr>
              <a:t>kastes</a:t>
            </a:r>
            <a:r>
              <a:rPr lang="da-DK" altLang="da-DK" sz="1400" b="1" dirty="0">
                <a:solidFill>
                  <a:srgbClr val="FF0000"/>
                </a:solidFill>
              </a:rPr>
              <a:t> en exception</a:t>
            </a:r>
          </a:p>
        </p:txBody>
      </p:sp>
      <p:sp>
        <p:nvSpPr>
          <p:cNvPr id="21" name="Line 22"/>
          <p:cNvSpPr>
            <a:spLocks noChangeShapeType="1"/>
          </p:cNvSpPr>
          <p:nvPr/>
        </p:nvSpPr>
        <p:spPr bwMode="auto">
          <a:xfrm>
            <a:off x="2259997" y="4129317"/>
            <a:ext cx="468314" cy="0"/>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22" name="Rectangle 28"/>
          <p:cNvSpPr>
            <a:spLocks noChangeArrowheads="1"/>
          </p:cNvSpPr>
          <p:nvPr/>
        </p:nvSpPr>
        <p:spPr bwMode="auto">
          <a:xfrm>
            <a:off x="2732716" y="3859487"/>
            <a:ext cx="6181288" cy="725242"/>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Tree>
    <p:extLst>
      <p:ext uri="{BB962C8B-B14F-4D97-AF65-F5344CB8AC3E}">
        <p14:creationId xmlns:p14="http://schemas.microsoft.com/office/powerpoint/2010/main" val="339126059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animBg="1"/>
      <p:bldP spid="30" grpId="0" animBg="1"/>
      <p:bldP spid="31" grpId="0"/>
      <p:bldP spid="32" grpId="0" animBg="1"/>
      <p:bldP spid="33" grpId="0" animBg="1"/>
      <p:bldP spid="34" grpId="0" animBg="1"/>
      <p:bldP spid="35" grpId="0"/>
      <p:bldP spid="36" grpId="0" animBg="1"/>
      <p:bldP spid="38" grpId="0"/>
      <p:bldP spid="39" grpId="0" animBg="1"/>
      <p:bldP spid="40" grpId="0" animBg="1"/>
      <p:bldP spid="20" grpId="0"/>
      <p:bldP spid="21" grpId="0" animBg="1"/>
      <p:bldP spid="2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67544" y="260648"/>
            <a:ext cx="8676456" cy="682625"/>
          </a:xfrm>
        </p:spPr>
        <p:txBody>
          <a:bodyPr/>
          <a:lstStyle/>
          <a:p>
            <a:r>
              <a:rPr lang="da-DK" altLang="da-DK" sz="3200" dirty="0">
                <a:ea typeface="ＭＳ Ｐゴシック" pitchFamily="34" charset="-128"/>
              </a:rPr>
              <a:t>Try-</a:t>
            </a:r>
            <a:r>
              <a:rPr lang="da-DK" altLang="da-DK" sz="3200" dirty="0" err="1">
                <a:ea typeface="ＭＳ Ｐゴシック" pitchFamily="34" charset="-128"/>
              </a:rPr>
              <a:t>catch</a:t>
            </a:r>
            <a:r>
              <a:rPr lang="da-DK" altLang="da-DK" sz="3200" dirty="0">
                <a:ea typeface="ＭＳ Ｐゴシック" pitchFamily="34" charset="-128"/>
              </a:rPr>
              <a:t> sætning</a:t>
            </a:r>
          </a:p>
        </p:txBody>
      </p:sp>
      <p:sp>
        <p:nvSpPr>
          <p:cNvPr id="4" name="Rectangle 3"/>
          <p:cNvSpPr txBox="1">
            <a:spLocks noChangeArrowheads="1"/>
          </p:cNvSpPr>
          <p:nvPr/>
        </p:nvSpPr>
        <p:spPr bwMode="auto">
          <a:xfrm>
            <a:off x="467544" y="1000418"/>
            <a:ext cx="8352928" cy="1924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pPr marL="342900" lvl="1" indent="-342900">
              <a:spcBef>
                <a:spcPts val="1200"/>
              </a:spcBef>
              <a:buChar char="•"/>
            </a:pPr>
            <a:r>
              <a:rPr lang="da-DK" altLang="da-DK" b="1" dirty="0">
                <a:solidFill>
                  <a:srgbClr val="A50021"/>
                </a:solidFill>
                <a:ea typeface="ＭＳ Ｐゴシック" pitchFamily="34" charset="-128"/>
                <a:cs typeface="ＭＳ Ｐゴシック" pitchFamily="-106" charset="-128"/>
              </a:rPr>
              <a:t>Der kan være </a:t>
            </a:r>
            <a:r>
              <a:rPr lang="da-DK" altLang="da-DK" b="1" dirty="0">
                <a:solidFill>
                  <a:srgbClr val="008000"/>
                </a:solidFill>
                <a:ea typeface="ＭＳ Ｐゴシック" pitchFamily="34" charset="-128"/>
                <a:cs typeface="ＭＳ Ｐゴシック" pitchFamily="-106" charset="-128"/>
              </a:rPr>
              <a:t>flere</a:t>
            </a:r>
            <a:r>
              <a:rPr lang="da-DK" altLang="da-DK" b="1" dirty="0">
                <a:solidFill>
                  <a:srgbClr val="A50021"/>
                </a:solidFill>
                <a:ea typeface="ＭＳ Ｐゴシック" pitchFamily="34" charset="-128"/>
                <a:cs typeface="ＭＳ Ｐゴシック" pitchFamily="-106" charset="-128"/>
              </a:rPr>
              <a:t> catch blokke </a:t>
            </a:r>
          </a:p>
          <a:p>
            <a:pPr lvl="1">
              <a:spcBef>
                <a:spcPts val="300"/>
              </a:spcBef>
              <a:buFontTx/>
              <a:buChar char="–"/>
            </a:pPr>
            <a:r>
              <a:rPr lang="da-DK" altLang="da-DK" sz="1800" dirty="0">
                <a:ea typeface="ＭＳ Ｐゴシック" pitchFamily="34" charset="-128"/>
              </a:rPr>
              <a:t>I så fald søges catch blokkene igennem forfra (som i en switch sætning)</a:t>
            </a:r>
          </a:p>
          <a:p>
            <a:pPr lvl="1">
              <a:spcBef>
                <a:spcPts val="300"/>
              </a:spcBef>
              <a:buFontTx/>
              <a:buChar char="–"/>
            </a:pPr>
            <a:r>
              <a:rPr lang="da-DK" altLang="da-DK" sz="1800" dirty="0">
                <a:ea typeface="ＭＳ Ｐゴシック" pitchFamily="34" charset="-128"/>
              </a:rPr>
              <a:t>Den første catch blok, hvor exception typen matcher, udføres</a:t>
            </a:r>
          </a:p>
          <a:p>
            <a:pPr lvl="1">
              <a:spcBef>
                <a:spcPts val="300"/>
              </a:spcBef>
            </a:pPr>
            <a:r>
              <a:rPr lang="da-DK" altLang="da-DK" sz="1800" dirty="0">
                <a:ea typeface="ＭＳ Ｐゴシック" pitchFamily="34" charset="-128"/>
              </a:rPr>
              <a:t>Rækkefølgen af catch blokkene er vigtig</a:t>
            </a:r>
          </a:p>
          <a:p>
            <a:pPr lvl="1">
              <a:spcBef>
                <a:spcPts val="300"/>
              </a:spcBef>
            </a:pPr>
            <a:r>
              <a:rPr lang="da-DK" altLang="da-DK" sz="1800" dirty="0">
                <a:ea typeface="ＭＳ Ｐゴシック" pitchFamily="34" charset="-128"/>
              </a:rPr>
              <a:t>Hvis catch blokken med </a:t>
            </a:r>
            <a:r>
              <a:rPr lang="da-DK" altLang="da-DK" sz="1800" dirty="0" err="1">
                <a:ea typeface="ＭＳ Ｐゴシック" pitchFamily="34" charset="-128"/>
              </a:rPr>
              <a:t>IOException</a:t>
            </a:r>
            <a:r>
              <a:rPr lang="da-DK" altLang="da-DK" sz="1800" dirty="0">
                <a:ea typeface="ＭＳ Ｐゴシック" pitchFamily="34" charset="-128"/>
              </a:rPr>
              <a:t> flyttes op foran de to andre, vil disse aldrig kunne udføres (hvilket oversætteren vil påpege)</a:t>
            </a:r>
          </a:p>
        </p:txBody>
      </p:sp>
      <p:sp>
        <p:nvSpPr>
          <p:cNvPr id="18" name="Text Box 4"/>
          <p:cNvSpPr txBox="1">
            <a:spLocks noChangeArrowheads="1"/>
          </p:cNvSpPr>
          <p:nvPr/>
        </p:nvSpPr>
        <p:spPr bwMode="auto">
          <a:xfrm>
            <a:off x="5148064" y="2912712"/>
            <a:ext cx="3904908" cy="2981458"/>
          </a:xfrm>
          <a:prstGeom prst="rect">
            <a:avLst/>
          </a:prstGeom>
          <a:solidFill>
            <a:srgbClr val="FFFFCC"/>
          </a:solidFill>
          <a:ln w="28575">
            <a:solidFill>
              <a:srgbClr val="0000FF"/>
            </a:solidFill>
            <a:miter lim="800000"/>
            <a:headEnd/>
            <a:tailEnd/>
          </a:ln>
        </p:spPr>
        <p:txBody>
          <a:bodyPr wrap="square" lIns="90000" tIns="46800" rIns="90000" bIns="46800">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eaLnBrk="1" hangingPunct="1"/>
            <a:r>
              <a:rPr lang="en-US" altLang="da-DK" sz="1400" b="1" spc="-100" dirty="0">
                <a:solidFill>
                  <a:srgbClr val="7030A0"/>
                </a:solidFill>
                <a:latin typeface="Courier New" pitchFamily="49" charset="0"/>
              </a:rPr>
              <a:t>try</a:t>
            </a:r>
            <a:r>
              <a:rPr lang="en-US" altLang="da-DK" sz="1400" b="1" spc="-100" dirty="0">
                <a:solidFill>
                  <a:schemeClr val="tx1"/>
                </a:solidFill>
                <a:latin typeface="Courier New" pitchFamily="49" charset="0"/>
              </a:rPr>
              <a:t> {</a:t>
            </a:r>
          </a:p>
          <a:p>
            <a:pPr eaLnBrk="1" hangingPunct="1">
              <a:lnSpc>
                <a:spcPct val="60000"/>
              </a:lnSpc>
            </a:pPr>
            <a:r>
              <a:rPr lang="en-US" altLang="da-DK" sz="1400" b="1" spc="-100" dirty="0">
                <a:solidFill>
                  <a:schemeClr val="tx1"/>
                </a:solidFill>
                <a:latin typeface="Courier New" pitchFamily="49" charset="0"/>
              </a:rPr>
              <a:t>  ...</a:t>
            </a:r>
          </a:p>
          <a:p>
            <a:pPr eaLnBrk="1" hangingPunct="1"/>
            <a:r>
              <a:rPr lang="en-US" altLang="da-DK" sz="1400" b="1" spc="-100" dirty="0">
                <a:solidFill>
                  <a:schemeClr val="tx1"/>
                </a:solidFill>
                <a:latin typeface="Courier New" pitchFamily="49" charset="0"/>
              </a:rPr>
              <a:t>  object-</a:t>
            </a:r>
            <a:r>
              <a:rPr lang="en-US" altLang="da-DK" sz="1400" b="1" spc="-100" dirty="0" err="1">
                <a:solidFill>
                  <a:schemeClr val="tx1"/>
                </a:solidFill>
                <a:latin typeface="Courier New" pitchFamily="49" charset="0"/>
              </a:rPr>
              <a:t>reference.method</a:t>
            </a:r>
            <a:r>
              <a:rPr lang="en-US" altLang="da-DK" sz="1400" b="1" spc="-100" dirty="0">
                <a:solidFill>
                  <a:schemeClr val="tx1"/>
                </a:solidFill>
                <a:latin typeface="Courier New" pitchFamily="49" charset="0"/>
              </a:rPr>
              <a:t>(...);</a:t>
            </a:r>
          </a:p>
          <a:p>
            <a:pPr eaLnBrk="1" hangingPunct="1">
              <a:lnSpc>
                <a:spcPct val="60000"/>
              </a:lnSpc>
            </a:pPr>
            <a:r>
              <a:rPr lang="en-US" altLang="da-DK" sz="1400" b="1" spc="-100" dirty="0">
                <a:solidFill>
                  <a:schemeClr val="tx1"/>
                </a:solidFill>
                <a:latin typeface="Courier New" pitchFamily="49" charset="0"/>
              </a:rPr>
              <a:t>  ...</a:t>
            </a:r>
          </a:p>
          <a:p>
            <a:pPr eaLnBrk="1" hangingPunct="1">
              <a:lnSpc>
                <a:spcPct val="60000"/>
              </a:lnSpc>
            </a:pPr>
            <a:r>
              <a:rPr lang="en-US" altLang="da-DK" sz="1400" b="1" spc="-100" dirty="0">
                <a:solidFill>
                  <a:schemeClr val="tx1"/>
                </a:solidFill>
                <a:latin typeface="Courier New" pitchFamily="49" charset="0"/>
              </a:rPr>
              <a:t>}</a:t>
            </a:r>
          </a:p>
          <a:p>
            <a:pPr eaLnBrk="1" hangingPunct="1"/>
            <a:r>
              <a:rPr lang="en-US" altLang="da-DK" sz="1400" b="1" spc="-100" dirty="0">
                <a:solidFill>
                  <a:srgbClr val="7030A0"/>
                </a:solidFill>
                <a:latin typeface="Courier New" pitchFamily="49" charset="0"/>
              </a:rPr>
              <a:t>catch</a:t>
            </a:r>
            <a:r>
              <a:rPr lang="en-US" altLang="da-DK" sz="800" b="1" spc="-100" dirty="0">
                <a:solidFill>
                  <a:srgbClr val="7030A0"/>
                </a:solidFill>
                <a:latin typeface="Courier New" pitchFamily="49" charset="0"/>
              </a:rPr>
              <a:t> </a:t>
            </a:r>
            <a:r>
              <a:rPr lang="en-US" altLang="da-DK" sz="1400" b="1" spc="-100" dirty="0">
                <a:solidFill>
                  <a:schemeClr val="tx1"/>
                </a:solidFill>
                <a:latin typeface="Courier New" pitchFamily="49" charset="0"/>
              </a:rPr>
              <a:t>(EOFException e) {</a:t>
            </a:r>
          </a:p>
          <a:p>
            <a:pPr eaLnBrk="1" hangingPunct="1"/>
            <a:r>
              <a:rPr lang="en-US" altLang="da-DK" sz="1400" b="1" spc="-100" dirty="0">
                <a:solidFill>
                  <a:schemeClr val="tx1"/>
                </a:solidFill>
                <a:latin typeface="Courier New" pitchFamily="49" charset="0"/>
              </a:rPr>
              <a:t>  </a:t>
            </a:r>
            <a:r>
              <a:rPr lang="en-US" altLang="da-DK" sz="1400" b="1" spc="-100" dirty="0">
                <a:solidFill>
                  <a:srgbClr val="0000FF"/>
                </a:solidFill>
                <a:latin typeface="Courier New" pitchFamily="49" charset="0"/>
              </a:rPr>
              <a:t>// Handle end of file exception</a:t>
            </a:r>
          </a:p>
          <a:p>
            <a:pPr eaLnBrk="1" hangingPunct="1">
              <a:lnSpc>
                <a:spcPct val="60000"/>
              </a:lnSpc>
            </a:pPr>
            <a:r>
              <a:rPr lang="en-US" altLang="da-DK" sz="1400" b="1" spc="-100" dirty="0">
                <a:solidFill>
                  <a:schemeClr val="tx1"/>
                </a:solidFill>
                <a:latin typeface="Courier New" pitchFamily="49" charset="0"/>
              </a:rPr>
              <a:t>  ...</a:t>
            </a:r>
          </a:p>
          <a:p>
            <a:pPr eaLnBrk="1" hangingPunct="1">
              <a:lnSpc>
                <a:spcPct val="60000"/>
              </a:lnSpc>
            </a:pPr>
            <a:r>
              <a:rPr lang="en-US" altLang="da-DK" sz="1400" b="1" spc="-100" dirty="0">
                <a:solidFill>
                  <a:schemeClr val="tx1"/>
                </a:solidFill>
                <a:latin typeface="Courier New" pitchFamily="49" charset="0"/>
              </a:rPr>
              <a:t>}</a:t>
            </a:r>
          </a:p>
          <a:p>
            <a:pPr eaLnBrk="1" hangingPunct="1"/>
            <a:r>
              <a:rPr lang="en-US" altLang="da-DK" sz="1400" b="1" spc="-100" dirty="0">
                <a:solidFill>
                  <a:srgbClr val="7030A0"/>
                </a:solidFill>
                <a:latin typeface="Courier New" pitchFamily="49" charset="0"/>
              </a:rPr>
              <a:t>catch</a:t>
            </a:r>
            <a:r>
              <a:rPr lang="en-US" altLang="da-DK" sz="800" b="1" spc="-100" dirty="0">
                <a:solidFill>
                  <a:srgbClr val="7030A0"/>
                </a:solidFill>
                <a:latin typeface="Courier New" pitchFamily="49" charset="0"/>
              </a:rPr>
              <a:t> </a:t>
            </a:r>
            <a:r>
              <a:rPr lang="en-US" altLang="da-DK" sz="1400" b="1" spc="-100" dirty="0">
                <a:solidFill>
                  <a:schemeClr val="tx1"/>
                </a:solidFill>
                <a:latin typeface="Courier New" pitchFamily="49" charset="0"/>
              </a:rPr>
              <a:t>(FileNotFoundException e) {</a:t>
            </a:r>
          </a:p>
          <a:p>
            <a:pPr eaLnBrk="1" hangingPunct="1"/>
            <a:r>
              <a:rPr lang="en-US" altLang="da-DK" sz="1400" b="1" spc="-100" dirty="0">
                <a:solidFill>
                  <a:schemeClr val="tx1"/>
                </a:solidFill>
                <a:latin typeface="Courier New" pitchFamily="49" charset="0"/>
              </a:rPr>
              <a:t>  </a:t>
            </a:r>
            <a:r>
              <a:rPr lang="en-US" altLang="da-DK" sz="1400" b="1" spc="-100" dirty="0">
                <a:solidFill>
                  <a:srgbClr val="0000FF"/>
                </a:solidFill>
                <a:latin typeface="Courier New" pitchFamily="49" charset="0"/>
              </a:rPr>
              <a:t>// Handle file not found exception</a:t>
            </a:r>
          </a:p>
          <a:p>
            <a:pPr eaLnBrk="1" hangingPunct="1">
              <a:lnSpc>
                <a:spcPct val="60000"/>
              </a:lnSpc>
            </a:pPr>
            <a:r>
              <a:rPr lang="en-US" altLang="da-DK" sz="1400" b="1" spc="-100" dirty="0">
                <a:solidFill>
                  <a:schemeClr val="tx1"/>
                </a:solidFill>
                <a:latin typeface="Courier New" pitchFamily="49" charset="0"/>
              </a:rPr>
              <a:t>    ...</a:t>
            </a:r>
          </a:p>
          <a:p>
            <a:pPr eaLnBrk="1" hangingPunct="1">
              <a:lnSpc>
                <a:spcPct val="60000"/>
              </a:lnSpc>
            </a:pPr>
            <a:r>
              <a:rPr lang="en-US" altLang="da-DK" sz="1400" b="1" spc="-100" dirty="0">
                <a:solidFill>
                  <a:schemeClr val="tx1"/>
                </a:solidFill>
                <a:latin typeface="Courier New" pitchFamily="49" charset="0"/>
              </a:rPr>
              <a:t>}</a:t>
            </a:r>
          </a:p>
          <a:p>
            <a:pPr eaLnBrk="1" hangingPunct="1"/>
            <a:r>
              <a:rPr lang="en-US" altLang="da-DK" sz="1400" b="1" spc="-100" dirty="0">
                <a:solidFill>
                  <a:srgbClr val="7030A0"/>
                </a:solidFill>
                <a:latin typeface="Courier New" pitchFamily="49" charset="0"/>
              </a:rPr>
              <a:t>catch</a:t>
            </a:r>
            <a:r>
              <a:rPr lang="en-US" altLang="da-DK" sz="800" b="1" spc="-100" dirty="0">
                <a:solidFill>
                  <a:srgbClr val="7030A0"/>
                </a:solidFill>
                <a:latin typeface="Courier New" pitchFamily="49" charset="0"/>
              </a:rPr>
              <a:t> </a:t>
            </a:r>
            <a:r>
              <a:rPr lang="en-US" altLang="da-DK" sz="1400" b="1" spc="-100" dirty="0">
                <a:solidFill>
                  <a:schemeClr val="tx1"/>
                </a:solidFill>
                <a:latin typeface="Courier New" pitchFamily="49" charset="0"/>
              </a:rPr>
              <a:t>(</a:t>
            </a:r>
            <a:r>
              <a:rPr lang="en-US" altLang="da-DK" sz="1400" b="1" spc="-100" dirty="0" err="1">
                <a:solidFill>
                  <a:schemeClr val="tx1"/>
                </a:solidFill>
                <a:latin typeface="Courier New" pitchFamily="49" charset="0"/>
              </a:rPr>
              <a:t>IOException</a:t>
            </a:r>
            <a:r>
              <a:rPr lang="en-US" altLang="da-DK" sz="1400" b="1" spc="-100" dirty="0">
                <a:solidFill>
                  <a:schemeClr val="tx1"/>
                </a:solidFill>
                <a:latin typeface="Courier New" pitchFamily="49" charset="0"/>
              </a:rPr>
              <a:t> e) {</a:t>
            </a:r>
          </a:p>
          <a:p>
            <a:pPr eaLnBrk="1" hangingPunct="1"/>
            <a:r>
              <a:rPr lang="en-US" altLang="da-DK" sz="1400" b="1" spc="-100" dirty="0">
                <a:solidFill>
                  <a:schemeClr val="tx1"/>
                </a:solidFill>
                <a:latin typeface="Courier New" pitchFamily="49" charset="0"/>
              </a:rPr>
              <a:t>  </a:t>
            </a:r>
            <a:r>
              <a:rPr lang="en-US" altLang="da-DK" sz="1400" b="1" spc="-100" dirty="0">
                <a:solidFill>
                  <a:srgbClr val="0000FF"/>
                </a:solidFill>
                <a:latin typeface="Courier New" pitchFamily="49" charset="0"/>
              </a:rPr>
              <a:t>// Handle other </a:t>
            </a:r>
            <a:r>
              <a:rPr lang="en-US" altLang="da-DK" sz="1400" b="1" spc="-100" dirty="0" err="1">
                <a:solidFill>
                  <a:srgbClr val="0000FF"/>
                </a:solidFill>
                <a:latin typeface="Courier New" pitchFamily="49" charset="0"/>
              </a:rPr>
              <a:t>IOExceptions</a:t>
            </a:r>
            <a:endParaRPr lang="en-US" altLang="da-DK" sz="1400" b="1" spc="-100" dirty="0">
              <a:solidFill>
                <a:srgbClr val="0000FF"/>
              </a:solidFill>
              <a:latin typeface="Courier New" pitchFamily="49" charset="0"/>
            </a:endParaRPr>
          </a:p>
          <a:p>
            <a:pPr eaLnBrk="1" hangingPunct="1">
              <a:lnSpc>
                <a:spcPct val="60000"/>
              </a:lnSpc>
            </a:pPr>
            <a:r>
              <a:rPr lang="en-US" altLang="da-DK" sz="1400" b="1" spc="-100" dirty="0">
                <a:solidFill>
                  <a:schemeClr val="tx1"/>
                </a:solidFill>
                <a:latin typeface="Courier New" pitchFamily="49" charset="0"/>
              </a:rPr>
              <a:t>    ...</a:t>
            </a:r>
          </a:p>
          <a:p>
            <a:pPr eaLnBrk="1" hangingPunct="1">
              <a:lnSpc>
                <a:spcPct val="60000"/>
              </a:lnSpc>
            </a:pPr>
            <a:r>
              <a:rPr lang="en-US" altLang="da-DK" sz="1400" b="1" spc="-100" dirty="0">
                <a:solidFill>
                  <a:schemeClr val="tx1"/>
                </a:solidFill>
                <a:latin typeface="Courier New" pitchFamily="49" charset="0"/>
              </a:rPr>
              <a:t>}</a:t>
            </a:r>
          </a:p>
        </p:txBody>
      </p:sp>
      <p:sp>
        <p:nvSpPr>
          <p:cNvPr id="20" name="Rectangle 3"/>
          <p:cNvSpPr txBox="1">
            <a:spLocks noChangeArrowheads="1"/>
          </p:cNvSpPr>
          <p:nvPr/>
        </p:nvSpPr>
        <p:spPr bwMode="auto">
          <a:xfrm>
            <a:off x="467544" y="3008204"/>
            <a:ext cx="4672694" cy="3733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pPr marL="342900" lvl="1" indent="-342900">
              <a:spcBef>
                <a:spcPts val="1200"/>
              </a:spcBef>
              <a:buChar char="•"/>
            </a:pPr>
            <a:r>
              <a:rPr lang="da-DK" altLang="da-DK" b="1" dirty="0">
                <a:solidFill>
                  <a:srgbClr val="A50021"/>
                </a:solidFill>
                <a:ea typeface="ＭＳ Ｐゴシック" pitchFamily="34" charset="-128"/>
                <a:cs typeface="ＭＳ Ｐゴシック" pitchFamily="-106" charset="-128"/>
              </a:rPr>
              <a:t>Via variablen e kan man få information om, hvad der gik galt</a:t>
            </a:r>
          </a:p>
          <a:p>
            <a:pPr lvl="1">
              <a:spcBef>
                <a:spcPts val="300"/>
              </a:spcBef>
            </a:pPr>
            <a:r>
              <a:rPr lang="da-DK" altLang="da-DK" sz="1800" dirty="0">
                <a:ea typeface="ＭＳ Ｐゴシック" pitchFamily="34" charset="-128"/>
              </a:rPr>
              <a:t>Giver adgang til "</a:t>
            </a:r>
            <a:r>
              <a:rPr lang="da-DK" altLang="da-DK" sz="1800" dirty="0" err="1">
                <a:ea typeface="ＭＳ Ｐゴシック" pitchFamily="34" charset="-128"/>
              </a:rPr>
              <a:t>detailed</a:t>
            </a:r>
            <a:r>
              <a:rPr lang="da-DK" altLang="da-DK" sz="1800" dirty="0">
                <a:ea typeface="ＭＳ Ｐゴシック" pitchFamily="34" charset="-128"/>
              </a:rPr>
              <a:t> </a:t>
            </a:r>
            <a:r>
              <a:rPr lang="da-DK" altLang="da-DK" sz="1800" dirty="0" err="1">
                <a:ea typeface="ＭＳ Ｐゴシック" pitchFamily="34" charset="-128"/>
              </a:rPr>
              <a:t>message</a:t>
            </a:r>
            <a:r>
              <a:rPr lang="da-DK" altLang="da-DK" sz="1800" dirty="0">
                <a:ea typeface="ＭＳ Ｐゴシック" pitchFamily="34" charset="-128"/>
              </a:rPr>
              <a:t>", "</a:t>
            </a:r>
            <a:r>
              <a:rPr lang="da-DK" altLang="da-DK" sz="1800" dirty="0" err="1">
                <a:ea typeface="ＭＳ Ｐゴシック" pitchFamily="34" charset="-128"/>
              </a:rPr>
              <a:t>stack</a:t>
            </a:r>
            <a:r>
              <a:rPr lang="da-DK" altLang="da-DK" sz="1800" dirty="0">
                <a:ea typeface="ＭＳ Ｐゴシック" pitchFamily="34" charset="-128"/>
              </a:rPr>
              <a:t> trace", osv.</a:t>
            </a:r>
          </a:p>
          <a:p>
            <a:pPr marL="342900" lvl="1" indent="-342900">
              <a:spcBef>
                <a:spcPts val="1200"/>
              </a:spcBef>
              <a:buChar char="•"/>
            </a:pPr>
            <a:r>
              <a:rPr lang="da-DK" altLang="da-DK" b="1" dirty="0">
                <a:solidFill>
                  <a:srgbClr val="A50021"/>
                </a:solidFill>
                <a:ea typeface="ＭＳ Ｐゴシック" pitchFamily="34" charset="-128"/>
                <a:cs typeface="ＭＳ Ｐゴシック" pitchFamily="-106" charset="-128"/>
              </a:rPr>
              <a:t>Der kan også være en </a:t>
            </a:r>
            <a:r>
              <a:rPr lang="da-DK" altLang="da-DK" b="1" dirty="0" err="1">
                <a:solidFill>
                  <a:srgbClr val="008000"/>
                </a:solidFill>
                <a:ea typeface="ＭＳ Ｐゴシック" pitchFamily="34" charset="-128"/>
                <a:cs typeface="ＭＳ Ｐゴシック" pitchFamily="-106" charset="-128"/>
              </a:rPr>
              <a:t>finally</a:t>
            </a:r>
            <a:r>
              <a:rPr lang="da-DK" altLang="da-DK" b="1" dirty="0">
                <a:solidFill>
                  <a:srgbClr val="A50021"/>
                </a:solidFill>
                <a:ea typeface="ＭＳ Ｐゴシック" pitchFamily="34" charset="-128"/>
                <a:cs typeface="ＭＳ Ｐゴシック" pitchFamily="-106" charset="-128"/>
              </a:rPr>
              <a:t> blok</a:t>
            </a:r>
          </a:p>
          <a:p>
            <a:pPr lvl="1">
              <a:spcBef>
                <a:spcPts val="600"/>
              </a:spcBef>
            </a:pPr>
            <a:r>
              <a:rPr lang="da-DK" altLang="da-DK" sz="1800" spc="-50" dirty="0">
                <a:ea typeface="ＭＳ Ｐゴシック" pitchFamily="34" charset="-128"/>
              </a:rPr>
              <a:t>Denne er placeret efter catch blokkene</a:t>
            </a:r>
          </a:p>
          <a:p>
            <a:pPr lvl="1">
              <a:spcBef>
                <a:spcPts val="600"/>
              </a:spcBef>
            </a:pPr>
            <a:r>
              <a:rPr lang="da-DK" altLang="da-DK" sz="1800" dirty="0">
                <a:ea typeface="ＭＳ Ｐゴシック" pitchFamily="34" charset="-128"/>
              </a:rPr>
              <a:t>Indeholder ting, der altid skal udføres, uanset om, der kastes en exception eller ej</a:t>
            </a:r>
          </a:p>
          <a:p>
            <a:pPr lvl="1">
              <a:spcBef>
                <a:spcPts val="600"/>
              </a:spcBef>
            </a:pPr>
            <a:r>
              <a:rPr lang="da-DK" altLang="da-DK" sz="1800" dirty="0">
                <a:ea typeface="ＭＳ Ｐゴシック" pitchFamily="34" charset="-128"/>
              </a:rPr>
              <a:t>F.eks. lukning af fil, der er åbnet i</a:t>
            </a:r>
            <a:br>
              <a:rPr lang="da-DK" altLang="da-DK" sz="1800" dirty="0">
                <a:ea typeface="ＭＳ Ｐゴシック" pitchFamily="34" charset="-128"/>
              </a:rPr>
            </a:br>
            <a:r>
              <a:rPr lang="da-DK" altLang="da-DK" sz="1800" dirty="0" err="1">
                <a:ea typeface="ＭＳ Ｐゴシック" pitchFamily="34" charset="-128"/>
              </a:rPr>
              <a:t>try</a:t>
            </a:r>
            <a:r>
              <a:rPr lang="da-DK" altLang="da-DK" sz="1800" dirty="0">
                <a:ea typeface="ＭＳ Ｐゴシック" pitchFamily="34" charset="-128"/>
              </a:rPr>
              <a:t> blokken</a:t>
            </a:r>
          </a:p>
          <a:p>
            <a:pPr lvl="1">
              <a:spcBef>
                <a:spcPts val="300"/>
              </a:spcBef>
              <a:buFontTx/>
              <a:buChar char="–"/>
            </a:pPr>
            <a:endParaRPr lang="da-DK" altLang="da-DK" sz="1800" dirty="0">
              <a:ea typeface="ＭＳ Ｐゴシック" pitchFamily="34" charset="-128"/>
            </a:endParaRPr>
          </a:p>
        </p:txBody>
      </p:sp>
      <p:sp>
        <p:nvSpPr>
          <p:cNvPr id="12" name="Text Box 4"/>
          <p:cNvSpPr txBox="1">
            <a:spLocks noChangeArrowheads="1"/>
          </p:cNvSpPr>
          <p:nvPr/>
        </p:nvSpPr>
        <p:spPr bwMode="auto">
          <a:xfrm>
            <a:off x="5144151" y="2912712"/>
            <a:ext cx="3912734" cy="3886321"/>
          </a:xfrm>
          <a:prstGeom prst="rect">
            <a:avLst/>
          </a:prstGeom>
          <a:solidFill>
            <a:srgbClr val="FFFFCC"/>
          </a:solidFill>
          <a:ln w="28575">
            <a:solidFill>
              <a:srgbClr val="0000FF"/>
            </a:solidFill>
            <a:miter lim="800000"/>
            <a:headEnd/>
            <a:tailEnd/>
          </a:ln>
        </p:spPr>
        <p:txBody>
          <a:bodyPr wrap="square" lIns="90000" tIns="46800" rIns="90000" bIns="46800">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eaLnBrk="1" hangingPunct="1"/>
            <a:r>
              <a:rPr lang="en-US" altLang="da-DK" sz="1400" b="1" spc="-100" dirty="0">
                <a:solidFill>
                  <a:srgbClr val="7030A0"/>
                </a:solidFill>
                <a:latin typeface="Courier New" pitchFamily="49" charset="0"/>
              </a:rPr>
              <a:t>try</a:t>
            </a:r>
            <a:r>
              <a:rPr lang="en-US" altLang="da-DK" sz="1400" b="1" spc="-100" dirty="0">
                <a:solidFill>
                  <a:schemeClr val="tx1"/>
                </a:solidFill>
                <a:latin typeface="Courier New" pitchFamily="49" charset="0"/>
              </a:rPr>
              <a:t> {</a:t>
            </a:r>
          </a:p>
          <a:p>
            <a:pPr eaLnBrk="1" hangingPunct="1">
              <a:lnSpc>
                <a:spcPct val="60000"/>
              </a:lnSpc>
            </a:pPr>
            <a:r>
              <a:rPr lang="en-US" altLang="da-DK" sz="1400" b="1" spc="-100" dirty="0">
                <a:solidFill>
                  <a:schemeClr val="tx1"/>
                </a:solidFill>
                <a:latin typeface="Courier New" pitchFamily="49" charset="0"/>
              </a:rPr>
              <a:t>  ...</a:t>
            </a:r>
          </a:p>
          <a:p>
            <a:pPr eaLnBrk="1" hangingPunct="1"/>
            <a:r>
              <a:rPr lang="en-US" altLang="da-DK" sz="1400" b="1" spc="-100" dirty="0">
                <a:solidFill>
                  <a:schemeClr val="tx1"/>
                </a:solidFill>
                <a:latin typeface="Courier New" pitchFamily="49" charset="0"/>
              </a:rPr>
              <a:t>  object-</a:t>
            </a:r>
            <a:r>
              <a:rPr lang="en-US" altLang="da-DK" sz="1400" b="1" spc="-100" dirty="0" err="1">
                <a:solidFill>
                  <a:schemeClr val="tx1"/>
                </a:solidFill>
                <a:latin typeface="Courier New" pitchFamily="49" charset="0"/>
              </a:rPr>
              <a:t>reference.method</a:t>
            </a:r>
            <a:r>
              <a:rPr lang="en-US" altLang="da-DK" sz="1400" b="1" spc="-100" dirty="0">
                <a:solidFill>
                  <a:schemeClr val="tx1"/>
                </a:solidFill>
                <a:latin typeface="Courier New" pitchFamily="49" charset="0"/>
              </a:rPr>
              <a:t>(...);</a:t>
            </a:r>
          </a:p>
          <a:p>
            <a:pPr eaLnBrk="1" hangingPunct="1">
              <a:lnSpc>
                <a:spcPct val="60000"/>
              </a:lnSpc>
            </a:pPr>
            <a:r>
              <a:rPr lang="en-US" altLang="da-DK" sz="1400" b="1" spc="-100" dirty="0">
                <a:solidFill>
                  <a:schemeClr val="tx1"/>
                </a:solidFill>
                <a:latin typeface="Courier New" pitchFamily="49" charset="0"/>
              </a:rPr>
              <a:t>  ...</a:t>
            </a:r>
          </a:p>
          <a:p>
            <a:pPr eaLnBrk="1" hangingPunct="1">
              <a:lnSpc>
                <a:spcPct val="60000"/>
              </a:lnSpc>
            </a:pPr>
            <a:r>
              <a:rPr lang="en-US" altLang="da-DK" sz="1400" b="1" spc="-100" dirty="0">
                <a:solidFill>
                  <a:schemeClr val="tx1"/>
                </a:solidFill>
                <a:latin typeface="Courier New" pitchFamily="49" charset="0"/>
              </a:rPr>
              <a:t>}</a:t>
            </a:r>
          </a:p>
          <a:p>
            <a:pPr eaLnBrk="1" hangingPunct="1"/>
            <a:r>
              <a:rPr lang="en-US" altLang="da-DK" sz="1400" b="1" spc="-100" dirty="0">
                <a:solidFill>
                  <a:srgbClr val="7030A0"/>
                </a:solidFill>
                <a:latin typeface="Courier New" pitchFamily="49" charset="0"/>
              </a:rPr>
              <a:t>catch</a:t>
            </a:r>
            <a:r>
              <a:rPr lang="en-US" altLang="da-DK" sz="800" b="1" spc="-100" dirty="0">
                <a:solidFill>
                  <a:srgbClr val="7030A0"/>
                </a:solidFill>
                <a:latin typeface="Courier New" pitchFamily="49" charset="0"/>
              </a:rPr>
              <a:t> </a:t>
            </a:r>
            <a:r>
              <a:rPr lang="en-US" altLang="da-DK" sz="1400" b="1" spc="-100" dirty="0">
                <a:solidFill>
                  <a:schemeClr val="tx1"/>
                </a:solidFill>
                <a:latin typeface="Courier New" pitchFamily="49" charset="0"/>
              </a:rPr>
              <a:t>(EOFException e) {</a:t>
            </a:r>
          </a:p>
          <a:p>
            <a:pPr eaLnBrk="1" hangingPunct="1"/>
            <a:r>
              <a:rPr lang="en-US" altLang="da-DK" sz="1400" b="1" spc="-100" dirty="0">
                <a:solidFill>
                  <a:schemeClr val="tx1"/>
                </a:solidFill>
                <a:latin typeface="Courier New" pitchFamily="49" charset="0"/>
              </a:rPr>
              <a:t>  </a:t>
            </a:r>
            <a:r>
              <a:rPr lang="en-US" altLang="da-DK" sz="1400" b="1" spc="-100" dirty="0">
                <a:solidFill>
                  <a:srgbClr val="0000FF"/>
                </a:solidFill>
                <a:latin typeface="Courier New" pitchFamily="49" charset="0"/>
              </a:rPr>
              <a:t>// Handle end of file exception</a:t>
            </a:r>
          </a:p>
          <a:p>
            <a:pPr eaLnBrk="1" hangingPunct="1">
              <a:lnSpc>
                <a:spcPct val="60000"/>
              </a:lnSpc>
            </a:pPr>
            <a:r>
              <a:rPr lang="en-US" altLang="da-DK" sz="1400" b="1" spc="-100" dirty="0">
                <a:solidFill>
                  <a:schemeClr val="tx1"/>
                </a:solidFill>
                <a:latin typeface="Courier New" pitchFamily="49" charset="0"/>
              </a:rPr>
              <a:t>  ...</a:t>
            </a:r>
          </a:p>
          <a:p>
            <a:pPr eaLnBrk="1" hangingPunct="1">
              <a:lnSpc>
                <a:spcPct val="60000"/>
              </a:lnSpc>
            </a:pPr>
            <a:r>
              <a:rPr lang="en-US" altLang="da-DK" sz="1400" b="1" spc="-100" dirty="0">
                <a:solidFill>
                  <a:schemeClr val="tx1"/>
                </a:solidFill>
                <a:latin typeface="Courier New" pitchFamily="49" charset="0"/>
              </a:rPr>
              <a:t>}</a:t>
            </a:r>
          </a:p>
          <a:p>
            <a:pPr eaLnBrk="1" hangingPunct="1"/>
            <a:r>
              <a:rPr lang="en-US" altLang="da-DK" sz="1400" b="1" spc="-100" dirty="0">
                <a:solidFill>
                  <a:srgbClr val="7030A0"/>
                </a:solidFill>
                <a:latin typeface="Courier New" pitchFamily="49" charset="0"/>
              </a:rPr>
              <a:t>catch</a:t>
            </a:r>
            <a:r>
              <a:rPr lang="en-US" altLang="da-DK" sz="800" b="1" spc="-100" dirty="0">
                <a:solidFill>
                  <a:srgbClr val="7030A0"/>
                </a:solidFill>
                <a:latin typeface="Courier New" pitchFamily="49" charset="0"/>
              </a:rPr>
              <a:t> </a:t>
            </a:r>
            <a:r>
              <a:rPr lang="en-US" altLang="da-DK" sz="1400" b="1" spc="-100" dirty="0">
                <a:solidFill>
                  <a:schemeClr val="tx1"/>
                </a:solidFill>
                <a:latin typeface="Courier New" pitchFamily="49" charset="0"/>
              </a:rPr>
              <a:t>(FileNotFoundException e) {</a:t>
            </a:r>
          </a:p>
          <a:p>
            <a:pPr eaLnBrk="1" hangingPunct="1"/>
            <a:r>
              <a:rPr lang="en-US" altLang="da-DK" sz="1400" b="1" spc="-100" dirty="0">
                <a:solidFill>
                  <a:schemeClr val="tx1"/>
                </a:solidFill>
                <a:latin typeface="Courier New" pitchFamily="49" charset="0"/>
              </a:rPr>
              <a:t>  </a:t>
            </a:r>
            <a:r>
              <a:rPr lang="en-US" altLang="da-DK" sz="1400" b="1" spc="-100" dirty="0">
                <a:solidFill>
                  <a:srgbClr val="0000FF"/>
                </a:solidFill>
                <a:latin typeface="Courier New" pitchFamily="49" charset="0"/>
              </a:rPr>
              <a:t>// Handle file not found exception</a:t>
            </a:r>
          </a:p>
          <a:p>
            <a:pPr eaLnBrk="1" hangingPunct="1">
              <a:lnSpc>
                <a:spcPct val="60000"/>
              </a:lnSpc>
            </a:pPr>
            <a:r>
              <a:rPr lang="en-US" altLang="da-DK" sz="1400" b="1" spc="-100" dirty="0">
                <a:solidFill>
                  <a:schemeClr val="tx1"/>
                </a:solidFill>
                <a:latin typeface="Courier New" pitchFamily="49" charset="0"/>
              </a:rPr>
              <a:t>  ...</a:t>
            </a:r>
          </a:p>
          <a:p>
            <a:pPr eaLnBrk="1" hangingPunct="1">
              <a:lnSpc>
                <a:spcPct val="60000"/>
              </a:lnSpc>
            </a:pPr>
            <a:r>
              <a:rPr lang="en-US" altLang="da-DK" sz="1400" b="1" spc="-100" dirty="0">
                <a:solidFill>
                  <a:schemeClr val="tx1"/>
                </a:solidFill>
                <a:latin typeface="Courier New" pitchFamily="49" charset="0"/>
              </a:rPr>
              <a:t>}</a:t>
            </a:r>
          </a:p>
          <a:p>
            <a:pPr eaLnBrk="1" hangingPunct="1"/>
            <a:r>
              <a:rPr lang="en-US" altLang="da-DK" sz="1400" b="1" spc="-100" dirty="0">
                <a:solidFill>
                  <a:srgbClr val="7030A0"/>
                </a:solidFill>
                <a:latin typeface="Courier New" pitchFamily="49" charset="0"/>
              </a:rPr>
              <a:t>catch</a:t>
            </a:r>
            <a:r>
              <a:rPr lang="en-US" altLang="da-DK" sz="800" b="1" spc="-100" dirty="0">
                <a:solidFill>
                  <a:srgbClr val="7030A0"/>
                </a:solidFill>
                <a:latin typeface="Courier New" pitchFamily="49" charset="0"/>
              </a:rPr>
              <a:t> </a:t>
            </a:r>
            <a:r>
              <a:rPr lang="en-US" altLang="da-DK" sz="1400" b="1" spc="-100" dirty="0">
                <a:solidFill>
                  <a:schemeClr val="tx1"/>
                </a:solidFill>
                <a:latin typeface="Courier New" pitchFamily="49" charset="0"/>
              </a:rPr>
              <a:t>(</a:t>
            </a:r>
            <a:r>
              <a:rPr lang="en-US" altLang="da-DK" sz="1400" b="1" spc="-100" dirty="0" err="1">
                <a:solidFill>
                  <a:schemeClr val="tx1"/>
                </a:solidFill>
                <a:latin typeface="Courier New" pitchFamily="49" charset="0"/>
              </a:rPr>
              <a:t>IOException</a:t>
            </a:r>
            <a:r>
              <a:rPr lang="en-US" altLang="da-DK" sz="1400" b="1" spc="-100" dirty="0">
                <a:solidFill>
                  <a:schemeClr val="tx1"/>
                </a:solidFill>
                <a:latin typeface="Courier New" pitchFamily="49" charset="0"/>
              </a:rPr>
              <a:t> e) {</a:t>
            </a:r>
          </a:p>
          <a:p>
            <a:pPr eaLnBrk="1" hangingPunct="1"/>
            <a:r>
              <a:rPr lang="en-US" altLang="da-DK" sz="1400" b="1" spc="-100" dirty="0">
                <a:solidFill>
                  <a:schemeClr val="tx1"/>
                </a:solidFill>
                <a:latin typeface="Courier New" pitchFamily="49" charset="0"/>
              </a:rPr>
              <a:t>  </a:t>
            </a:r>
            <a:r>
              <a:rPr lang="en-US" altLang="da-DK" sz="1400" b="1" spc="-100" dirty="0">
                <a:solidFill>
                  <a:srgbClr val="0000FF"/>
                </a:solidFill>
                <a:latin typeface="Courier New" pitchFamily="49" charset="0"/>
              </a:rPr>
              <a:t>// Handle other </a:t>
            </a:r>
            <a:r>
              <a:rPr lang="en-US" altLang="da-DK" sz="1400" b="1" spc="-100" dirty="0" err="1">
                <a:solidFill>
                  <a:srgbClr val="0000FF"/>
                </a:solidFill>
                <a:latin typeface="Courier New" pitchFamily="49" charset="0"/>
              </a:rPr>
              <a:t>IOExceptions</a:t>
            </a:r>
            <a:endParaRPr lang="en-US" altLang="da-DK" sz="1400" b="1" spc="-100" dirty="0">
              <a:solidFill>
                <a:srgbClr val="0000FF"/>
              </a:solidFill>
              <a:latin typeface="Courier New" pitchFamily="49" charset="0"/>
            </a:endParaRPr>
          </a:p>
          <a:p>
            <a:pPr eaLnBrk="1" hangingPunct="1">
              <a:lnSpc>
                <a:spcPct val="60000"/>
              </a:lnSpc>
            </a:pPr>
            <a:r>
              <a:rPr lang="en-US" altLang="da-DK" sz="1400" b="1" spc="-100" dirty="0">
                <a:solidFill>
                  <a:schemeClr val="tx1"/>
                </a:solidFill>
                <a:latin typeface="Courier New" pitchFamily="49" charset="0"/>
              </a:rPr>
              <a:t>  ...</a:t>
            </a:r>
          </a:p>
          <a:p>
            <a:pPr eaLnBrk="1" hangingPunct="1">
              <a:lnSpc>
                <a:spcPct val="60000"/>
              </a:lnSpc>
            </a:pPr>
            <a:r>
              <a:rPr lang="en-US" altLang="da-DK" sz="1400" b="1" spc="-100" dirty="0">
                <a:solidFill>
                  <a:schemeClr val="tx1"/>
                </a:solidFill>
                <a:latin typeface="Courier New" pitchFamily="49" charset="0"/>
              </a:rPr>
              <a:t>}</a:t>
            </a:r>
          </a:p>
          <a:p>
            <a:pPr eaLnBrk="1" hangingPunct="1"/>
            <a:r>
              <a:rPr lang="en-US" altLang="da-DK" sz="1400" b="1" spc="-100" dirty="0">
                <a:solidFill>
                  <a:srgbClr val="7030A0"/>
                </a:solidFill>
                <a:latin typeface="Courier New" pitchFamily="49" charset="0"/>
              </a:rPr>
              <a:t>finally</a:t>
            </a:r>
            <a:r>
              <a:rPr lang="en-US" altLang="da-DK" sz="1400" b="1" spc="-100" dirty="0">
                <a:solidFill>
                  <a:schemeClr val="tx1"/>
                </a:solidFill>
                <a:latin typeface="Courier New" pitchFamily="49" charset="0"/>
              </a:rPr>
              <a:t> {</a:t>
            </a:r>
          </a:p>
          <a:p>
            <a:pPr eaLnBrk="1" hangingPunct="1"/>
            <a:r>
              <a:rPr lang="en-US" altLang="da-DK" sz="1400" b="1" spc="-100" dirty="0">
                <a:solidFill>
                  <a:schemeClr val="tx1"/>
                </a:solidFill>
                <a:latin typeface="Courier New" pitchFamily="49" charset="0"/>
              </a:rPr>
              <a:t>  </a:t>
            </a:r>
            <a:r>
              <a:rPr lang="en-US" altLang="da-DK" sz="1400" b="1" spc="-100" dirty="0">
                <a:solidFill>
                  <a:srgbClr val="0000FF"/>
                </a:solidFill>
                <a:latin typeface="Courier New" pitchFamily="49" charset="0"/>
              </a:rPr>
              <a:t>// Any actions common to whether or</a:t>
            </a:r>
          </a:p>
          <a:p>
            <a:pPr eaLnBrk="1" hangingPunct="1">
              <a:lnSpc>
                <a:spcPct val="90000"/>
              </a:lnSpc>
            </a:pPr>
            <a:r>
              <a:rPr lang="en-US" altLang="da-DK" sz="1400" b="1" spc="-100" dirty="0">
                <a:solidFill>
                  <a:srgbClr val="0000FF"/>
                </a:solidFill>
                <a:latin typeface="Courier New" pitchFamily="49" charset="0"/>
              </a:rPr>
              <a:t>  // not an exception is raised</a:t>
            </a:r>
          </a:p>
          <a:p>
            <a:pPr eaLnBrk="1" hangingPunct="1">
              <a:lnSpc>
                <a:spcPct val="60000"/>
              </a:lnSpc>
            </a:pPr>
            <a:r>
              <a:rPr lang="en-US" altLang="da-DK" sz="1400" b="1" spc="-100" dirty="0">
                <a:solidFill>
                  <a:schemeClr val="tx1"/>
                </a:solidFill>
                <a:latin typeface="Courier New" pitchFamily="49" charset="0"/>
              </a:rPr>
              <a:t>  ...</a:t>
            </a:r>
          </a:p>
          <a:p>
            <a:pPr eaLnBrk="1" hangingPunct="1">
              <a:lnSpc>
                <a:spcPct val="60000"/>
              </a:lnSpc>
            </a:pPr>
            <a:r>
              <a:rPr lang="en-US" altLang="da-DK" sz="1400" b="1" spc="-100" dirty="0">
                <a:solidFill>
                  <a:schemeClr val="tx1"/>
                </a:solidFill>
                <a:latin typeface="Courier New" pitchFamily="49" charset="0"/>
              </a:rPr>
              <a:t>}</a:t>
            </a:r>
          </a:p>
        </p:txBody>
      </p:sp>
      <p:sp>
        <p:nvSpPr>
          <p:cNvPr id="8" name="Rectangle 28"/>
          <p:cNvSpPr>
            <a:spLocks noChangeArrowheads="1"/>
          </p:cNvSpPr>
          <p:nvPr/>
        </p:nvSpPr>
        <p:spPr bwMode="auto">
          <a:xfrm>
            <a:off x="5201137" y="3785783"/>
            <a:ext cx="533091" cy="205102"/>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9" name="Rectangle 28"/>
          <p:cNvSpPr>
            <a:spLocks noChangeArrowheads="1"/>
          </p:cNvSpPr>
          <p:nvPr/>
        </p:nvSpPr>
        <p:spPr bwMode="auto">
          <a:xfrm>
            <a:off x="5216804" y="5134595"/>
            <a:ext cx="533091" cy="205102"/>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10" name="Rectangle 28"/>
          <p:cNvSpPr>
            <a:spLocks noChangeArrowheads="1"/>
          </p:cNvSpPr>
          <p:nvPr/>
        </p:nvSpPr>
        <p:spPr bwMode="auto">
          <a:xfrm>
            <a:off x="5223926" y="4449507"/>
            <a:ext cx="533091" cy="205102"/>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11" name="Rectangle 28"/>
          <p:cNvSpPr>
            <a:spLocks noChangeArrowheads="1"/>
          </p:cNvSpPr>
          <p:nvPr/>
        </p:nvSpPr>
        <p:spPr bwMode="auto">
          <a:xfrm>
            <a:off x="5206834" y="5816835"/>
            <a:ext cx="749585" cy="199404"/>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2" name="Slide Number Placeholder 1"/>
          <p:cNvSpPr>
            <a:spLocks noGrp="1"/>
          </p:cNvSpPr>
          <p:nvPr>
            <p:ph type="sldNum" sz="quarter" idx="4294967295"/>
          </p:nvPr>
        </p:nvSpPr>
        <p:spPr>
          <a:xfrm>
            <a:off x="8532440" y="6400800"/>
            <a:ext cx="611560" cy="457200"/>
          </a:xfrm>
          <a:prstGeom prst="rect">
            <a:avLst/>
          </a:prstGeom>
        </p:spPr>
        <p:txBody>
          <a:bodyPr/>
          <a:lstStyle/>
          <a:p>
            <a:pPr>
              <a:defRPr/>
            </a:pPr>
            <a:fld id="{2CA5836E-6711-417F-AF48-31ACC3CF4030}" type="slidenum">
              <a:rPr lang="da-DK" altLang="da-DK" smtClean="0"/>
              <a:pPr>
                <a:defRPr/>
              </a:pPr>
              <a:t>15</a:t>
            </a:fld>
            <a:endParaRPr lang="da-DK" altLang="da-DK" dirty="0"/>
          </a:p>
        </p:txBody>
      </p:sp>
    </p:spTree>
    <p:extLst>
      <p:ext uri="{BB962C8B-B14F-4D97-AF65-F5344CB8AC3E}">
        <p14:creationId xmlns:p14="http://schemas.microsoft.com/office/powerpoint/2010/main" val="253188450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67544" y="260648"/>
            <a:ext cx="8208912" cy="682625"/>
          </a:xfrm>
        </p:spPr>
        <p:txBody>
          <a:bodyPr/>
          <a:lstStyle/>
          <a:p>
            <a:r>
              <a:rPr lang="da-DK" altLang="da-DK" sz="3200" dirty="0">
                <a:ea typeface="ＭＳ Ｐゴシック" pitchFamily="34" charset="-128"/>
              </a:rPr>
              <a:t>Eksempel på dårlig kode</a:t>
            </a:r>
          </a:p>
        </p:txBody>
      </p:sp>
      <p:sp>
        <p:nvSpPr>
          <p:cNvPr id="2" name="Slide Number Placeholder 1"/>
          <p:cNvSpPr>
            <a:spLocks noGrp="1"/>
          </p:cNvSpPr>
          <p:nvPr>
            <p:ph type="sldNum" sz="quarter" idx="4294967295"/>
          </p:nvPr>
        </p:nvSpPr>
        <p:spPr>
          <a:xfrm>
            <a:off x="8532440" y="6400800"/>
            <a:ext cx="611560" cy="457200"/>
          </a:xfrm>
          <a:prstGeom prst="rect">
            <a:avLst/>
          </a:prstGeom>
        </p:spPr>
        <p:txBody>
          <a:bodyPr/>
          <a:lstStyle/>
          <a:p>
            <a:pPr>
              <a:defRPr/>
            </a:pPr>
            <a:fld id="{2CA5836E-6711-417F-AF48-31ACC3CF4030}" type="slidenum">
              <a:rPr lang="da-DK" altLang="da-DK" smtClean="0"/>
              <a:pPr>
                <a:defRPr/>
              </a:pPr>
              <a:t>16</a:t>
            </a:fld>
            <a:endParaRPr lang="da-DK" altLang="da-DK" dirty="0"/>
          </a:p>
        </p:txBody>
      </p:sp>
      <p:sp>
        <p:nvSpPr>
          <p:cNvPr id="9" name="Rectangle 3"/>
          <p:cNvSpPr txBox="1">
            <a:spLocks noChangeArrowheads="1"/>
          </p:cNvSpPr>
          <p:nvPr/>
        </p:nvSpPr>
        <p:spPr bwMode="auto">
          <a:xfrm>
            <a:off x="484632" y="1052736"/>
            <a:ext cx="8191824" cy="108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pPr marL="342900" lvl="1" indent="-342900">
              <a:spcBef>
                <a:spcPts val="1200"/>
              </a:spcBef>
              <a:buChar char="•"/>
            </a:pPr>
            <a:r>
              <a:rPr lang="da-DK" altLang="da-DK" b="1" dirty="0">
                <a:solidFill>
                  <a:srgbClr val="A50021"/>
                </a:solidFill>
                <a:ea typeface="ＭＳ Ｐゴシック" pitchFamily="34" charset="-128"/>
                <a:cs typeface="ＭＳ Ｐゴシック" pitchFamily="-106" charset="-128"/>
              </a:rPr>
              <a:t>Checked exceptions er kun nyttige, hvis programmøren (på kaldsstedet) forsøger at reparere situationen</a:t>
            </a:r>
          </a:p>
          <a:p>
            <a:pPr lvl="1">
              <a:spcBef>
                <a:spcPts val="600"/>
              </a:spcBef>
            </a:pPr>
            <a:r>
              <a:rPr lang="da-DK" altLang="da-DK" sz="1800" dirty="0">
                <a:ea typeface="ＭＳ Ｐゴシック" pitchFamily="34" charset="-128"/>
              </a:rPr>
              <a:t>Nedenstående try sætning er </a:t>
            </a:r>
            <a:r>
              <a:rPr lang="da-DK" altLang="da-DK" sz="1800" b="1" dirty="0">
                <a:solidFill>
                  <a:srgbClr val="008000"/>
                </a:solidFill>
                <a:ea typeface="ＭＳ Ｐゴシック" pitchFamily="34" charset="-128"/>
              </a:rPr>
              <a:t>ikke</a:t>
            </a:r>
            <a:r>
              <a:rPr lang="da-DK" altLang="da-DK" sz="1800" dirty="0">
                <a:solidFill>
                  <a:srgbClr val="008000"/>
                </a:solidFill>
                <a:ea typeface="ＭＳ Ｐゴシック" pitchFamily="34" charset="-128"/>
              </a:rPr>
              <a:t> </a:t>
            </a:r>
            <a:r>
              <a:rPr lang="da-DK" altLang="da-DK" sz="1800" dirty="0">
                <a:ea typeface="ＭＳ Ｐゴシック" pitchFamily="34" charset="-128"/>
              </a:rPr>
              <a:t>nyttig</a:t>
            </a:r>
          </a:p>
        </p:txBody>
      </p:sp>
      <p:sp>
        <p:nvSpPr>
          <p:cNvPr id="29" name="Text Box 4"/>
          <p:cNvSpPr txBox="1">
            <a:spLocks noChangeArrowheads="1"/>
          </p:cNvSpPr>
          <p:nvPr/>
        </p:nvSpPr>
        <p:spPr bwMode="auto">
          <a:xfrm>
            <a:off x="3550852" y="2651323"/>
            <a:ext cx="4803997" cy="2037117"/>
          </a:xfrm>
          <a:prstGeom prst="rect">
            <a:avLst/>
          </a:prstGeom>
          <a:solidFill>
            <a:srgbClr val="FFFFCC"/>
          </a:solidFill>
          <a:ln w="28575">
            <a:solidFill>
              <a:srgbClr val="0000FF"/>
            </a:solidFill>
            <a:miter lim="800000"/>
            <a:headEnd/>
            <a:tailEnd/>
          </a:ln>
        </p:spPr>
        <p:txBody>
          <a:bodyPr wrap="square" lIns="90000" tIns="46800" rIns="90000" bIns="90000">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eaLnBrk="1" hangingPunct="1">
              <a:spcBef>
                <a:spcPts val="0"/>
              </a:spcBef>
            </a:pPr>
            <a:r>
              <a:rPr lang="en-US" altLang="da-DK" sz="1600" b="1" dirty="0" err="1">
                <a:solidFill>
                  <a:schemeClr val="tx1"/>
                </a:solidFill>
                <a:latin typeface="Courier New" pitchFamily="49" charset="0"/>
              </a:rPr>
              <a:t>ContactDetails</a:t>
            </a:r>
            <a:r>
              <a:rPr lang="en-US" altLang="da-DK" sz="1600" b="1" dirty="0">
                <a:solidFill>
                  <a:schemeClr val="tx1"/>
                </a:solidFill>
                <a:latin typeface="Courier New" pitchFamily="49" charset="0"/>
              </a:rPr>
              <a:t> details = </a:t>
            </a:r>
            <a:r>
              <a:rPr lang="en-US" altLang="da-DK" sz="1600" b="1" dirty="0">
                <a:solidFill>
                  <a:srgbClr val="0070C0"/>
                </a:solidFill>
                <a:latin typeface="Courier New" pitchFamily="49" charset="0"/>
              </a:rPr>
              <a:t>null</a:t>
            </a:r>
            <a:r>
              <a:rPr lang="en-US" altLang="da-DK" sz="1600" b="1" dirty="0">
                <a:solidFill>
                  <a:schemeClr val="tx1"/>
                </a:solidFill>
                <a:latin typeface="Courier New" pitchFamily="49" charset="0"/>
              </a:rPr>
              <a:t>;</a:t>
            </a:r>
          </a:p>
          <a:p>
            <a:pPr eaLnBrk="1" hangingPunct="1">
              <a:spcBef>
                <a:spcPts val="0"/>
              </a:spcBef>
            </a:pPr>
            <a:r>
              <a:rPr lang="en-US" altLang="da-DK" sz="1600" b="1" dirty="0">
                <a:solidFill>
                  <a:srgbClr val="7030A0"/>
                </a:solidFill>
                <a:latin typeface="Courier New" pitchFamily="49" charset="0"/>
              </a:rPr>
              <a:t>try</a:t>
            </a:r>
            <a:r>
              <a:rPr lang="en-US" altLang="da-DK" sz="1600" b="1" dirty="0">
                <a:solidFill>
                  <a:schemeClr val="tx1"/>
                </a:solidFill>
                <a:latin typeface="Courier New" pitchFamily="49" charset="0"/>
              </a:rPr>
              <a:t> {</a:t>
            </a:r>
          </a:p>
          <a:p>
            <a:pPr eaLnBrk="1" hangingPunct="1">
              <a:spcBef>
                <a:spcPts val="0"/>
              </a:spcBef>
            </a:pPr>
            <a:r>
              <a:rPr lang="en-US" altLang="da-DK" sz="1600" b="1" dirty="0">
                <a:solidFill>
                  <a:schemeClr val="tx1"/>
                </a:solidFill>
                <a:latin typeface="Courier New" pitchFamily="49" charset="0"/>
              </a:rPr>
              <a:t>  details = </a:t>
            </a:r>
            <a:r>
              <a:rPr lang="en-US" altLang="da-DK" sz="1600" b="1" dirty="0" err="1">
                <a:solidFill>
                  <a:schemeClr val="tx1"/>
                </a:solidFill>
                <a:latin typeface="Courier New" pitchFamily="49" charset="0"/>
              </a:rPr>
              <a:t>book.search</a:t>
            </a:r>
            <a:r>
              <a:rPr lang="en-US" altLang="da-DK" sz="1600" b="1" dirty="0">
                <a:solidFill>
                  <a:schemeClr val="tx1"/>
                </a:solidFill>
                <a:latin typeface="Courier New" pitchFamily="49" charset="0"/>
              </a:rPr>
              <a:t>(...);</a:t>
            </a:r>
          </a:p>
          <a:p>
            <a:pPr eaLnBrk="1" hangingPunct="1">
              <a:lnSpc>
                <a:spcPct val="70000"/>
              </a:lnSpc>
              <a:spcBef>
                <a:spcPts val="0"/>
              </a:spcBef>
            </a:pPr>
            <a:r>
              <a:rPr lang="en-US" altLang="da-DK" sz="1600" b="1" dirty="0">
                <a:solidFill>
                  <a:schemeClr val="tx1"/>
                </a:solidFill>
                <a:latin typeface="Courier New" pitchFamily="49" charset="0"/>
              </a:rPr>
              <a:t>}</a:t>
            </a:r>
          </a:p>
          <a:p>
            <a:pPr eaLnBrk="1" hangingPunct="1">
              <a:spcBef>
                <a:spcPts val="0"/>
              </a:spcBef>
            </a:pPr>
            <a:r>
              <a:rPr lang="en-US" altLang="da-DK" sz="1600" b="1" dirty="0">
                <a:solidFill>
                  <a:srgbClr val="7030A0"/>
                </a:solidFill>
                <a:latin typeface="Courier New" pitchFamily="49" charset="0"/>
              </a:rPr>
              <a:t>catch</a:t>
            </a:r>
            <a:r>
              <a:rPr lang="en-US" altLang="da-DK" sz="1600" b="1" dirty="0">
                <a:solidFill>
                  <a:schemeClr val="tx1"/>
                </a:solidFill>
                <a:latin typeface="Courier New" pitchFamily="49" charset="0"/>
              </a:rPr>
              <a:t>(Exception e</a:t>
            </a:r>
            <a:r>
              <a:rPr lang="en-US" altLang="da-DK" sz="800" b="1" dirty="0">
                <a:solidFill>
                  <a:schemeClr val="tx1"/>
                </a:solidFill>
                <a:latin typeface="Courier New" pitchFamily="49" charset="0"/>
              </a:rPr>
              <a:t> </a:t>
            </a:r>
            <a:r>
              <a:rPr lang="en-US" altLang="da-DK" sz="1600" b="1" dirty="0">
                <a:solidFill>
                  <a:schemeClr val="tx1"/>
                </a:solidFill>
                <a:latin typeface="Courier New" pitchFamily="49" charset="0"/>
              </a:rPr>
              <a:t>) {</a:t>
            </a:r>
          </a:p>
          <a:p>
            <a:pPr eaLnBrk="1" hangingPunct="1">
              <a:spcBef>
                <a:spcPts val="0"/>
              </a:spcBef>
            </a:pPr>
            <a:r>
              <a:rPr lang="en-US" altLang="da-DK" sz="1600" b="1" dirty="0">
                <a:solidFill>
                  <a:schemeClr val="tx1"/>
                </a:solidFill>
                <a:latin typeface="Courier New" pitchFamily="49" charset="0"/>
              </a:rPr>
              <a:t>  </a:t>
            </a:r>
            <a:r>
              <a:rPr lang="en-US" altLang="da-DK" sz="1600" b="1" dirty="0" err="1">
                <a:solidFill>
                  <a:schemeClr val="tx1"/>
                </a:solidFill>
                <a:latin typeface="Courier New" pitchFamily="49" charset="0"/>
              </a:rPr>
              <a:t>System.out.println</a:t>
            </a:r>
            <a:r>
              <a:rPr lang="en-US" altLang="da-DK" sz="1600" b="1" dirty="0">
                <a:solidFill>
                  <a:schemeClr val="tx1"/>
                </a:solidFill>
                <a:latin typeface="Courier New" pitchFamily="49" charset="0"/>
              </a:rPr>
              <a:t>(</a:t>
            </a:r>
            <a:r>
              <a:rPr lang="en-US" altLang="da-DK" sz="1600" b="1" dirty="0">
                <a:solidFill>
                  <a:srgbClr val="008000"/>
                </a:solidFill>
                <a:latin typeface="Courier New" pitchFamily="49" charset="0"/>
              </a:rPr>
              <a:t>"Error</a:t>
            </a:r>
            <a:r>
              <a:rPr lang="en-US" altLang="da-DK" sz="800" b="1" dirty="0">
                <a:solidFill>
                  <a:srgbClr val="008000"/>
                </a:solidFill>
                <a:latin typeface="Courier New" pitchFamily="49" charset="0"/>
              </a:rPr>
              <a:t> </a:t>
            </a:r>
            <a:r>
              <a:rPr lang="en-US" altLang="da-DK" sz="1600" b="1" dirty="0">
                <a:solidFill>
                  <a:srgbClr val="008000"/>
                </a:solidFill>
                <a:latin typeface="Courier New" pitchFamily="49" charset="0"/>
              </a:rPr>
              <a:t>"</a:t>
            </a:r>
            <a:r>
              <a:rPr lang="en-US" altLang="da-DK" sz="1600" b="1" dirty="0">
                <a:solidFill>
                  <a:schemeClr val="tx1"/>
                </a:solidFill>
                <a:latin typeface="Courier New" pitchFamily="49" charset="0"/>
              </a:rPr>
              <a:t> + e);</a:t>
            </a:r>
          </a:p>
          <a:p>
            <a:pPr eaLnBrk="1" hangingPunct="1">
              <a:lnSpc>
                <a:spcPct val="70000"/>
              </a:lnSpc>
              <a:spcBef>
                <a:spcPts val="0"/>
              </a:spcBef>
            </a:pPr>
            <a:r>
              <a:rPr lang="en-US" altLang="da-DK" sz="1600" b="1" dirty="0">
                <a:solidFill>
                  <a:schemeClr val="tx1"/>
                </a:solidFill>
                <a:latin typeface="Courier New" pitchFamily="49" charset="0"/>
              </a:rPr>
              <a:t>}</a:t>
            </a:r>
          </a:p>
          <a:p>
            <a:pPr eaLnBrk="1" hangingPunct="1">
              <a:spcBef>
                <a:spcPts val="600"/>
              </a:spcBef>
            </a:pPr>
            <a:r>
              <a:rPr lang="en-US" altLang="da-DK" sz="400" b="1" dirty="0">
                <a:solidFill>
                  <a:schemeClr val="tx1"/>
                </a:solidFill>
                <a:latin typeface="Courier New" pitchFamily="49" charset="0"/>
              </a:rPr>
              <a:t> </a:t>
            </a:r>
            <a:r>
              <a:rPr lang="en-US" altLang="da-DK" sz="1600" b="1" dirty="0">
                <a:solidFill>
                  <a:schemeClr val="tx1"/>
                </a:solidFill>
                <a:latin typeface="Courier New" pitchFamily="49" charset="0"/>
              </a:rPr>
              <a:t>String phone = </a:t>
            </a:r>
            <a:r>
              <a:rPr lang="en-US" altLang="da-DK" sz="1600" b="1" dirty="0" err="1">
                <a:solidFill>
                  <a:schemeClr val="tx1"/>
                </a:solidFill>
                <a:latin typeface="Courier New" pitchFamily="49" charset="0"/>
              </a:rPr>
              <a:t>details.getPhone</a:t>
            </a:r>
            <a:r>
              <a:rPr lang="en-US" altLang="da-DK" sz="1600" b="1" dirty="0">
                <a:solidFill>
                  <a:schemeClr val="tx1"/>
                </a:solidFill>
                <a:latin typeface="Courier New" pitchFamily="49" charset="0"/>
              </a:rPr>
              <a:t>();</a:t>
            </a:r>
          </a:p>
        </p:txBody>
      </p:sp>
      <p:sp>
        <p:nvSpPr>
          <p:cNvPr id="31" name="Rectangle 28"/>
          <p:cNvSpPr>
            <a:spLocks noChangeArrowheads="1"/>
          </p:cNvSpPr>
          <p:nvPr/>
        </p:nvSpPr>
        <p:spPr bwMode="auto">
          <a:xfrm>
            <a:off x="3776773" y="3195099"/>
            <a:ext cx="3597009" cy="237744"/>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32" name="Line 22"/>
          <p:cNvSpPr>
            <a:spLocks noChangeShapeType="1"/>
          </p:cNvSpPr>
          <p:nvPr/>
        </p:nvSpPr>
        <p:spPr bwMode="auto">
          <a:xfrm>
            <a:off x="3077800" y="3304879"/>
            <a:ext cx="698973" cy="0"/>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r>
              <a:rPr lang="da-DK" dirty="0"/>
              <a:t>      </a:t>
            </a:r>
          </a:p>
        </p:txBody>
      </p:sp>
      <p:sp>
        <p:nvSpPr>
          <p:cNvPr id="33" name="Text Box 21"/>
          <p:cNvSpPr txBox="1">
            <a:spLocks noChangeArrowheads="1"/>
          </p:cNvSpPr>
          <p:nvPr/>
        </p:nvSpPr>
        <p:spPr bwMode="auto">
          <a:xfrm>
            <a:off x="641408" y="2922234"/>
            <a:ext cx="2420279" cy="867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ts val="0"/>
              </a:spcBef>
              <a:buFontTx/>
              <a:buNone/>
            </a:pPr>
            <a:r>
              <a:rPr lang="da-DK" altLang="da-DK" sz="1400" b="1" dirty="0">
                <a:solidFill>
                  <a:srgbClr val="FF0000"/>
                </a:solidFill>
              </a:rPr>
              <a:t>Metodekaldet </a:t>
            </a:r>
            <a:r>
              <a:rPr lang="da-DK" altLang="da-DK" sz="1400" b="1" dirty="0" err="1">
                <a:solidFill>
                  <a:srgbClr val="FF0000"/>
                </a:solidFill>
              </a:rPr>
              <a:t>book.search</a:t>
            </a:r>
            <a:br>
              <a:rPr lang="da-DK" altLang="da-DK" sz="1400" b="1" dirty="0">
                <a:solidFill>
                  <a:srgbClr val="FF0000"/>
                </a:solidFill>
              </a:rPr>
            </a:br>
            <a:r>
              <a:rPr lang="da-DK" altLang="da-DK" sz="1400" b="1" dirty="0">
                <a:solidFill>
                  <a:srgbClr val="FF0000"/>
                </a:solidFill>
              </a:rPr>
              <a:t>kaster en exception, hvis det er umuligt at returnere en fornuftig værdi</a:t>
            </a:r>
          </a:p>
        </p:txBody>
      </p:sp>
      <p:sp>
        <p:nvSpPr>
          <p:cNvPr id="35" name="Rectangle 28"/>
          <p:cNvSpPr>
            <a:spLocks noChangeArrowheads="1"/>
          </p:cNvSpPr>
          <p:nvPr/>
        </p:nvSpPr>
        <p:spPr bwMode="auto">
          <a:xfrm>
            <a:off x="3819445" y="3841977"/>
            <a:ext cx="4046088" cy="25533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36" name="Line 22"/>
          <p:cNvSpPr>
            <a:spLocks noChangeShapeType="1"/>
          </p:cNvSpPr>
          <p:nvPr/>
        </p:nvSpPr>
        <p:spPr bwMode="auto">
          <a:xfrm flipV="1">
            <a:off x="2974737" y="3969343"/>
            <a:ext cx="813180" cy="170992"/>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37" name="Text Box 21"/>
          <p:cNvSpPr txBox="1">
            <a:spLocks noChangeArrowheads="1"/>
          </p:cNvSpPr>
          <p:nvPr/>
        </p:nvSpPr>
        <p:spPr bwMode="auto">
          <a:xfrm>
            <a:off x="634320" y="3989067"/>
            <a:ext cx="2304975" cy="674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ts val="0"/>
              </a:spcBef>
              <a:buFontTx/>
              <a:buNone/>
            </a:pPr>
            <a:r>
              <a:rPr lang="da-DK" altLang="da-DK" sz="1400" b="1" dirty="0">
                <a:solidFill>
                  <a:srgbClr val="FF0000"/>
                </a:solidFill>
              </a:rPr>
              <a:t>Når dette sker, udskriver den kaldende metode en fejlmeddelelse</a:t>
            </a:r>
          </a:p>
        </p:txBody>
      </p:sp>
      <p:sp>
        <p:nvSpPr>
          <p:cNvPr id="17" name="Rectangle 3"/>
          <p:cNvSpPr txBox="1">
            <a:spLocks noChangeArrowheads="1"/>
          </p:cNvSpPr>
          <p:nvPr/>
        </p:nvSpPr>
        <p:spPr bwMode="auto">
          <a:xfrm>
            <a:off x="526414" y="4797152"/>
            <a:ext cx="8191824" cy="108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pPr marL="342900" lvl="1" indent="-342900">
              <a:spcBef>
                <a:spcPts val="1200"/>
              </a:spcBef>
              <a:buChar char="•"/>
            </a:pPr>
            <a:r>
              <a:rPr lang="da-DK" altLang="da-DK" b="1" dirty="0">
                <a:solidFill>
                  <a:srgbClr val="A50021"/>
                </a:solidFill>
                <a:ea typeface="ＭＳ Ｐゴシック" pitchFamily="34" charset="-128"/>
                <a:cs typeface="ＭＳ Ｐゴシック" pitchFamily="-106" charset="-128"/>
              </a:rPr>
              <a:t>Herefter fortsætter man ufortrødent</a:t>
            </a:r>
          </a:p>
          <a:p>
            <a:pPr lvl="1">
              <a:spcBef>
                <a:spcPts val="600"/>
              </a:spcBef>
            </a:pPr>
            <a:r>
              <a:rPr lang="da-DK" altLang="da-DK" sz="1800" dirty="0">
                <a:ea typeface="ＭＳ Ｐゴシック" pitchFamily="34" charset="-128"/>
              </a:rPr>
              <a:t>Men </a:t>
            </a:r>
            <a:r>
              <a:rPr lang="da-DK" altLang="da-DK" sz="1800" dirty="0" err="1">
                <a:ea typeface="ＭＳ Ｐゴシック" pitchFamily="34" charset="-128"/>
              </a:rPr>
              <a:t>details</a:t>
            </a:r>
            <a:r>
              <a:rPr lang="da-DK" altLang="da-DK" sz="1800" dirty="0">
                <a:ea typeface="ＭＳ Ｐゴシック" pitchFamily="34" charset="-128"/>
              </a:rPr>
              <a:t> er stadig </a:t>
            </a:r>
            <a:r>
              <a:rPr lang="da-DK" altLang="da-DK" sz="1800" b="1" dirty="0">
                <a:solidFill>
                  <a:srgbClr val="008000"/>
                </a:solidFill>
                <a:ea typeface="ＭＳ Ｐゴシック" pitchFamily="34" charset="-128"/>
              </a:rPr>
              <a:t>null</a:t>
            </a:r>
          </a:p>
          <a:p>
            <a:pPr lvl="1">
              <a:spcBef>
                <a:spcPts val="600"/>
              </a:spcBef>
            </a:pPr>
            <a:r>
              <a:rPr lang="da-DK" altLang="da-DK" sz="1800" dirty="0">
                <a:ea typeface="ＭＳ Ｐゴシック" pitchFamily="34" charset="-128"/>
              </a:rPr>
              <a:t>Kaldet af </a:t>
            </a:r>
            <a:r>
              <a:rPr lang="da-DK" altLang="da-DK" sz="1800" b="1" dirty="0" err="1">
                <a:solidFill>
                  <a:srgbClr val="008000"/>
                </a:solidFill>
                <a:ea typeface="ＭＳ Ｐゴシック" pitchFamily="34" charset="-128"/>
              </a:rPr>
              <a:t>getPhone</a:t>
            </a:r>
            <a:r>
              <a:rPr lang="da-DK" altLang="da-DK" sz="1800" dirty="0">
                <a:ea typeface="ＭＳ Ｐゴシック" pitchFamily="34" charset="-128"/>
              </a:rPr>
              <a:t> giver derfor ikke mening, og vil kaste en NullPointerException</a:t>
            </a:r>
          </a:p>
        </p:txBody>
      </p:sp>
      <p:sp>
        <p:nvSpPr>
          <p:cNvPr id="13" name="Rectangle 28"/>
          <p:cNvSpPr>
            <a:spLocks noChangeArrowheads="1"/>
          </p:cNvSpPr>
          <p:nvPr/>
        </p:nvSpPr>
        <p:spPr bwMode="auto">
          <a:xfrm>
            <a:off x="3621376" y="2716964"/>
            <a:ext cx="3764708" cy="237744"/>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14" name="Line 22"/>
          <p:cNvSpPr>
            <a:spLocks noChangeShapeType="1"/>
          </p:cNvSpPr>
          <p:nvPr/>
        </p:nvSpPr>
        <p:spPr bwMode="auto">
          <a:xfrm>
            <a:off x="2974738" y="2542610"/>
            <a:ext cx="670636" cy="293225"/>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r>
              <a:rPr lang="da-DK" dirty="0"/>
              <a:t>      </a:t>
            </a:r>
          </a:p>
        </p:txBody>
      </p:sp>
      <p:sp>
        <p:nvSpPr>
          <p:cNvPr id="15" name="Text Box 21"/>
          <p:cNvSpPr txBox="1">
            <a:spLocks noChangeArrowheads="1"/>
          </p:cNvSpPr>
          <p:nvPr/>
        </p:nvSpPr>
        <p:spPr bwMode="auto">
          <a:xfrm>
            <a:off x="657521" y="2267370"/>
            <a:ext cx="261833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ts val="0"/>
              </a:spcBef>
              <a:buFontTx/>
              <a:buNone/>
            </a:pPr>
            <a:r>
              <a:rPr lang="da-DK" altLang="da-DK" sz="1400" b="1" dirty="0">
                <a:solidFill>
                  <a:srgbClr val="FF0000"/>
                </a:solidFill>
              </a:rPr>
              <a:t>Erklæring af lokal variabel, der initialiseres til null</a:t>
            </a:r>
          </a:p>
        </p:txBody>
      </p:sp>
    </p:spTree>
    <p:extLst>
      <p:ext uri="{BB962C8B-B14F-4D97-AF65-F5344CB8AC3E}">
        <p14:creationId xmlns:p14="http://schemas.microsoft.com/office/powerpoint/2010/main" val="1390963318"/>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67544" y="260648"/>
            <a:ext cx="8208912" cy="682625"/>
          </a:xfrm>
        </p:spPr>
        <p:txBody>
          <a:bodyPr/>
          <a:lstStyle/>
          <a:p>
            <a:r>
              <a:rPr lang="da-DK" altLang="da-DK" sz="3200" dirty="0">
                <a:ea typeface="ＭＳ Ｐゴシック" pitchFamily="34" charset="-128"/>
              </a:rPr>
              <a:t>Eksempel på nyttig try sætning</a:t>
            </a:r>
          </a:p>
        </p:txBody>
      </p:sp>
      <p:sp>
        <p:nvSpPr>
          <p:cNvPr id="2" name="Slide Number Placeholder 1"/>
          <p:cNvSpPr>
            <a:spLocks noGrp="1"/>
          </p:cNvSpPr>
          <p:nvPr>
            <p:ph type="sldNum" sz="quarter" idx="4294967295"/>
          </p:nvPr>
        </p:nvSpPr>
        <p:spPr>
          <a:xfrm>
            <a:off x="8556741" y="6429101"/>
            <a:ext cx="611560" cy="457200"/>
          </a:xfrm>
          <a:prstGeom prst="rect">
            <a:avLst/>
          </a:prstGeom>
        </p:spPr>
        <p:txBody>
          <a:bodyPr/>
          <a:lstStyle/>
          <a:p>
            <a:pPr>
              <a:defRPr/>
            </a:pPr>
            <a:fld id="{2CA5836E-6711-417F-AF48-31ACC3CF4030}" type="slidenum">
              <a:rPr lang="da-DK" altLang="da-DK" smtClean="0"/>
              <a:pPr>
                <a:defRPr/>
              </a:pPr>
              <a:t>17</a:t>
            </a:fld>
            <a:endParaRPr lang="da-DK" altLang="da-DK" dirty="0"/>
          </a:p>
        </p:txBody>
      </p:sp>
      <p:sp>
        <p:nvSpPr>
          <p:cNvPr id="29" name="Text Box 4"/>
          <p:cNvSpPr txBox="1">
            <a:spLocks noChangeArrowheads="1"/>
          </p:cNvSpPr>
          <p:nvPr/>
        </p:nvSpPr>
        <p:spPr bwMode="auto">
          <a:xfrm>
            <a:off x="2248256" y="1124744"/>
            <a:ext cx="6788240" cy="4923637"/>
          </a:xfrm>
          <a:prstGeom prst="rect">
            <a:avLst/>
          </a:prstGeom>
          <a:solidFill>
            <a:srgbClr val="FFFFCC"/>
          </a:solidFill>
          <a:ln w="28575">
            <a:solidFill>
              <a:srgbClr val="0000FF"/>
            </a:solidFill>
            <a:miter lim="800000"/>
            <a:headEnd/>
            <a:tailEnd/>
          </a:ln>
        </p:spPr>
        <p:txBody>
          <a:bodyPr wrap="square" lIns="216000" tIns="72000" rIns="90000" bIns="72000">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eaLnBrk="1" hangingPunct="1">
              <a:spcBef>
                <a:spcPts val="0"/>
              </a:spcBef>
            </a:pPr>
            <a:r>
              <a:rPr lang="en-US" altLang="da-DK" sz="1600" b="1" dirty="0">
                <a:solidFill>
                  <a:schemeClr val="tx1"/>
                </a:solidFill>
                <a:latin typeface="Courier New" pitchFamily="49" charset="0"/>
              </a:rPr>
              <a:t>filename = ... </a:t>
            </a:r>
            <a:r>
              <a:rPr lang="en-US" altLang="da-DK" sz="1600" b="1" dirty="0">
                <a:solidFill>
                  <a:srgbClr val="0000FF"/>
                </a:solidFill>
                <a:latin typeface="Courier New" pitchFamily="49" charset="0"/>
              </a:rPr>
              <a:t>// Request filename from user</a:t>
            </a:r>
          </a:p>
          <a:p>
            <a:pPr eaLnBrk="1" hangingPunct="1">
              <a:spcBef>
                <a:spcPts val="600"/>
              </a:spcBef>
            </a:pPr>
            <a:r>
              <a:rPr lang="en-US" altLang="da-DK" sz="1600" b="1" dirty="0">
                <a:solidFill>
                  <a:srgbClr val="0000FF"/>
                </a:solidFill>
                <a:latin typeface="Courier New" pitchFamily="49" charset="0"/>
              </a:rPr>
              <a:t>// Try to save the address book</a:t>
            </a:r>
          </a:p>
          <a:p>
            <a:pPr eaLnBrk="1" hangingPunct="1">
              <a:spcBef>
                <a:spcPts val="300"/>
              </a:spcBef>
            </a:pPr>
            <a:r>
              <a:rPr lang="en-US" altLang="da-DK" sz="1600" b="1" dirty="0" err="1">
                <a:solidFill>
                  <a:srgbClr val="FF0000"/>
                </a:solidFill>
                <a:latin typeface="Courier New" pitchFamily="49" charset="0"/>
              </a:rPr>
              <a:t>boolean</a:t>
            </a:r>
            <a:r>
              <a:rPr lang="en-US" altLang="da-DK" sz="1600" b="1" dirty="0">
                <a:solidFill>
                  <a:srgbClr val="FF0000"/>
                </a:solidFill>
                <a:latin typeface="Courier New" pitchFamily="49" charset="0"/>
              </a:rPr>
              <a:t> </a:t>
            </a:r>
            <a:r>
              <a:rPr lang="en-US" altLang="da-DK" sz="1600" b="1" dirty="0">
                <a:solidFill>
                  <a:schemeClr val="tx1"/>
                </a:solidFill>
                <a:latin typeface="Courier New" pitchFamily="49" charset="0"/>
              </a:rPr>
              <a:t>successful = </a:t>
            </a:r>
            <a:r>
              <a:rPr lang="en-US" altLang="da-DK" sz="1600" b="1" dirty="0">
                <a:solidFill>
                  <a:srgbClr val="0070C0"/>
                </a:solidFill>
                <a:latin typeface="Courier New" pitchFamily="49" charset="0"/>
              </a:rPr>
              <a:t>false</a:t>
            </a:r>
            <a:r>
              <a:rPr lang="en-US" altLang="da-DK" sz="1600" b="1" dirty="0">
                <a:solidFill>
                  <a:schemeClr val="tx1"/>
                </a:solidFill>
                <a:latin typeface="Courier New" pitchFamily="49" charset="0"/>
              </a:rPr>
              <a:t>;</a:t>
            </a:r>
          </a:p>
          <a:p>
            <a:pPr eaLnBrk="1" hangingPunct="1">
              <a:spcBef>
                <a:spcPts val="0"/>
              </a:spcBef>
            </a:pPr>
            <a:r>
              <a:rPr lang="en-US" altLang="da-DK" sz="1600" b="1" dirty="0" err="1">
                <a:solidFill>
                  <a:srgbClr val="FF0000"/>
                </a:solidFill>
                <a:latin typeface="Courier New" pitchFamily="49" charset="0"/>
              </a:rPr>
              <a:t>int</a:t>
            </a:r>
            <a:r>
              <a:rPr lang="en-US" altLang="da-DK" sz="1600" b="1" dirty="0">
                <a:solidFill>
                  <a:srgbClr val="FF0000"/>
                </a:solidFill>
                <a:latin typeface="Courier New" pitchFamily="49" charset="0"/>
              </a:rPr>
              <a:t> </a:t>
            </a:r>
            <a:r>
              <a:rPr lang="en-US" altLang="da-DK" sz="1600" b="1" dirty="0">
                <a:solidFill>
                  <a:schemeClr val="tx1"/>
                </a:solidFill>
                <a:latin typeface="Courier New" pitchFamily="49" charset="0"/>
              </a:rPr>
              <a:t>attempts = 0;</a:t>
            </a:r>
          </a:p>
          <a:p>
            <a:pPr eaLnBrk="1" hangingPunct="1">
              <a:spcBef>
                <a:spcPts val="600"/>
              </a:spcBef>
            </a:pPr>
            <a:r>
              <a:rPr lang="en-US" altLang="da-DK" sz="1600" b="1" dirty="0">
                <a:solidFill>
                  <a:srgbClr val="7030A0"/>
                </a:solidFill>
                <a:latin typeface="Courier New" pitchFamily="49" charset="0"/>
              </a:rPr>
              <a:t>do </a:t>
            </a:r>
            <a:r>
              <a:rPr lang="en-US" altLang="da-DK" sz="1600" b="1" dirty="0">
                <a:solidFill>
                  <a:schemeClr val="tx1"/>
                </a:solidFill>
                <a:latin typeface="Courier New" pitchFamily="49" charset="0"/>
              </a:rPr>
              <a:t>{</a:t>
            </a:r>
          </a:p>
          <a:p>
            <a:pPr eaLnBrk="1" hangingPunct="1">
              <a:spcBef>
                <a:spcPts val="0"/>
              </a:spcBef>
            </a:pPr>
            <a:r>
              <a:rPr lang="en-US" altLang="da-DK" sz="1600" b="1" dirty="0">
                <a:solidFill>
                  <a:schemeClr val="tx1"/>
                </a:solidFill>
                <a:latin typeface="Courier New" pitchFamily="49" charset="0"/>
              </a:rPr>
              <a:t>  </a:t>
            </a:r>
            <a:r>
              <a:rPr lang="en-US" altLang="da-DK" sz="1600" b="1">
                <a:solidFill>
                  <a:srgbClr val="7030A0"/>
                </a:solidFill>
                <a:latin typeface="Courier New" pitchFamily="49" charset="0"/>
              </a:rPr>
              <a:t>try {</a:t>
            </a:r>
            <a:endParaRPr lang="en-US" altLang="da-DK" sz="1600" b="1" dirty="0">
              <a:solidFill>
                <a:srgbClr val="0000FF"/>
              </a:solidFill>
              <a:latin typeface="Courier New" pitchFamily="49" charset="0"/>
            </a:endParaRPr>
          </a:p>
          <a:p>
            <a:pPr eaLnBrk="1" hangingPunct="1">
              <a:spcBef>
                <a:spcPts val="0"/>
              </a:spcBef>
            </a:pPr>
            <a:r>
              <a:rPr lang="en-US" altLang="da-DK" sz="1600" b="1" dirty="0">
                <a:solidFill>
                  <a:srgbClr val="0000FF"/>
                </a:solidFill>
                <a:latin typeface="Courier New" pitchFamily="49" charset="0"/>
              </a:rPr>
              <a:t>    </a:t>
            </a:r>
            <a:r>
              <a:rPr lang="en-US" altLang="da-DK" sz="1600" b="1" dirty="0" err="1">
                <a:solidFill>
                  <a:schemeClr val="tx1"/>
                </a:solidFill>
                <a:latin typeface="Courier New" pitchFamily="49" charset="0"/>
              </a:rPr>
              <a:t>contacts.saveToFile</a:t>
            </a:r>
            <a:r>
              <a:rPr lang="en-US" altLang="da-DK" sz="1600" b="1" dirty="0">
                <a:solidFill>
                  <a:schemeClr val="tx1"/>
                </a:solidFill>
                <a:latin typeface="Courier New" pitchFamily="49" charset="0"/>
              </a:rPr>
              <a:t>(filename);</a:t>
            </a:r>
          </a:p>
          <a:p>
            <a:pPr eaLnBrk="1" hangingPunct="1">
              <a:spcBef>
                <a:spcPts val="0"/>
              </a:spcBef>
            </a:pPr>
            <a:r>
              <a:rPr lang="en-US" altLang="da-DK" sz="1600" b="1" dirty="0">
                <a:solidFill>
                  <a:schemeClr val="tx1"/>
                </a:solidFill>
                <a:latin typeface="Courier New" pitchFamily="49" charset="0"/>
              </a:rPr>
              <a:t>    successful = </a:t>
            </a:r>
            <a:r>
              <a:rPr lang="en-US" altLang="da-DK" sz="1600" b="1" dirty="0">
                <a:solidFill>
                  <a:srgbClr val="0070C0"/>
                </a:solidFill>
                <a:latin typeface="Courier New" pitchFamily="49" charset="0"/>
              </a:rPr>
              <a:t>true</a:t>
            </a:r>
            <a:r>
              <a:rPr lang="en-US" altLang="da-DK" sz="1600" b="1" dirty="0">
                <a:solidFill>
                  <a:schemeClr val="tx1"/>
                </a:solidFill>
                <a:latin typeface="Courier New" pitchFamily="49" charset="0"/>
              </a:rPr>
              <a:t>;</a:t>
            </a:r>
          </a:p>
          <a:p>
            <a:pPr eaLnBrk="1" hangingPunct="1">
              <a:spcBef>
                <a:spcPts val="0"/>
              </a:spcBef>
            </a:pPr>
            <a:r>
              <a:rPr lang="en-US" altLang="da-DK" sz="1600" b="1" dirty="0">
                <a:solidFill>
                  <a:schemeClr val="tx1"/>
                </a:solidFill>
                <a:latin typeface="Courier New" pitchFamily="49" charset="0"/>
              </a:rPr>
              <a:t>  }</a:t>
            </a:r>
          </a:p>
          <a:p>
            <a:pPr eaLnBrk="1" hangingPunct="1">
              <a:spcBef>
                <a:spcPts val="0"/>
              </a:spcBef>
            </a:pPr>
            <a:r>
              <a:rPr lang="en-US" altLang="da-DK" sz="1600" b="1" dirty="0">
                <a:solidFill>
                  <a:schemeClr val="tx1"/>
                </a:solidFill>
                <a:latin typeface="Courier New" pitchFamily="49" charset="0"/>
              </a:rPr>
              <a:t>  </a:t>
            </a:r>
            <a:r>
              <a:rPr lang="en-US" altLang="da-DK" sz="1600" b="1" dirty="0">
                <a:solidFill>
                  <a:srgbClr val="7030A0"/>
                </a:solidFill>
                <a:latin typeface="Courier New" pitchFamily="49" charset="0"/>
              </a:rPr>
              <a:t>catch</a:t>
            </a:r>
            <a:r>
              <a:rPr lang="en-US" altLang="da-DK" sz="1600" b="1" dirty="0">
                <a:solidFill>
                  <a:schemeClr val="tx1"/>
                </a:solidFill>
                <a:latin typeface="Courier New" pitchFamily="49" charset="0"/>
              </a:rPr>
              <a:t>(</a:t>
            </a:r>
            <a:r>
              <a:rPr lang="en-US" altLang="da-DK" sz="1600" b="1" dirty="0" err="1">
                <a:solidFill>
                  <a:schemeClr val="tx1"/>
                </a:solidFill>
                <a:latin typeface="Courier New" pitchFamily="49" charset="0"/>
              </a:rPr>
              <a:t>IOException</a:t>
            </a:r>
            <a:r>
              <a:rPr lang="en-US" altLang="da-DK" sz="1600" b="1" dirty="0">
                <a:solidFill>
                  <a:schemeClr val="tx1"/>
                </a:solidFill>
                <a:latin typeface="Courier New" pitchFamily="49" charset="0"/>
              </a:rPr>
              <a:t> e) {</a:t>
            </a:r>
          </a:p>
          <a:p>
            <a:pPr eaLnBrk="1" hangingPunct="1">
              <a:spcBef>
                <a:spcPts val="0"/>
              </a:spcBef>
            </a:pPr>
            <a:r>
              <a:rPr lang="en-US" altLang="da-DK" sz="1600" b="1" dirty="0">
                <a:solidFill>
                  <a:schemeClr val="tx1"/>
                </a:solidFill>
                <a:latin typeface="Courier New" pitchFamily="49" charset="0"/>
              </a:rPr>
              <a:t>    </a:t>
            </a:r>
            <a:r>
              <a:rPr lang="en-US" altLang="da-DK" sz="1600" b="1" spc="-50" dirty="0" err="1">
                <a:solidFill>
                  <a:schemeClr val="tx1"/>
                </a:solidFill>
                <a:latin typeface="Courier New" pitchFamily="49" charset="0"/>
              </a:rPr>
              <a:t>System.out.println</a:t>
            </a:r>
            <a:r>
              <a:rPr lang="en-US" altLang="da-DK" sz="1600" b="1" spc="-50" dirty="0">
                <a:solidFill>
                  <a:schemeClr val="tx1"/>
                </a:solidFill>
                <a:latin typeface="Courier New" pitchFamily="49" charset="0"/>
              </a:rPr>
              <a:t>(</a:t>
            </a:r>
            <a:r>
              <a:rPr lang="en-US" altLang="da-DK" sz="1600" b="1" spc="-50" dirty="0">
                <a:solidFill>
                  <a:srgbClr val="008000"/>
                </a:solidFill>
                <a:latin typeface="Courier New" pitchFamily="49" charset="0"/>
              </a:rPr>
              <a:t>"Unable to save to "</a:t>
            </a:r>
            <a:r>
              <a:rPr lang="en-US" altLang="da-DK" sz="800" b="1" spc="-50" dirty="0">
                <a:solidFill>
                  <a:schemeClr val="tx1"/>
                </a:solidFill>
                <a:latin typeface="Courier New" pitchFamily="49" charset="0"/>
              </a:rPr>
              <a:t> </a:t>
            </a:r>
            <a:r>
              <a:rPr lang="en-US" altLang="da-DK" sz="1600" b="1" spc="-50" dirty="0">
                <a:solidFill>
                  <a:schemeClr val="tx1"/>
                </a:solidFill>
                <a:latin typeface="Courier New" pitchFamily="49" charset="0"/>
              </a:rPr>
              <a:t>+</a:t>
            </a:r>
            <a:r>
              <a:rPr lang="en-US" altLang="da-DK" sz="800" b="1" spc="-50" dirty="0">
                <a:solidFill>
                  <a:schemeClr val="tx1"/>
                </a:solidFill>
                <a:latin typeface="Courier New" pitchFamily="49" charset="0"/>
              </a:rPr>
              <a:t> </a:t>
            </a:r>
            <a:r>
              <a:rPr lang="en-US" altLang="da-DK" sz="1600" b="1" spc="-50" dirty="0">
                <a:solidFill>
                  <a:schemeClr val="tx1"/>
                </a:solidFill>
                <a:latin typeface="Courier New" pitchFamily="49" charset="0"/>
              </a:rPr>
              <a:t>filename);</a:t>
            </a:r>
          </a:p>
          <a:p>
            <a:pPr eaLnBrk="1" hangingPunct="1">
              <a:spcBef>
                <a:spcPts val="0"/>
              </a:spcBef>
            </a:pPr>
            <a:r>
              <a:rPr lang="en-US" altLang="da-DK" sz="1600" b="1" dirty="0">
                <a:solidFill>
                  <a:schemeClr val="tx1"/>
                </a:solidFill>
                <a:latin typeface="Courier New" pitchFamily="49" charset="0"/>
              </a:rPr>
              <a:t>    attempts++;</a:t>
            </a:r>
          </a:p>
          <a:p>
            <a:pPr eaLnBrk="1" hangingPunct="1">
              <a:spcBef>
                <a:spcPts val="0"/>
              </a:spcBef>
            </a:pPr>
            <a:r>
              <a:rPr lang="en-US" altLang="da-DK" sz="1600" b="1" dirty="0">
                <a:solidFill>
                  <a:schemeClr val="tx1"/>
                </a:solidFill>
                <a:latin typeface="Courier New" pitchFamily="49" charset="0"/>
              </a:rPr>
              <a:t>    filename = ... // </a:t>
            </a:r>
            <a:r>
              <a:rPr lang="en-US" altLang="da-DK" sz="1600" b="1" dirty="0">
                <a:solidFill>
                  <a:srgbClr val="0000FF"/>
                </a:solidFill>
                <a:latin typeface="Courier New" pitchFamily="49" charset="0"/>
              </a:rPr>
              <a:t>Request alternative filename</a:t>
            </a:r>
            <a:endParaRPr lang="en-US" altLang="da-DK" sz="1600" b="1" dirty="0">
              <a:solidFill>
                <a:schemeClr val="tx1"/>
              </a:solidFill>
              <a:latin typeface="Courier New" pitchFamily="49" charset="0"/>
            </a:endParaRPr>
          </a:p>
          <a:p>
            <a:pPr eaLnBrk="1" hangingPunct="1">
              <a:spcBef>
                <a:spcPts val="0"/>
              </a:spcBef>
            </a:pPr>
            <a:r>
              <a:rPr lang="en-US" altLang="da-DK" sz="1600" b="1" dirty="0">
                <a:solidFill>
                  <a:schemeClr val="tx1"/>
                </a:solidFill>
                <a:latin typeface="Courier New" pitchFamily="49" charset="0"/>
              </a:rPr>
              <a:t>  }</a:t>
            </a:r>
          </a:p>
          <a:p>
            <a:pPr eaLnBrk="1" hangingPunct="1">
              <a:spcBef>
                <a:spcPts val="0"/>
              </a:spcBef>
            </a:pPr>
            <a:r>
              <a:rPr lang="en-US" altLang="da-DK" sz="1600" b="1" dirty="0">
                <a:solidFill>
                  <a:schemeClr val="tx1"/>
                </a:solidFill>
                <a:latin typeface="Courier New" pitchFamily="49" charset="0"/>
              </a:rPr>
              <a:t>} </a:t>
            </a:r>
            <a:r>
              <a:rPr lang="en-US" altLang="da-DK" sz="1600" b="1" dirty="0">
                <a:solidFill>
                  <a:srgbClr val="7030A0"/>
                </a:solidFill>
                <a:latin typeface="Courier New" pitchFamily="49" charset="0"/>
              </a:rPr>
              <a:t>while</a:t>
            </a:r>
            <a:r>
              <a:rPr lang="en-US" altLang="da-DK" sz="1600" b="1" dirty="0">
                <a:solidFill>
                  <a:schemeClr val="tx1"/>
                </a:solidFill>
                <a:latin typeface="Courier New" pitchFamily="49" charset="0"/>
              </a:rPr>
              <a:t>(!successful &amp;&amp; attempts &lt; MAX);</a:t>
            </a:r>
          </a:p>
          <a:p>
            <a:pPr eaLnBrk="1" hangingPunct="1">
              <a:spcBef>
                <a:spcPts val="1200"/>
              </a:spcBef>
            </a:pPr>
            <a:r>
              <a:rPr lang="en-US" altLang="da-DK" sz="1600" b="1" dirty="0">
                <a:solidFill>
                  <a:srgbClr val="7030A0"/>
                </a:solidFill>
                <a:latin typeface="Courier New" pitchFamily="49" charset="0"/>
              </a:rPr>
              <a:t>if</a:t>
            </a:r>
            <a:r>
              <a:rPr lang="en-US" altLang="da-DK" sz="1600" b="1" dirty="0">
                <a:solidFill>
                  <a:schemeClr val="tx1"/>
                </a:solidFill>
                <a:latin typeface="Courier New" pitchFamily="49" charset="0"/>
              </a:rPr>
              <a:t>(!successful) {</a:t>
            </a:r>
            <a:endParaRPr lang="en-US" altLang="da-DK" sz="1600" b="1" dirty="0">
              <a:solidFill>
                <a:srgbClr val="0000FF"/>
              </a:solidFill>
              <a:latin typeface="Courier New" pitchFamily="49" charset="0"/>
            </a:endParaRPr>
          </a:p>
          <a:p>
            <a:pPr eaLnBrk="1" hangingPunct="1">
              <a:spcBef>
                <a:spcPts val="0"/>
              </a:spcBef>
            </a:pPr>
            <a:r>
              <a:rPr lang="en-US" altLang="da-DK" sz="1600" b="1" dirty="0">
                <a:solidFill>
                  <a:srgbClr val="0000FF"/>
                </a:solidFill>
                <a:latin typeface="Courier New" pitchFamily="49" charset="0"/>
              </a:rPr>
              <a:t>  </a:t>
            </a:r>
            <a:r>
              <a:rPr lang="en-US" altLang="da-DK" sz="1600" b="1" spc="-50" dirty="0" err="1">
                <a:solidFill>
                  <a:schemeClr val="tx1"/>
                </a:solidFill>
                <a:latin typeface="Courier New" pitchFamily="49" charset="0"/>
              </a:rPr>
              <a:t>System.out.println</a:t>
            </a:r>
            <a:r>
              <a:rPr lang="en-US" altLang="da-DK" sz="1600" b="1" spc="-50" dirty="0">
                <a:solidFill>
                  <a:schemeClr val="tx1"/>
                </a:solidFill>
                <a:latin typeface="Courier New" pitchFamily="49" charset="0"/>
              </a:rPr>
              <a:t>(</a:t>
            </a:r>
            <a:r>
              <a:rPr lang="en-US" altLang="da-DK" sz="1600" b="1" spc="-50" dirty="0">
                <a:solidFill>
                  <a:srgbClr val="008000"/>
                </a:solidFill>
                <a:latin typeface="Courier New" pitchFamily="49" charset="0"/>
              </a:rPr>
              <a:t>"Unable to save file"</a:t>
            </a:r>
            <a:r>
              <a:rPr lang="en-US" altLang="da-DK" sz="1600" b="1" spc="-50" dirty="0">
                <a:solidFill>
                  <a:schemeClr val="tx1"/>
                </a:solidFill>
                <a:latin typeface="Courier New" pitchFamily="49" charset="0"/>
              </a:rPr>
              <a:t>);</a:t>
            </a:r>
            <a:endParaRPr lang="en-US" altLang="da-DK" sz="1600" b="1" dirty="0">
              <a:solidFill>
                <a:schemeClr val="tx1"/>
              </a:solidFill>
              <a:latin typeface="Courier New" pitchFamily="49" charset="0"/>
            </a:endParaRPr>
          </a:p>
          <a:p>
            <a:pPr eaLnBrk="1" hangingPunct="1">
              <a:spcBef>
                <a:spcPts val="0"/>
              </a:spcBef>
            </a:pPr>
            <a:r>
              <a:rPr lang="en-US" altLang="da-DK" sz="1600" b="1" dirty="0">
                <a:solidFill>
                  <a:schemeClr val="tx1"/>
                </a:solidFill>
                <a:latin typeface="Courier New" pitchFamily="49" charset="0"/>
              </a:rPr>
              <a:t>} </a:t>
            </a:r>
          </a:p>
        </p:txBody>
      </p:sp>
      <p:sp>
        <p:nvSpPr>
          <p:cNvPr id="16" name="Rectangle 28"/>
          <p:cNvSpPr>
            <a:spLocks noChangeArrowheads="1"/>
          </p:cNvSpPr>
          <p:nvPr/>
        </p:nvSpPr>
        <p:spPr bwMode="auto">
          <a:xfrm>
            <a:off x="2403669" y="1794051"/>
            <a:ext cx="3424384" cy="466344"/>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17" name="Line 22"/>
          <p:cNvSpPr>
            <a:spLocks noChangeShapeType="1"/>
          </p:cNvSpPr>
          <p:nvPr/>
        </p:nvSpPr>
        <p:spPr bwMode="auto">
          <a:xfrm>
            <a:off x="1819873" y="2023533"/>
            <a:ext cx="608736" cy="3690"/>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18" name="Text Box 21"/>
          <p:cNvSpPr txBox="1">
            <a:spLocks noChangeArrowheads="1"/>
          </p:cNvSpPr>
          <p:nvPr/>
        </p:nvSpPr>
        <p:spPr bwMode="auto">
          <a:xfrm>
            <a:off x="237035" y="1509664"/>
            <a:ext cx="1847253" cy="867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ct val="50000"/>
              </a:spcBef>
              <a:buFontTx/>
              <a:buNone/>
            </a:pPr>
            <a:r>
              <a:rPr lang="da-DK" altLang="da-DK" sz="1400" b="1" dirty="0">
                <a:solidFill>
                  <a:srgbClr val="FF0000"/>
                </a:solidFill>
              </a:rPr>
              <a:t>Erklæring af to lokale variabler</a:t>
            </a:r>
            <a:br>
              <a:rPr lang="da-DK" altLang="da-DK" sz="1400" b="1" dirty="0">
                <a:solidFill>
                  <a:srgbClr val="FF0000"/>
                </a:solidFill>
              </a:rPr>
            </a:br>
            <a:r>
              <a:rPr lang="da-DK" altLang="da-DK" sz="1400" b="1" dirty="0">
                <a:solidFill>
                  <a:srgbClr val="FF0000"/>
                </a:solidFill>
              </a:rPr>
              <a:t>til kontrol af den </a:t>
            </a:r>
            <a:r>
              <a:rPr lang="da-DK" altLang="da-DK" sz="1400" b="1" spc="-40" dirty="0">
                <a:solidFill>
                  <a:srgbClr val="FF0000"/>
                </a:solidFill>
              </a:rPr>
              <a:t>efterfølgende løkke</a:t>
            </a:r>
          </a:p>
        </p:txBody>
      </p:sp>
      <p:sp>
        <p:nvSpPr>
          <p:cNvPr id="19" name="Rectangle 28"/>
          <p:cNvSpPr>
            <a:spLocks noChangeArrowheads="1"/>
          </p:cNvSpPr>
          <p:nvPr/>
        </p:nvSpPr>
        <p:spPr bwMode="auto">
          <a:xfrm>
            <a:off x="2418909" y="2348787"/>
            <a:ext cx="6492480" cy="2776665"/>
          </a:xfrm>
          <a:prstGeom prst="rect">
            <a:avLst/>
          </a:prstGeom>
          <a:noFill/>
          <a:ln w="25400">
            <a:solidFill>
              <a:srgbClr val="FF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20" name="Line 22"/>
          <p:cNvSpPr>
            <a:spLocks noChangeShapeType="1"/>
          </p:cNvSpPr>
          <p:nvPr/>
        </p:nvSpPr>
        <p:spPr bwMode="auto">
          <a:xfrm flipV="1">
            <a:off x="1716618" y="2620083"/>
            <a:ext cx="711989" cy="1"/>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dirty="0"/>
          </a:p>
        </p:txBody>
      </p:sp>
      <p:sp>
        <p:nvSpPr>
          <p:cNvPr id="21" name="Text Box 21"/>
          <p:cNvSpPr txBox="1">
            <a:spLocks noChangeArrowheads="1"/>
          </p:cNvSpPr>
          <p:nvPr/>
        </p:nvSpPr>
        <p:spPr bwMode="auto">
          <a:xfrm>
            <a:off x="266087" y="2430818"/>
            <a:ext cx="16627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da-DK" altLang="da-DK" sz="1400" b="1" dirty="0">
                <a:solidFill>
                  <a:srgbClr val="FF0000"/>
                </a:solidFill>
              </a:rPr>
              <a:t>do-</a:t>
            </a:r>
            <a:r>
              <a:rPr lang="da-DK" altLang="da-DK" sz="1400" b="1" dirty="0" err="1">
                <a:solidFill>
                  <a:srgbClr val="FF0000"/>
                </a:solidFill>
              </a:rPr>
              <a:t>while</a:t>
            </a:r>
            <a:r>
              <a:rPr lang="da-DK" altLang="da-DK" sz="1400" b="1" dirty="0">
                <a:solidFill>
                  <a:srgbClr val="FF0000"/>
                </a:solidFill>
              </a:rPr>
              <a:t> løkke</a:t>
            </a:r>
          </a:p>
        </p:txBody>
      </p:sp>
      <p:sp>
        <p:nvSpPr>
          <p:cNvPr id="23" name="Rectangle 28"/>
          <p:cNvSpPr>
            <a:spLocks noChangeArrowheads="1"/>
          </p:cNvSpPr>
          <p:nvPr/>
        </p:nvSpPr>
        <p:spPr bwMode="auto">
          <a:xfrm>
            <a:off x="2635805" y="4780286"/>
            <a:ext cx="4670928" cy="267440"/>
          </a:xfrm>
          <a:prstGeom prst="rect">
            <a:avLst/>
          </a:prstGeom>
          <a:noFill/>
          <a:ln w="25400">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24" name="Line 22"/>
          <p:cNvSpPr>
            <a:spLocks noChangeShapeType="1"/>
          </p:cNvSpPr>
          <p:nvPr/>
        </p:nvSpPr>
        <p:spPr bwMode="auto">
          <a:xfrm flipV="1">
            <a:off x="1937254" y="4941168"/>
            <a:ext cx="483349" cy="0"/>
          </a:xfrm>
          <a:prstGeom prst="line">
            <a:avLst/>
          </a:prstGeom>
          <a:noFill/>
          <a:ln w="28575">
            <a:solidFill>
              <a:srgbClr val="008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25" name="Text Box 21"/>
          <p:cNvSpPr txBox="1">
            <a:spLocks noChangeArrowheads="1"/>
          </p:cNvSpPr>
          <p:nvPr/>
        </p:nvSpPr>
        <p:spPr bwMode="auto">
          <a:xfrm>
            <a:off x="230012" y="4801910"/>
            <a:ext cx="1997807" cy="1255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ct val="50000"/>
              </a:spcBef>
              <a:buFontTx/>
              <a:buNone/>
            </a:pPr>
            <a:r>
              <a:rPr lang="da-DK" altLang="da-DK" sz="1400" b="1" spc="-60" dirty="0">
                <a:solidFill>
                  <a:srgbClr val="008000"/>
                </a:solidFill>
              </a:rPr>
              <a:t>Kroppen af do-while </a:t>
            </a:r>
            <a:r>
              <a:rPr lang="da-DK" altLang="da-DK" sz="1400" b="1" dirty="0">
                <a:solidFill>
                  <a:srgbClr val="008000"/>
                </a:solidFill>
              </a:rPr>
              <a:t>løkken gentages, indtil det lykkes at gemme, eller man har forsøgt MAX gange</a:t>
            </a:r>
          </a:p>
        </p:txBody>
      </p:sp>
      <p:sp>
        <p:nvSpPr>
          <p:cNvPr id="26" name="Rectangle 28"/>
          <p:cNvSpPr>
            <a:spLocks noChangeArrowheads="1"/>
          </p:cNvSpPr>
          <p:nvPr/>
        </p:nvSpPr>
        <p:spPr bwMode="auto">
          <a:xfrm>
            <a:off x="2915447" y="4280579"/>
            <a:ext cx="5741623" cy="267440"/>
          </a:xfrm>
          <a:prstGeom prst="rect">
            <a:avLst/>
          </a:prstGeom>
          <a:noFill/>
          <a:ln w="25400">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27" name="Line 22"/>
          <p:cNvSpPr>
            <a:spLocks noChangeShapeType="1"/>
          </p:cNvSpPr>
          <p:nvPr/>
        </p:nvSpPr>
        <p:spPr bwMode="auto">
          <a:xfrm flipV="1">
            <a:off x="1619305" y="4403555"/>
            <a:ext cx="1277352" cy="0"/>
          </a:xfrm>
          <a:prstGeom prst="line">
            <a:avLst/>
          </a:prstGeom>
          <a:noFill/>
          <a:ln w="28575">
            <a:solidFill>
              <a:srgbClr val="008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28" name="Text Box 21"/>
          <p:cNvSpPr txBox="1">
            <a:spLocks noChangeArrowheads="1"/>
          </p:cNvSpPr>
          <p:nvPr/>
        </p:nvSpPr>
        <p:spPr bwMode="auto">
          <a:xfrm>
            <a:off x="266087" y="4108471"/>
            <a:ext cx="1997807"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80000"/>
              </a:lnSpc>
              <a:spcBef>
                <a:spcPct val="50000"/>
              </a:spcBef>
              <a:buFontTx/>
              <a:buNone/>
            </a:pPr>
            <a:r>
              <a:rPr lang="da-DK" altLang="da-DK" sz="1400" b="1" dirty="0">
                <a:solidFill>
                  <a:srgbClr val="008000"/>
                </a:solidFill>
              </a:rPr>
              <a:t>Man beder brugeren specificere et alternativt filnavn</a:t>
            </a:r>
          </a:p>
        </p:txBody>
      </p:sp>
      <p:sp>
        <p:nvSpPr>
          <p:cNvPr id="30" name="Rectangle 28"/>
          <p:cNvSpPr>
            <a:spLocks noChangeArrowheads="1"/>
          </p:cNvSpPr>
          <p:nvPr/>
        </p:nvSpPr>
        <p:spPr bwMode="auto">
          <a:xfrm>
            <a:off x="2425760" y="5194058"/>
            <a:ext cx="5194240" cy="741075"/>
          </a:xfrm>
          <a:prstGeom prst="rect">
            <a:avLst/>
          </a:prstGeom>
          <a:noFill/>
          <a:ln w="25400">
            <a:solidFill>
              <a:srgbClr val="FF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34" name="Line 22"/>
          <p:cNvSpPr>
            <a:spLocks noChangeShapeType="1"/>
          </p:cNvSpPr>
          <p:nvPr/>
        </p:nvSpPr>
        <p:spPr bwMode="auto">
          <a:xfrm flipV="1">
            <a:off x="2954441" y="5940731"/>
            <a:ext cx="0" cy="288032"/>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42" name="Text Box 21"/>
          <p:cNvSpPr txBox="1">
            <a:spLocks noChangeArrowheads="1"/>
          </p:cNvSpPr>
          <p:nvPr/>
        </p:nvSpPr>
        <p:spPr bwMode="auto">
          <a:xfrm>
            <a:off x="2551823" y="6228763"/>
            <a:ext cx="413062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da-DK" altLang="da-DK" sz="1400" b="1" dirty="0">
                <a:solidFill>
                  <a:srgbClr val="FF0000"/>
                </a:solidFill>
              </a:rPr>
              <a:t>Rapportér, hvis man blev nødt til at give op</a:t>
            </a:r>
          </a:p>
        </p:txBody>
      </p:sp>
      <p:sp>
        <p:nvSpPr>
          <p:cNvPr id="22" name="Rectangle 28"/>
          <p:cNvSpPr>
            <a:spLocks noChangeArrowheads="1"/>
          </p:cNvSpPr>
          <p:nvPr/>
        </p:nvSpPr>
        <p:spPr bwMode="auto">
          <a:xfrm>
            <a:off x="2865274" y="2843562"/>
            <a:ext cx="3817169" cy="218303"/>
          </a:xfrm>
          <a:prstGeom prst="rect">
            <a:avLst/>
          </a:prstGeom>
          <a:noFill/>
          <a:ln w="25400">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31" name="Line 22"/>
          <p:cNvSpPr>
            <a:spLocks noChangeShapeType="1"/>
          </p:cNvSpPr>
          <p:nvPr/>
        </p:nvSpPr>
        <p:spPr bwMode="auto">
          <a:xfrm flipV="1">
            <a:off x="1844811" y="2966545"/>
            <a:ext cx="1045401" cy="0"/>
          </a:xfrm>
          <a:prstGeom prst="line">
            <a:avLst/>
          </a:prstGeom>
          <a:noFill/>
          <a:ln w="28575">
            <a:solidFill>
              <a:srgbClr val="008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32" name="Text Box 21"/>
          <p:cNvSpPr txBox="1">
            <a:spLocks noChangeArrowheads="1"/>
          </p:cNvSpPr>
          <p:nvPr/>
        </p:nvSpPr>
        <p:spPr bwMode="auto">
          <a:xfrm>
            <a:off x="251152" y="2837619"/>
            <a:ext cx="2152517" cy="1320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80000"/>
              </a:lnSpc>
              <a:spcBef>
                <a:spcPct val="50000"/>
              </a:spcBef>
              <a:buFontTx/>
              <a:buNone/>
            </a:pPr>
            <a:r>
              <a:rPr lang="da-DK" altLang="da-DK" sz="1400" b="1" dirty="0">
                <a:solidFill>
                  <a:srgbClr val="008000"/>
                </a:solidFill>
              </a:rPr>
              <a:t>Forsøg at gemme</a:t>
            </a:r>
            <a:br>
              <a:rPr lang="da-DK" altLang="da-DK" sz="1400" b="1" dirty="0">
                <a:solidFill>
                  <a:srgbClr val="008000"/>
                </a:solidFill>
              </a:rPr>
            </a:br>
            <a:r>
              <a:rPr lang="da-DK" altLang="da-DK" sz="1400" b="1" dirty="0">
                <a:solidFill>
                  <a:srgbClr val="008000"/>
                </a:solidFill>
              </a:rPr>
              <a:t>på en fil</a:t>
            </a:r>
          </a:p>
          <a:p>
            <a:pPr eaLnBrk="1" hangingPunct="1">
              <a:lnSpc>
                <a:spcPct val="90000"/>
              </a:lnSpc>
              <a:spcBef>
                <a:spcPts val="600"/>
              </a:spcBef>
              <a:buFontTx/>
              <a:buNone/>
            </a:pPr>
            <a:r>
              <a:rPr lang="da-DK" altLang="da-DK" sz="1400" b="1" dirty="0">
                <a:solidFill>
                  <a:srgbClr val="008000"/>
                </a:solidFill>
              </a:rPr>
              <a:t>Hvis det mislykkes kastes en exception, der gribes i catch blokken</a:t>
            </a:r>
          </a:p>
        </p:txBody>
      </p:sp>
      <p:sp>
        <p:nvSpPr>
          <p:cNvPr id="35" name="Rectangle 28"/>
          <p:cNvSpPr>
            <a:spLocks noChangeArrowheads="1"/>
          </p:cNvSpPr>
          <p:nvPr/>
        </p:nvSpPr>
        <p:spPr bwMode="auto">
          <a:xfrm>
            <a:off x="2407448" y="1190245"/>
            <a:ext cx="5534286" cy="267440"/>
          </a:xfrm>
          <a:prstGeom prst="rect">
            <a:avLst/>
          </a:prstGeom>
          <a:noFill/>
          <a:ln w="25400">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36" name="Line 22"/>
          <p:cNvSpPr>
            <a:spLocks noChangeShapeType="1"/>
          </p:cNvSpPr>
          <p:nvPr/>
        </p:nvSpPr>
        <p:spPr bwMode="auto">
          <a:xfrm>
            <a:off x="1953726" y="1322939"/>
            <a:ext cx="474882" cy="1"/>
          </a:xfrm>
          <a:prstGeom prst="line">
            <a:avLst/>
          </a:prstGeom>
          <a:noFill/>
          <a:ln w="28575">
            <a:solidFill>
              <a:srgbClr val="008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37" name="Text Box 21"/>
          <p:cNvSpPr txBox="1">
            <a:spLocks noChangeArrowheads="1"/>
          </p:cNvSpPr>
          <p:nvPr/>
        </p:nvSpPr>
        <p:spPr bwMode="auto">
          <a:xfrm>
            <a:off x="237035" y="1166775"/>
            <a:ext cx="1847253" cy="286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ct val="50000"/>
              </a:spcBef>
              <a:buFontTx/>
              <a:buNone/>
            </a:pPr>
            <a:r>
              <a:rPr lang="da-DK" altLang="da-DK" sz="1400" b="1" spc="-60" dirty="0">
                <a:solidFill>
                  <a:srgbClr val="008000"/>
                </a:solidFill>
              </a:rPr>
              <a:t>Filnavn fra brugeren</a:t>
            </a:r>
            <a:endParaRPr lang="da-DK" altLang="da-DK" sz="1400" b="1" dirty="0">
              <a:solidFill>
                <a:srgbClr val="008000"/>
              </a:solidFill>
            </a:endParaRPr>
          </a:p>
        </p:txBody>
      </p:sp>
    </p:spTree>
    <p:extLst>
      <p:ext uri="{BB962C8B-B14F-4D97-AF65-F5344CB8AC3E}">
        <p14:creationId xmlns:p14="http://schemas.microsoft.com/office/powerpoint/2010/main" val="308585474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p:bldP spid="26" grpId="0" animBg="1"/>
      <p:bldP spid="27" grpId="0" animBg="1"/>
      <p:bldP spid="28" grpId="0"/>
      <p:bldP spid="30" grpId="0" animBg="1"/>
      <p:bldP spid="34" grpId="0" animBg="1"/>
      <p:bldP spid="42" grpId="0"/>
      <p:bldP spid="22" grpId="0" animBg="1"/>
      <p:bldP spid="31" grpId="0" animBg="1"/>
      <p:bldP spid="3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0192" y="1049121"/>
            <a:ext cx="2447726" cy="15695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434" name="Title 1"/>
          <p:cNvSpPr>
            <a:spLocks noGrp="1"/>
          </p:cNvSpPr>
          <p:nvPr>
            <p:ph type="title"/>
          </p:nvPr>
        </p:nvSpPr>
        <p:spPr>
          <a:xfrm>
            <a:off x="467544" y="260648"/>
            <a:ext cx="8208912" cy="682625"/>
          </a:xfrm>
        </p:spPr>
        <p:txBody>
          <a:bodyPr/>
          <a:lstStyle/>
          <a:p>
            <a:r>
              <a:rPr lang="da-DK" altLang="da-DK" sz="3200" dirty="0">
                <a:ea typeface="ＭＳ Ｐゴシック" pitchFamily="34" charset="-128"/>
              </a:rPr>
              <a:t>Erklæring af nye exception klasser</a:t>
            </a:r>
          </a:p>
        </p:txBody>
      </p:sp>
      <p:sp>
        <p:nvSpPr>
          <p:cNvPr id="18" name="Text Box 4"/>
          <p:cNvSpPr txBox="1">
            <a:spLocks noChangeArrowheads="1"/>
          </p:cNvSpPr>
          <p:nvPr/>
        </p:nvSpPr>
        <p:spPr bwMode="auto">
          <a:xfrm>
            <a:off x="1683931" y="3228136"/>
            <a:ext cx="6587839" cy="2901969"/>
          </a:xfrm>
          <a:prstGeom prst="rect">
            <a:avLst/>
          </a:prstGeom>
          <a:solidFill>
            <a:srgbClr val="FFFFCC"/>
          </a:solidFill>
          <a:ln w="28575">
            <a:solidFill>
              <a:srgbClr val="0000FF"/>
            </a:solidFill>
            <a:miter lim="800000"/>
            <a:headEnd/>
            <a:tailEnd/>
          </a:ln>
        </p:spPr>
        <p:txBody>
          <a:bodyPr wrap="square" lIns="90000" tIns="90000" rIns="90000" bIns="46800">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eaLnBrk="1" hangingPunct="1"/>
            <a:r>
              <a:rPr lang="en-US" altLang="da-DK" sz="1400" b="1" dirty="0">
                <a:solidFill>
                  <a:srgbClr val="7030A0"/>
                </a:solidFill>
                <a:latin typeface="Courier New" pitchFamily="49" charset="0"/>
              </a:rPr>
              <a:t>public </a:t>
            </a:r>
            <a:r>
              <a:rPr lang="en-US" altLang="da-DK" sz="1400" b="1" dirty="0">
                <a:solidFill>
                  <a:srgbClr val="FF0000"/>
                </a:solidFill>
                <a:latin typeface="Courier New" pitchFamily="49" charset="0"/>
              </a:rPr>
              <a:t>class</a:t>
            </a:r>
            <a:r>
              <a:rPr lang="en-US" altLang="da-DK" sz="1400" b="1" dirty="0">
                <a:solidFill>
                  <a:srgbClr val="7030A0"/>
                </a:solidFill>
                <a:latin typeface="Courier New" pitchFamily="49" charset="0"/>
              </a:rPr>
              <a:t> </a:t>
            </a:r>
            <a:r>
              <a:rPr lang="en-US" altLang="da-DK" sz="1400" b="1" dirty="0" err="1">
                <a:solidFill>
                  <a:schemeClr val="tx1"/>
                </a:solidFill>
                <a:latin typeface="Courier New" pitchFamily="49" charset="0"/>
              </a:rPr>
              <a:t>NoMatchingDetailsException</a:t>
            </a:r>
            <a:r>
              <a:rPr lang="en-US" altLang="da-DK" sz="1400" b="1" dirty="0">
                <a:solidFill>
                  <a:schemeClr val="tx1"/>
                </a:solidFill>
                <a:latin typeface="Courier New" pitchFamily="49" charset="0"/>
              </a:rPr>
              <a:t> </a:t>
            </a:r>
            <a:r>
              <a:rPr lang="en-US" altLang="da-DK" sz="1400" b="1" dirty="0">
                <a:solidFill>
                  <a:srgbClr val="FF0000"/>
                </a:solidFill>
                <a:latin typeface="Courier New" pitchFamily="49" charset="0"/>
              </a:rPr>
              <a:t>extends</a:t>
            </a:r>
            <a:r>
              <a:rPr lang="en-US" altLang="da-DK" sz="1400" b="1" dirty="0">
                <a:solidFill>
                  <a:schemeClr val="tx1"/>
                </a:solidFill>
                <a:latin typeface="Courier New" pitchFamily="49" charset="0"/>
              </a:rPr>
              <a:t> Exception {</a:t>
            </a:r>
          </a:p>
          <a:p>
            <a:pPr eaLnBrk="1" hangingPunct="1">
              <a:spcBef>
                <a:spcPts val="600"/>
              </a:spcBef>
            </a:pPr>
            <a:r>
              <a:rPr lang="en-US" altLang="da-DK" sz="1400" b="1" dirty="0">
                <a:solidFill>
                  <a:schemeClr val="tx1"/>
                </a:solidFill>
                <a:latin typeface="Courier New" pitchFamily="49" charset="0"/>
              </a:rPr>
              <a:t>  </a:t>
            </a:r>
            <a:r>
              <a:rPr lang="en-US" altLang="da-DK" sz="1400" b="1" dirty="0">
                <a:solidFill>
                  <a:srgbClr val="7030A0"/>
                </a:solidFill>
                <a:latin typeface="Courier New" pitchFamily="49" charset="0"/>
              </a:rPr>
              <a:t>private</a:t>
            </a:r>
            <a:r>
              <a:rPr lang="en-US" altLang="da-DK" sz="1400" b="1" dirty="0">
                <a:solidFill>
                  <a:schemeClr val="tx1"/>
                </a:solidFill>
                <a:latin typeface="Courier New" pitchFamily="49" charset="0"/>
              </a:rPr>
              <a:t> String key;</a:t>
            </a:r>
          </a:p>
          <a:p>
            <a:pPr eaLnBrk="1" hangingPunct="1">
              <a:spcBef>
                <a:spcPts val="600"/>
              </a:spcBef>
            </a:pPr>
            <a:r>
              <a:rPr lang="en-US" altLang="da-DK" sz="1400" b="1" dirty="0">
                <a:solidFill>
                  <a:schemeClr val="tx1"/>
                </a:solidFill>
                <a:latin typeface="Courier New" pitchFamily="49" charset="0"/>
              </a:rPr>
              <a:t>  </a:t>
            </a:r>
            <a:r>
              <a:rPr lang="en-US" altLang="da-DK" sz="1400" b="1" dirty="0">
                <a:solidFill>
                  <a:srgbClr val="7030A0"/>
                </a:solidFill>
                <a:latin typeface="Courier New" pitchFamily="49" charset="0"/>
              </a:rPr>
              <a:t>public</a:t>
            </a:r>
            <a:r>
              <a:rPr lang="en-US" altLang="da-DK" sz="1400" b="1" dirty="0">
                <a:solidFill>
                  <a:schemeClr val="tx1"/>
                </a:solidFill>
                <a:latin typeface="Courier New" pitchFamily="49" charset="0"/>
              </a:rPr>
              <a:t> </a:t>
            </a:r>
            <a:r>
              <a:rPr lang="en-US" altLang="da-DK" sz="1400" b="1" dirty="0" err="1">
                <a:solidFill>
                  <a:schemeClr val="tx1"/>
                </a:solidFill>
                <a:latin typeface="Courier New" pitchFamily="49" charset="0"/>
              </a:rPr>
              <a:t>NoMatchingDetailsException</a:t>
            </a:r>
            <a:r>
              <a:rPr lang="en-US" altLang="da-DK" sz="1400" b="1" dirty="0">
                <a:solidFill>
                  <a:schemeClr val="tx1"/>
                </a:solidFill>
                <a:latin typeface="Courier New" pitchFamily="49" charset="0"/>
              </a:rPr>
              <a:t>(String key) {</a:t>
            </a:r>
          </a:p>
          <a:p>
            <a:pPr eaLnBrk="1" hangingPunct="1"/>
            <a:r>
              <a:rPr lang="en-US" altLang="da-DK" sz="1400" b="1" dirty="0">
                <a:solidFill>
                  <a:schemeClr val="tx1"/>
                </a:solidFill>
                <a:latin typeface="Courier New" pitchFamily="49" charset="0"/>
              </a:rPr>
              <a:t>    </a:t>
            </a:r>
            <a:r>
              <a:rPr lang="en-US" altLang="da-DK" sz="1400" b="1" dirty="0">
                <a:solidFill>
                  <a:srgbClr val="0070C0"/>
                </a:solidFill>
                <a:latin typeface="Courier New" pitchFamily="49" charset="0"/>
              </a:rPr>
              <a:t>super</a:t>
            </a:r>
            <a:r>
              <a:rPr lang="en-US" altLang="da-DK" sz="1400" b="1" dirty="0">
                <a:solidFill>
                  <a:schemeClr val="tx1"/>
                </a:solidFill>
                <a:latin typeface="Courier New" pitchFamily="49" charset="0"/>
              </a:rPr>
              <a:t>();</a:t>
            </a:r>
          </a:p>
          <a:p>
            <a:pPr eaLnBrk="1" hangingPunct="1"/>
            <a:r>
              <a:rPr lang="en-US" altLang="da-DK" sz="1400" b="1" dirty="0">
                <a:solidFill>
                  <a:schemeClr val="tx1"/>
                </a:solidFill>
                <a:latin typeface="Courier New" pitchFamily="49" charset="0"/>
              </a:rPr>
              <a:t>    </a:t>
            </a:r>
            <a:r>
              <a:rPr lang="en-US" altLang="da-DK" sz="1400" b="1" dirty="0" err="1">
                <a:solidFill>
                  <a:srgbClr val="0070C0"/>
                </a:solidFill>
                <a:latin typeface="Courier New" pitchFamily="49" charset="0"/>
              </a:rPr>
              <a:t>this</a:t>
            </a:r>
            <a:r>
              <a:rPr lang="en-US" altLang="da-DK" sz="1400" b="1" dirty="0" err="1">
                <a:solidFill>
                  <a:schemeClr val="tx1"/>
                </a:solidFill>
                <a:latin typeface="Courier New" pitchFamily="49" charset="0"/>
              </a:rPr>
              <a:t>.key</a:t>
            </a:r>
            <a:r>
              <a:rPr lang="en-US" altLang="da-DK" sz="1400" b="1" dirty="0">
                <a:solidFill>
                  <a:schemeClr val="tx1"/>
                </a:solidFill>
                <a:latin typeface="Courier New" pitchFamily="49" charset="0"/>
              </a:rPr>
              <a:t> = key;</a:t>
            </a:r>
          </a:p>
          <a:p>
            <a:pPr eaLnBrk="1" hangingPunct="1">
              <a:lnSpc>
                <a:spcPct val="60000"/>
              </a:lnSpc>
            </a:pPr>
            <a:r>
              <a:rPr lang="en-US" altLang="da-DK" sz="1400" b="1" dirty="0">
                <a:solidFill>
                  <a:schemeClr val="tx1"/>
                </a:solidFill>
                <a:latin typeface="Courier New" pitchFamily="49" charset="0"/>
              </a:rPr>
              <a:t>  }</a:t>
            </a:r>
          </a:p>
          <a:p>
            <a:pPr eaLnBrk="1" hangingPunct="1">
              <a:spcBef>
                <a:spcPts val="600"/>
              </a:spcBef>
            </a:pPr>
            <a:r>
              <a:rPr lang="en-US" altLang="da-DK" sz="1400" b="1" dirty="0">
                <a:solidFill>
                  <a:schemeClr val="tx1"/>
                </a:solidFill>
                <a:latin typeface="Courier New" pitchFamily="49" charset="0"/>
              </a:rPr>
              <a:t>  </a:t>
            </a:r>
            <a:r>
              <a:rPr lang="en-US" altLang="da-DK" sz="1400" b="1" dirty="0">
                <a:solidFill>
                  <a:srgbClr val="7030A0"/>
                </a:solidFill>
                <a:latin typeface="Courier New" pitchFamily="49" charset="0"/>
              </a:rPr>
              <a:t>public</a:t>
            </a:r>
            <a:r>
              <a:rPr lang="en-US" altLang="da-DK" sz="1400" b="1" dirty="0">
                <a:solidFill>
                  <a:schemeClr val="tx1"/>
                </a:solidFill>
                <a:latin typeface="Courier New" pitchFamily="49" charset="0"/>
              </a:rPr>
              <a:t> String </a:t>
            </a:r>
            <a:r>
              <a:rPr lang="en-US" altLang="da-DK" sz="1400" b="1" dirty="0" err="1">
                <a:solidFill>
                  <a:schemeClr val="tx1"/>
                </a:solidFill>
                <a:latin typeface="Courier New" pitchFamily="49" charset="0"/>
              </a:rPr>
              <a:t>getKey</a:t>
            </a:r>
            <a:r>
              <a:rPr lang="en-US" altLang="da-DK" sz="1400" b="1" dirty="0">
                <a:solidFill>
                  <a:schemeClr val="tx1"/>
                </a:solidFill>
                <a:latin typeface="Courier New" pitchFamily="49" charset="0"/>
              </a:rPr>
              <a:t>() {</a:t>
            </a:r>
          </a:p>
          <a:p>
            <a:pPr eaLnBrk="1" hangingPunct="1"/>
            <a:r>
              <a:rPr lang="en-US" altLang="da-DK" sz="1400" b="1" dirty="0">
                <a:solidFill>
                  <a:schemeClr val="tx1"/>
                </a:solidFill>
                <a:latin typeface="Courier New" pitchFamily="49" charset="0"/>
              </a:rPr>
              <a:t>    </a:t>
            </a:r>
            <a:r>
              <a:rPr lang="en-US" altLang="da-DK" sz="1400" b="1" dirty="0">
                <a:solidFill>
                  <a:srgbClr val="7030A0"/>
                </a:solidFill>
                <a:latin typeface="Courier New" pitchFamily="49" charset="0"/>
              </a:rPr>
              <a:t>return</a:t>
            </a:r>
            <a:r>
              <a:rPr lang="en-US" altLang="da-DK" sz="1400" b="1" dirty="0">
                <a:solidFill>
                  <a:schemeClr val="tx1"/>
                </a:solidFill>
                <a:latin typeface="Courier New" pitchFamily="49" charset="0"/>
              </a:rPr>
              <a:t> key;</a:t>
            </a:r>
          </a:p>
          <a:p>
            <a:pPr eaLnBrk="1" hangingPunct="1">
              <a:lnSpc>
                <a:spcPct val="60000"/>
              </a:lnSpc>
            </a:pPr>
            <a:r>
              <a:rPr lang="en-US" altLang="da-DK" sz="1400" b="1" dirty="0">
                <a:solidFill>
                  <a:schemeClr val="tx1"/>
                </a:solidFill>
                <a:latin typeface="Courier New" pitchFamily="49" charset="0"/>
              </a:rPr>
              <a:t>  } </a:t>
            </a:r>
          </a:p>
          <a:p>
            <a:pPr eaLnBrk="1" hangingPunct="1">
              <a:spcBef>
                <a:spcPts val="600"/>
              </a:spcBef>
            </a:pPr>
            <a:r>
              <a:rPr lang="en-US" altLang="da-DK" sz="1400" b="1" dirty="0">
                <a:solidFill>
                  <a:srgbClr val="7030A0"/>
                </a:solidFill>
                <a:latin typeface="Courier New" pitchFamily="49" charset="0"/>
              </a:rPr>
              <a:t>  public</a:t>
            </a:r>
            <a:r>
              <a:rPr lang="en-US" altLang="da-DK" sz="1400" b="1" dirty="0">
                <a:solidFill>
                  <a:schemeClr val="tx1"/>
                </a:solidFill>
                <a:latin typeface="Courier New" pitchFamily="49" charset="0"/>
              </a:rPr>
              <a:t> String </a:t>
            </a:r>
            <a:r>
              <a:rPr lang="en-US" altLang="da-DK" sz="1400" b="1" dirty="0" err="1">
                <a:solidFill>
                  <a:schemeClr val="tx1"/>
                </a:solidFill>
                <a:latin typeface="Courier New" pitchFamily="49" charset="0"/>
              </a:rPr>
              <a:t>toString</a:t>
            </a:r>
            <a:r>
              <a:rPr lang="en-US" altLang="da-DK" sz="1400" b="1" dirty="0">
                <a:solidFill>
                  <a:schemeClr val="tx1"/>
                </a:solidFill>
                <a:latin typeface="Courier New" pitchFamily="49" charset="0"/>
              </a:rPr>
              <a:t>() {</a:t>
            </a:r>
          </a:p>
          <a:p>
            <a:pPr eaLnBrk="1" hangingPunct="1"/>
            <a:r>
              <a:rPr lang="en-US" altLang="da-DK" sz="1400" b="1" dirty="0">
                <a:solidFill>
                  <a:schemeClr val="tx1"/>
                </a:solidFill>
                <a:latin typeface="Courier New" pitchFamily="49" charset="0"/>
              </a:rPr>
              <a:t>    </a:t>
            </a:r>
            <a:r>
              <a:rPr lang="en-US" altLang="da-DK" sz="1400" b="1" dirty="0">
                <a:solidFill>
                  <a:srgbClr val="7030A0"/>
                </a:solidFill>
                <a:latin typeface="Courier New" pitchFamily="49" charset="0"/>
              </a:rPr>
              <a:t>return</a:t>
            </a:r>
            <a:r>
              <a:rPr lang="en-US" altLang="da-DK" sz="1400" b="1" dirty="0">
                <a:solidFill>
                  <a:schemeClr val="tx1"/>
                </a:solidFill>
                <a:latin typeface="Courier New" pitchFamily="49" charset="0"/>
              </a:rPr>
              <a:t> </a:t>
            </a:r>
            <a:r>
              <a:rPr lang="en-US" altLang="da-DK" sz="1400" b="1" dirty="0">
                <a:solidFill>
                  <a:srgbClr val="008000"/>
                </a:solidFill>
                <a:latin typeface="Courier New" pitchFamily="49" charset="0"/>
              </a:rPr>
              <a:t>"No details matching: "</a:t>
            </a:r>
            <a:r>
              <a:rPr lang="en-US" altLang="da-DK" sz="1400" b="1" dirty="0">
                <a:solidFill>
                  <a:schemeClr val="tx1"/>
                </a:solidFill>
                <a:latin typeface="Courier New" pitchFamily="49" charset="0"/>
              </a:rPr>
              <a:t> + key + </a:t>
            </a:r>
            <a:r>
              <a:rPr lang="en-US" altLang="da-DK" sz="1400" b="1" dirty="0">
                <a:solidFill>
                  <a:srgbClr val="008000"/>
                </a:solidFill>
                <a:latin typeface="Courier New" pitchFamily="49" charset="0"/>
              </a:rPr>
              <a:t>" were found"</a:t>
            </a:r>
            <a:r>
              <a:rPr lang="en-US" altLang="da-DK" sz="1400" b="1" dirty="0">
                <a:solidFill>
                  <a:schemeClr val="tx1"/>
                </a:solidFill>
                <a:latin typeface="Courier New" pitchFamily="49" charset="0"/>
              </a:rPr>
              <a:t>;</a:t>
            </a:r>
          </a:p>
          <a:p>
            <a:pPr eaLnBrk="1" hangingPunct="1">
              <a:lnSpc>
                <a:spcPct val="60000"/>
              </a:lnSpc>
            </a:pPr>
            <a:r>
              <a:rPr lang="en-US" altLang="da-DK" sz="1400" b="1" dirty="0">
                <a:solidFill>
                  <a:schemeClr val="tx1"/>
                </a:solidFill>
                <a:latin typeface="Courier New" pitchFamily="49" charset="0"/>
              </a:rPr>
              <a:t>  }</a:t>
            </a:r>
          </a:p>
          <a:p>
            <a:pPr eaLnBrk="1" hangingPunct="1">
              <a:lnSpc>
                <a:spcPct val="60000"/>
              </a:lnSpc>
            </a:pPr>
            <a:r>
              <a:rPr lang="en-US" altLang="da-DK" sz="1400" b="1" dirty="0">
                <a:solidFill>
                  <a:schemeClr val="tx1"/>
                </a:solidFill>
                <a:latin typeface="Courier New" pitchFamily="49" charset="0"/>
              </a:rPr>
              <a:t>}</a:t>
            </a:r>
          </a:p>
        </p:txBody>
      </p:sp>
      <p:sp>
        <p:nvSpPr>
          <p:cNvPr id="2" name="Slide Number Placeholder 1"/>
          <p:cNvSpPr>
            <a:spLocks noGrp="1"/>
          </p:cNvSpPr>
          <p:nvPr>
            <p:ph type="sldNum" sz="quarter" idx="4294967295"/>
          </p:nvPr>
        </p:nvSpPr>
        <p:spPr>
          <a:xfrm>
            <a:off x="8532440" y="6400800"/>
            <a:ext cx="611560" cy="457200"/>
          </a:xfrm>
          <a:prstGeom prst="rect">
            <a:avLst/>
          </a:prstGeom>
        </p:spPr>
        <p:txBody>
          <a:bodyPr/>
          <a:lstStyle/>
          <a:p>
            <a:pPr>
              <a:defRPr/>
            </a:pPr>
            <a:fld id="{2CA5836E-6711-417F-AF48-31ACC3CF4030}" type="slidenum">
              <a:rPr lang="da-DK" altLang="da-DK" smtClean="0"/>
              <a:pPr>
                <a:defRPr/>
              </a:pPr>
              <a:t>18</a:t>
            </a:fld>
            <a:endParaRPr lang="da-DK" altLang="da-DK" dirty="0"/>
          </a:p>
        </p:txBody>
      </p:sp>
      <p:sp>
        <p:nvSpPr>
          <p:cNvPr id="9" name="Rectangle 3"/>
          <p:cNvSpPr txBox="1">
            <a:spLocks noChangeArrowheads="1"/>
          </p:cNvSpPr>
          <p:nvPr/>
        </p:nvSpPr>
        <p:spPr bwMode="auto">
          <a:xfrm>
            <a:off x="467544" y="1000417"/>
            <a:ext cx="6408712" cy="2186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pPr marL="342900" lvl="1" indent="-342900">
              <a:spcBef>
                <a:spcPts val="1200"/>
              </a:spcBef>
              <a:buChar char="•"/>
            </a:pPr>
            <a:r>
              <a:rPr lang="da-DK" altLang="da-DK" b="1" dirty="0">
                <a:solidFill>
                  <a:srgbClr val="A50021"/>
                </a:solidFill>
                <a:ea typeface="ＭＳ Ｐゴシック" pitchFamily="34" charset="-128"/>
                <a:cs typeface="ＭＳ Ｐゴシック" pitchFamily="-106" charset="-128"/>
              </a:rPr>
              <a:t>Man kan definere sine egne exception klasser</a:t>
            </a:r>
          </a:p>
          <a:p>
            <a:pPr lvl="1">
              <a:spcBef>
                <a:spcPts val="200"/>
              </a:spcBef>
            </a:pPr>
            <a:r>
              <a:rPr lang="da-DK" altLang="da-DK" sz="1800" dirty="0">
                <a:ea typeface="ＭＳ Ｐゴシック" pitchFamily="34" charset="-128"/>
              </a:rPr>
              <a:t>Dette gøres ved at lave en subklasse af en eksisterende exception klasse</a:t>
            </a:r>
          </a:p>
          <a:p>
            <a:pPr lvl="1">
              <a:spcBef>
                <a:spcPts val="200"/>
              </a:spcBef>
              <a:buFontTx/>
              <a:buChar char="–"/>
            </a:pPr>
            <a:r>
              <a:rPr lang="da-DK" altLang="da-DK" sz="1800" dirty="0">
                <a:ea typeface="ＭＳ Ｐゴシック" pitchFamily="34" charset="-128"/>
              </a:rPr>
              <a:t>Hvis klassen er en subklasse af</a:t>
            </a:r>
            <a:br>
              <a:rPr lang="da-DK" altLang="da-DK" sz="1800" dirty="0">
                <a:ea typeface="ＭＳ Ｐゴシック" pitchFamily="34" charset="-128"/>
              </a:rPr>
            </a:br>
            <a:r>
              <a:rPr lang="da-DK" altLang="da-DK" sz="1800" dirty="0">
                <a:ea typeface="ＭＳ Ｐゴシック" pitchFamily="34" charset="-128"/>
              </a:rPr>
              <a:t>RuntimeException, vil dens exceptions være </a:t>
            </a:r>
            <a:r>
              <a:rPr lang="da-DK" altLang="da-DK" sz="1800" b="1" dirty="0">
                <a:solidFill>
                  <a:srgbClr val="008000"/>
                </a:solidFill>
                <a:ea typeface="ＭＳ Ｐゴシック" pitchFamily="34" charset="-128"/>
              </a:rPr>
              <a:t>unchecked,</a:t>
            </a:r>
            <a:r>
              <a:rPr lang="da-DK" altLang="da-DK" sz="1800" dirty="0">
                <a:ea typeface="ＭＳ Ｐゴシック" pitchFamily="34" charset="-128"/>
              </a:rPr>
              <a:t> ellers vil de være</a:t>
            </a:r>
            <a:r>
              <a:rPr lang="da-DK" altLang="da-DK" sz="1800" b="1" dirty="0">
                <a:solidFill>
                  <a:srgbClr val="008000"/>
                </a:solidFill>
                <a:ea typeface="ＭＳ Ｐゴシック" pitchFamily="34" charset="-128"/>
              </a:rPr>
              <a:t> checked</a:t>
            </a:r>
          </a:p>
          <a:p>
            <a:pPr marL="342900" lvl="1" indent="-342900">
              <a:spcBef>
                <a:spcPts val="800"/>
              </a:spcBef>
              <a:buFontTx/>
              <a:buChar char="•"/>
            </a:pPr>
            <a:r>
              <a:rPr lang="da-DK" altLang="da-DK" b="1" spc="-60" dirty="0">
                <a:solidFill>
                  <a:srgbClr val="A50021"/>
                </a:solidFill>
                <a:ea typeface="ＭＳ Ｐゴシック" pitchFamily="34" charset="-128"/>
                <a:cs typeface="ＭＳ Ｐゴシック" pitchFamily="-106" charset="-128"/>
              </a:rPr>
              <a:t>Der er intet nyt i erklæringen af exception klasser </a:t>
            </a:r>
          </a:p>
        </p:txBody>
      </p:sp>
      <p:sp>
        <p:nvSpPr>
          <p:cNvPr id="10" name="Rectangle 28"/>
          <p:cNvSpPr>
            <a:spLocks noChangeArrowheads="1"/>
          </p:cNvSpPr>
          <p:nvPr/>
        </p:nvSpPr>
        <p:spPr bwMode="auto">
          <a:xfrm>
            <a:off x="1924612" y="3614332"/>
            <a:ext cx="2183632" cy="228517"/>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11" name="Line 22"/>
          <p:cNvSpPr>
            <a:spLocks noChangeShapeType="1"/>
          </p:cNvSpPr>
          <p:nvPr/>
        </p:nvSpPr>
        <p:spPr bwMode="auto">
          <a:xfrm>
            <a:off x="1498900" y="3751707"/>
            <a:ext cx="415505" cy="0"/>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12" name="Text Box 21"/>
          <p:cNvSpPr txBox="1">
            <a:spLocks noChangeArrowheads="1"/>
          </p:cNvSpPr>
          <p:nvPr/>
        </p:nvSpPr>
        <p:spPr bwMode="auto">
          <a:xfrm>
            <a:off x="384752" y="3584008"/>
            <a:ext cx="12165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da-DK" altLang="da-DK" sz="1400" b="1" dirty="0">
                <a:solidFill>
                  <a:srgbClr val="FF0000"/>
                </a:solidFill>
              </a:rPr>
              <a:t>Feltvariabel</a:t>
            </a:r>
          </a:p>
        </p:txBody>
      </p:sp>
      <p:sp>
        <p:nvSpPr>
          <p:cNvPr id="13" name="Rectangle 28"/>
          <p:cNvSpPr>
            <a:spLocks noChangeArrowheads="1"/>
          </p:cNvSpPr>
          <p:nvPr/>
        </p:nvSpPr>
        <p:spPr bwMode="auto">
          <a:xfrm>
            <a:off x="1917426" y="3894364"/>
            <a:ext cx="5112024" cy="791936"/>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14" name="Line 22"/>
          <p:cNvSpPr>
            <a:spLocks noChangeShapeType="1"/>
          </p:cNvSpPr>
          <p:nvPr/>
        </p:nvSpPr>
        <p:spPr bwMode="auto">
          <a:xfrm>
            <a:off x="1486614" y="4232579"/>
            <a:ext cx="415505" cy="0"/>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15" name="Text Box 21"/>
          <p:cNvSpPr txBox="1">
            <a:spLocks noChangeArrowheads="1"/>
          </p:cNvSpPr>
          <p:nvPr/>
        </p:nvSpPr>
        <p:spPr bwMode="auto">
          <a:xfrm>
            <a:off x="325823" y="4064880"/>
            <a:ext cx="12165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da-DK" altLang="da-DK" sz="1400" b="1" dirty="0">
                <a:solidFill>
                  <a:srgbClr val="FF0000"/>
                </a:solidFill>
              </a:rPr>
              <a:t>Konstruktør</a:t>
            </a:r>
          </a:p>
        </p:txBody>
      </p:sp>
      <p:sp>
        <p:nvSpPr>
          <p:cNvPr id="16" name="Rectangle 28"/>
          <p:cNvSpPr>
            <a:spLocks noChangeArrowheads="1"/>
          </p:cNvSpPr>
          <p:nvPr/>
        </p:nvSpPr>
        <p:spPr bwMode="auto">
          <a:xfrm>
            <a:off x="1904969" y="4740668"/>
            <a:ext cx="2675074" cy="594672"/>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17" name="Line 22"/>
          <p:cNvSpPr>
            <a:spLocks noChangeShapeType="1"/>
          </p:cNvSpPr>
          <p:nvPr/>
        </p:nvSpPr>
        <p:spPr bwMode="auto">
          <a:xfrm>
            <a:off x="1497853" y="4916805"/>
            <a:ext cx="415505" cy="0"/>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19" name="Text Box 21"/>
          <p:cNvSpPr txBox="1">
            <a:spLocks noChangeArrowheads="1"/>
          </p:cNvSpPr>
          <p:nvPr/>
        </p:nvSpPr>
        <p:spPr bwMode="auto">
          <a:xfrm>
            <a:off x="532421" y="4749106"/>
            <a:ext cx="1056682"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ct val="50000"/>
              </a:spcBef>
              <a:buFontTx/>
              <a:buNone/>
            </a:pPr>
            <a:r>
              <a:rPr lang="da-DK" altLang="da-DK" sz="1400" b="1" dirty="0">
                <a:solidFill>
                  <a:srgbClr val="FF0000"/>
                </a:solidFill>
              </a:rPr>
              <a:t>Accessor metode</a:t>
            </a:r>
          </a:p>
        </p:txBody>
      </p:sp>
      <p:sp>
        <p:nvSpPr>
          <p:cNvPr id="22" name="Rectangle 28"/>
          <p:cNvSpPr>
            <a:spLocks noChangeArrowheads="1"/>
          </p:cNvSpPr>
          <p:nvPr/>
        </p:nvSpPr>
        <p:spPr bwMode="auto">
          <a:xfrm>
            <a:off x="1895825" y="5402811"/>
            <a:ext cx="6106926" cy="570092"/>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23" name="Line 22"/>
          <p:cNvSpPr>
            <a:spLocks noChangeShapeType="1"/>
          </p:cNvSpPr>
          <p:nvPr/>
        </p:nvSpPr>
        <p:spPr bwMode="auto">
          <a:xfrm>
            <a:off x="1378136" y="5595983"/>
            <a:ext cx="517690" cy="0"/>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24" name="Text Box 21"/>
          <p:cNvSpPr txBox="1">
            <a:spLocks noChangeArrowheads="1"/>
          </p:cNvSpPr>
          <p:nvPr/>
        </p:nvSpPr>
        <p:spPr bwMode="auto">
          <a:xfrm>
            <a:off x="511987" y="5444728"/>
            <a:ext cx="908759"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ct val="50000"/>
              </a:spcBef>
              <a:buFontTx/>
              <a:buNone/>
            </a:pPr>
            <a:r>
              <a:rPr lang="da-DK" altLang="da-DK" sz="1400" b="1" dirty="0" err="1">
                <a:solidFill>
                  <a:srgbClr val="FF0000"/>
                </a:solidFill>
              </a:rPr>
              <a:t>toString</a:t>
            </a:r>
            <a:r>
              <a:rPr lang="da-DK" altLang="da-DK" sz="1400" b="1" dirty="0">
                <a:solidFill>
                  <a:srgbClr val="FF0000"/>
                </a:solidFill>
              </a:rPr>
              <a:t> metode</a:t>
            </a:r>
          </a:p>
        </p:txBody>
      </p:sp>
      <p:sp>
        <p:nvSpPr>
          <p:cNvPr id="25" name="Rectangle 28"/>
          <p:cNvSpPr>
            <a:spLocks noChangeArrowheads="1"/>
          </p:cNvSpPr>
          <p:nvPr/>
        </p:nvSpPr>
        <p:spPr bwMode="auto">
          <a:xfrm>
            <a:off x="5992725" y="3312553"/>
            <a:ext cx="1927175" cy="228517"/>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26" name="Line 22"/>
          <p:cNvSpPr>
            <a:spLocks noChangeShapeType="1"/>
          </p:cNvSpPr>
          <p:nvPr/>
        </p:nvSpPr>
        <p:spPr bwMode="auto">
          <a:xfrm flipH="1">
            <a:off x="7345419" y="3071500"/>
            <a:ext cx="1" cy="253498"/>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27" name="Text Box 21"/>
          <p:cNvSpPr txBox="1">
            <a:spLocks noChangeArrowheads="1"/>
          </p:cNvSpPr>
          <p:nvPr/>
        </p:nvSpPr>
        <p:spPr bwMode="auto">
          <a:xfrm>
            <a:off x="6685322" y="2797610"/>
            <a:ext cx="216024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da-DK" altLang="da-DK" sz="1400" b="1" dirty="0">
                <a:solidFill>
                  <a:srgbClr val="FF0000"/>
                </a:solidFill>
              </a:rPr>
              <a:t>Checked exception</a:t>
            </a:r>
          </a:p>
        </p:txBody>
      </p:sp>
      <p:sp>
        <p:nvSpPr>
          <p:cNvPr id="29" name="Text Box 21"/>
          <p:cNvSpPr txBox="1">
            <a:spLocks noChangeArrowheads="1"/>
          </p:cNvSpPr>
          <p:nvPr/>
        </p:nvSpPr>
        <p:spPr bwMode="auto">
          <a:xfrm>
            <a:off x="314851" y="6214044"/>
            <a:ext cx="7971500" cy="527324"/>
          </a:xfrm>
          <a:prstGeom prst="rect">
            <a:avLst/>
          </a:prstGeom>
          <a:solidFill>
            <a:srgbClr val="CCECFF"/>
          </a:solidFill>
          <a:ln w="28575">
            <a:solidFill>
              <a:srgbClr val="0000FF"/>
            </a:solidFill>
          </a:ln>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marL="176213" indent="-176213" eaLnBrk="1" hangingPunct="1">
              <a:spcBef>
                <a:spcPct val="50000"/>
              </a:spcBef>
              <a:buFont typeface="Arial" panose="020B0604020202020204" pitchFamily="34" charset="0"/>
              <a:buChar char="•"/>
            </a:pPr>
            <a:r>
              <a:rPr lang="da-DK" altLang="da-DK" sz="1400" b="1" dirty="0">
                <a:solidFill>
                  <a:srgbClr val="0000FF"/>
                </a:solidFill>
              </a:rPr>
              <a:t>Hvis den kastede exception gribes, kan den "dårlige" </a:t>
            </a:r>
            <a:r>
              <a:rPr lang="da-DK" altLang="da-DK" sz="1400" b="1" dirty="0" err="1">
                <a:solidFill>
                  <a:srgbClr val="0000FF"/>
                </a:solidFill>
              </a:rPr>
              <a:t>key</a:t>
            </a:r>
            <a:r>
              <a:rPr lang="da-DK" altLang="da-DK" sz="1400" b="1" dirty="0">
                <a:solidFill>
                  <a:srgbClr val="0000FF"/>
                </a:solidFill>
              </a:rPr>
              <a:t>, tilgås via </a:t>
            </a:r>
            <a:r>
              <a:rPr lang="da-DK" altLang="da-DK" sz="1400" b="1" dirty="0" err="1">
                <a:solidFill>
                  <a:srgbClr val="0000FF"/>
                </a:solidFill>
              </a:rPr>
              <a:t>getKey</a:t>
            </a:r>
            <a:r>
              <a:rPr lang="da-DK" altLang="da-DK" sz="1400" b="1" dirty="0">
                <a:solidFill>
                  <a:srgbClr val="0000FF"/>
                </a:solidFill>
              </a:rPr>
              <a:t> metoden</a:t>
            </a:r>
          </a:p>
          <a:p>
            <a:pPr marL="176213" indent="-176213" eaLnBrk="1" hangingPunct="1">
              <a:lnSpc>
                <a:spcPct val="90000"/>
              </a:lnSpc>
              <a:spcBef>
                <a:spcPts val="200"/>
              </a:spcBef>
              <a:buFont typeface="Arial" panose="020B0604020202020204" pitchFamily="34" charset="0"/>
              <a:buChar char="•"/>
            </a:pPr>
            <a:r>
              <a:rPr lang="da-DK" altLang="da-DK" sz="1400" b="1" spc="-20" dirty="0">
                <a:solidFill>
                  <a:srgbClr val="0000FF"/>
                </a:solidFill>
              </a:rPr>
              <a:t>Ellers kan den læses i den røde tekst i terminalvinduet, som udskrives via toString metoden</a:t>
            </a:r>
          </a:p>
        </p:txBody>
      </p:sp>
    </p:spTree>
    <p:extLst>
      <p:ext uri="{BB962C8B-B14F-4D97-AF65-F5344CB8AC3E}">
        <p14:creationId xmlns:p14="http://schemas.microsoft.com/office/powerpoint/2010/main" val="267471237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0" grpId="0" animBg="1"/>
      <p:bldP spid="11" grpId="0" animBg="1"/>
      <p:bldP spid="12" grpId="0"/>
      <p:bldP spid="13" grpId="0" animBg="1"/>
      <p:bldP spid="14" grpId="0" animBg="1"/>
      <p:bldP spid="15" grpId="0"/>
      <p:bldP spid="16" grpId="0" animBg="1"/>
      <p:bldP spid="17" grpId="0" animBg="1"/>
      <p:bldP spid="19" grpId="0"/>
      <p:bldP spid="22" grpId="0" animBg="1"/>
      <p:bldP spid="23" grpId="0" animBg="1"/>
      <p:bldP spid="24" grpId="0"/>
      <p:bldP spid="25" grpId="0" animBg="1"/>
      <p:bldP spid="26" grpId="0" animBg="1"/>
      <p:bldP spid="27" grpId="0"/>
      <p:bldP spid="2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67544" y="260648"/>
            <a:ext cx="8676456" cy="682625"/>
          </a:xfrm>
        </p:spPr>
        <p:txBody>
          <a:bodyPr/>
          <a:lstStyle/>
          <a:p>
            <a:r>
              <a:rPr lang="da-DK" altLang="da-DK" sz="3200" dirty="0">
                <a:ea typeface="ＭＳ Ｐゴシック" pitchFamily="34" charset="-128"/>
              </a:rPr>
              <a:t>Videresendelse af exceptions (propagering)</a:t>
            </a:r>
          </a:p>
        </p:txBody>
      </p:sp>
      <p:sp>
        <p:nvSpPr>
          <p:cNvPr id="4" name="Rectangle 3"/>
          <p:cNvSpPr txBox="1">
            <a:spLocks noChangeArrowheads="1"/>
          </p:cNvSpPr>
          <p:nvPr/>
        </p:nvSpPr>
        <p:spPr bwMode="auto">
          <a:xfrm>
            <a:off x="467544" y="980727"/>
            <a:ext cx="8496944" cy="274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pPr marL="342900" lvl="1" indent="-342900">
              <a:spcBef>
                <a:spcPts val="1200"/>
              </a:spcBef>
              <a:buChar char="•"/>
            </a:pPr>
            <a:r>
              <a:rPr lang="da-DK" altLang="da-DK" b="1" dirty="0">
                <a:solidFill>
                  <a:srgbClr val="A50021"/>
                </a:solidFill>
                <a:ea typeface="ＭＳ Ｐゴシック" pitchFamily="34" charset="-128"/>
              </a:rPr>
              <a:t>På kaldsstedet kan man, i stedet for at gribe en exception, </a:t>
            </a:r>
            <a:r>
              <a:rPr lang="da-DK" altLang="da-DK" b="1" dirty="0">
                <a:solidFill>
                  <a:srgbClr val="008000"/>
                </a:solidFill>
                <a:ea typeface="ＭＳ Ｐゴシック" pitchFamily="34" charset="-128"/>
              </a:rPr>
              <a:t>videresende</a:t>
            </a:r>
            <a:r>
              <a:rPr lang="da-DK" altLang="da-DK" b="1" dirty="0">
                <a:solidFill>
                  <a:srgbClr val="A50021"/>
                </a:solidFill>
                <a:ea typeface="ＭＳ Ｐゴシック" pitchFamily="34" charset="-128"/>
              </a:rPr>
              <a:t> den til omgivelserne (</a:t>
            </a:r>
            <a:r>
              <a:rPr lang="da-DK" altLang="da-DK" b="1" dirty="0" err="1">
                <a:solidFill>
                  <a:srgbClr val="A50021"/>
                </a:solidFill>
                <a:ea typeface="ＭＳ Ｐゴシック" pitchFamily="34" charset="-128"/>
              </a:rPr>
              <a:t>propagering</a:t>
            </a:r>
            <a:r>
              <a:rPr lang="da-DK" altLang="da-DK" b="1" dirty="0">
                <a:solidFill>
                  <a:srgbClr val="A50021"/>
                </a:solidFill>
                <a:ea typeface="ＭＳ Ｐゴシック" pitchFamily="34" charset="-128"/>
              </a:rPr>
              <a:t>)</a:t>
            </a:r>
          </a:p>
          <a:p>
            <a:pPr lvl="1">
              <a:spcBef>
                <a:spcPts val="600"/>
              </a:spcBef>
            </a:pPr>
            <a:r>
              <a:rPr lang="da-DK" altLang="da-DK" sz="1800" dirty="0">
                <a:ea typeface="ＭＳ Ｐゴシック" pitchFamily="34" charset="-128"/>
              </a:rPr>
              <a:t>Det bruges, når en metode er ude af stand til selv at reparere situationen</a:t>
            </a:r>
          </a:p>
          <a:p>
            <a:pPr lvl="1">
              <a:spcBef>
                <a:spcPts val="600"/>
              </a:spcBef>
            </a:pPr>
            <a:r>
              <a:rPr lang="da-DK" altLang="da-DK" sz="1800" dirty="0">
                <a:ea typeface="ＭＳ Ｐゴシック" pitchFamily="34" charset="-128"/>
              </a:rPr>
              <a:t>Når en exception videresendes, skal metodens hoved have en </a:t>
            </a:r>
            <a:r>
              <a:rPr lang="da-DK" altLang="da-DK" sz="1800" b="1" dirty="0" err="1">
                <a:solidFill>
                  <a:srgbClr val="008000"/>
                </a:solidFill>
                <a:ea typeface="ＭＳ Ｐゴシック" pitchFamily="34" charset="-128"/>
              </a:rPr>
              <a:t>throws</a:t>
            </a:r>
            <a:r>
              <a:rPr lang="da-DK" altLang="da-DK" sz="1800" b="1" dirty="0">
                <a:solidFill>
                  <a:srgbClr val="008000"/>
                </a:solidFill>
                <a:ea typeface="ＭＳ Ｐゴシック" pitchFamily="34" charset="-128"/>
              </a:rPr>
              <a:t> </a:t>
            </a:r>
            <a:r>
              <a:rPr lang="da-DK" altLang="da-DK" sz="1800" b="1" dirty="0" err="1">
                <a:solidFill>
                  <a:srgbClr val="008000"/>
                </a:solidFill>
                <a:ea typeface="ＭＳ Ｐゴシック" pitchFamily="34" charset="-128"/>
              </a:rPr>
              <a:t>clause</a:t>
            </a:r>
            <a:r>
              <a:rPr lang="da-DK" altLang="da-DK" sz="1800" dirty="0">
                <a:ea typeface="ＭＳ Ｐゴシック" pitchFamily="34" charset="-128"/>
              </a:rPr>
              <a:t> med den pågældende exception type (eller en supertype heraf)</a:t>
            </a:r>
          </a:p>
          <a:p>
            <a:pPr marL="342900" lvl="1" indent="-342900">
              <a:spcBef>
                <a:spcPts val="1800"/>
              </a:spcBef>
              <a:buChar char="•"/>
            </a:pPr>
            <a:r>
              <a:rPr lang="da-DK" altLang="da-DK" b="1" dirty="0" err="1">
                <a:solidFill>
                  <a:srgbClr val="A50021"/>
                </a:solidFill>
                <a:ea typeface="ＭＳ Ｐゴシック" pitchFamily="34" charset="-128"/>
              </a:rPr>
              <a:t>Videresendelse</a:t>
            </a:r>
            <a:r>
              <a:rPr lang="da-DK" altLang="da-DK" b="1" dirty="0">
                <a:solidFill>
                  <a:srgbClr val="A50021"/>
                </a:solidFill>
                <a:ea typeface="ＭＳ Ｐゴシック" pitchFamily="34" charset="-128"/>
              </a:rPr>
              <a:t> </a:t>
            </a:r>
            <a:r>
              <a:rPr lang="da-DK" altLang="da-DK" b="1" dirty="0">
                <a:solidFill>
                  <a:srgbClr val="008000"/>
                </a:solidFill>
                <a:ea typeface="ＭＳ Ｐゴシック" pitchFamily="34" charset="-128"/>
              </a:rPr>
              <a:t>erstatter</a:t>
            </a:r>
            <a:r>
              <a:rPr lang="da-DK" altLang="da-DK" b="1" dirty="0">
                <a:solidFill>
                  <a:srgbClr val="A50021"/>
                </a:solidFill>
                <a:ea typeface="ＭＳ Ｐゴシック" pitchFamily="34" charset="-128"/>
              </a:rPr>
              <a:t> håndtering i </a:t>
            </a:r>
            <a:r>
              <a:rPr lang="da-DK" altLang="da-DK" b="1" dirty="0" err="1">
                <a:solidFill>
                  <a:srgbClr val="A50021"/>
                </a:solidFill>
                <a:ea typeface="ＭＳ Ｐゴシック" pitchFamily="34" charset="-128"/>
              </a:rPr>
              <a:t>try-catch</a:t>
            </a:r>
            <a:r>
              <a:rPr lang="da-DK" altLang="da-DK" b="1" dirty="0">
                <a:solidFill>
                  <a:srgbClr val="A50021"/>
                </a:solidFill>
                <a:ea typeface="ＭＳ Ｐゴシック" pitchFamily="34" charset="-128"/>
              </a:rPr>
              <a:t> </a:t>
            </a:r>
            <a:r>
              <a:rPr lang="da-DK" altLang="da-DK" b="1" dirty="0" err="1">
                <a:solidFill>
                  <a:srgbClr val="A50021"/>
                </a:solidFill>
                <a:ea typeface="ＭＳ Ｐゴシック" pitchFamily="34" charset="-128"/>
              </a:rPr>
              <a:t>clause</a:t>
            </a:r>
            <a:endParaRPr lang="da-DK" altLang="da-DK" b="1" dirty="0">
              <a:solidFill>
                <a:srgbClr val="A50021"/>
              </a:solidFill>
              <a:ea typeface="ＭＳ Ｐゴシック" pitchFamily="34" charset="-128"/>
            </a:endParaRPr>
          </a:p>
          <a:p>
            <a:pPr lvl="1">
              <a:spcBef>
                <a:spcPts val="600"/>
              </a:spcBef>
            </a:pPr>
            <a:r>
              <a:rPr lang="da-DK" altLang="da-DK" sz="1800" dirty="0">
                <a:ea typeface="ＭＳ Ｐゴシック" pitchFamily="34" charset="-128"/>
              </a:rPr>
              <a:t>Det giver kun mening at gøre én af delene</a:t>
            </a:r>
          </a:p>
        </p:txBody>
      </p:sp>
      <p:sp>
        <p:nvSpPr>
          <p:cNvPr id="2" name="Slide Number Placeholder 1"/>
          <p:cNvSpPr>
            <a:spLocks noGrp="1"/>
          </p:cNvSpPr>
          <p:nvPr>
            <p:ph type="sldNum" sz="quarter" idx="4294967295"/>
          </p:nvPr>
        </p:nvSpPr>
        <p:spPr>
          <a:xfrm>
            <a:off x="8532440" y="6400800"/>
            <a:ext cx="611560" cy="457200"/>
          </a:xfrm>
          <a:prstGeom prst="rect">
            <a:avLst/>
          </a:prstGeom>
        </p:spPr>
        <p:txBody>
          <a:bodyPr/>
          <a:lstStyle/>
          <a:p>
            <a:pPr>
              <a:defRPr/>
            </a:pPr>
            <a:fld id="{2CA5836E-6711-417F-AF48-31ACC3CF4030}" type="slidenum">
              <a:rPr lang="da-DK" altLang="da-DK" smtClean="0"/>
              <a:pPr>
                <a:defRPr/>
              </a:pPr>
              <a:t>19</a:t>
            </a:fld>
            <a:endParaRPr lang="da-DK" altLang="da-DK" dirty="0"/>
          </a:p>
        </p:txBody>
      </p:sp>
      <p:sp>
        <p:nvSpPr>
          <p:cNvPr id="8" name="Line 22"/>
          <p:cNvSpPr>
            <a:spLocks noChangeShapeType="1"/>
          </p:cNvSpPr>
          <p:nvPr/>
        </p:nvSpPr>
        <p:spPr bwMode="auto">
          <a:xfrm flipV="1">
            <a:off x="5809359" y="4205111"/>
            <a:ext cx="1440161" cy="0"/>
          </a:xfrm>
          <a:prstGeom prst="line">
            <a:avLst/>
          </a:prstGeom>
          <a:noFill/>
          <a:ln w="28575">
            <a:solidFill>
              <a:srgbClr val="0000FF"/>
            </a:solidFill>
            <a:prstDash val="sysDot"/>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9" name="Text Box 21"/>
          <p:cNvSpPr txBox="1">
            <a:spLocks noChangeArrowheads="1"/>
          </p:cNvSpPr>
          <p:nvPr/>
        </p:nvSpPr>
        <p:spPr bwMode="auto">
          <a:xfrm>
            <a:off x="6291932" y="3897334"/>
            <a:ext cx="57606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da-DK" altLang="da-DK" sz="1400" b="1" dirty="0">
                <a:solidFill>
                  <a:srgbClr val="0000FF"/>
                </a:solidFill>
              </a:rPr>
              <a:t>kald</a:t>
            </a:r>
          </a:p>
        </p:txBody>
      </p:sp>
      <p:sp>
        <p:nvSpPr>
          <p:cNvPr id="13" name="Line 22"/>
          <p:cNvSpPr>
            <a:spLocks noChangeShapeType="1"/>
          </p:cNvSpPr>
          <p:nvPr/>
        </p:nvSpPr>
        <p:spPr bwMode="auto">
          <a:xfrm flipH="1">
            <a:off x="5788921" y="4358270"/>
            <a:ext cx="1447376" cy="1"/>
          </a:xfrm>
          <a:prstGeom prst="line">
            <a:avLst/>
          </a:prstGeom>
          <a:noFill/>
          <a:ln w="28575">
            <a:solidFill>
              <a:srgbClr val="0000FF"/>
            </a:solidFill>
            <a:prstDash val="sysDot"/>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14" name="Text Box 21"/>
          <p:cNvSpPr txBox="1">
            <a:spLocks noChangeArrowheads="1"/>
          </p:cNvSpPr>
          <p:nvPr/>
        </p:nvSpPr>
        <p:spPr bwMode="auto">
          <a:xfrm>
            <a:off x="6410235" y="4319489"/>
            <a:ext cx="32765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da-DK" altLang="da-DK" sz="1400" b="1" dirty="0">
                <a:solidFill>
                  <a:srgbClr val="0000FF"/>
                </a:solidFill>
              </a:rPr>
              <a:t>E</a:t>
            </a:r>
          </a:p>
        </p:txBody>
      </p:sp>
      <p:grpSp>
        <p:nvGrpSpPr>
          <p:cNvPr id="3" name="Group 2"/>
          <p:cNvGrpSpPr/>
          <p:nvPr/>
        </p:nvGrpSpPr>
        <p:grpSpPr>
          <a:xfrm>
            <a:off x="7236297" y="4000311"/>
            <a:ext cx="1440159" cy="525097"/>
            <a:chOff x="7020272" y="5280167"/>
            <a:chExt cx="1440159" cy="525097"/>
          </a:xfrm>
        </p:grpSpPr>
        <p:sp>
          <p:nvSpPr>
            <p:cNvPr id="32" name="Rounded Rectangle 31"/>
            <p:cNvSpPr/>
            <p:nvPr/>
          </p:nvSpPr>
          <p:spPr bwMode="auto">
            <a:xfrm>
              <a:off x="7020272" y="5280167"/>
              <a:ext cx="1368152" cy="525097"/>
            </a:xfrm>
            <a:prstGeom prst="roundRect">
              <a:avLst/>
            </a:prstGeom>
            <a:solidFill>
              <a:srgbClr val="FFFFCC"/>
            </a:solidFill>
            <a:ln w="9525" cap="flat" cmpd="sng" algn="ctr">
              <a:solidFill>
                <a:srgbClr val="0000FF"/>
              </a:solidFill>
              <a:prstDash val="solid"/>
              <a:round/>
              <a:headEnd type="none" w="med" len="med"/>
              <a:tailEnd type="triangle" w="med" len="med"/>
            </a:ln>
            <a:effectLst/>
          </p:spPr>
          <p:txBody>
            <a:bodyPr vert="horz" wrap="square" lIns="90000" tIns="46800" rIns="90000" bIns="468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a-DK" sz="2000" b="0" i="0" u="none" strike="noStrike" cap="none" normalizeH="0" baseline="0">
                <a:ln>
                  <a:noFill/>
                </a:ln>
                <a:solidFill>
                  <a:srgbClr val="A50021"/>
                </a:solidFill>
                <a:effectLst/>
                <a:latin typeface="Arial" charset="0"/>
              </a:endParaRPr>
            </a:p>
          </p:txBody>
        </p:sp>
        <p:sp>
          <p:nvSpPr>
            <p:cNvPr id="33" name="Text Box 21"/>
            <p:cNvSpPr txBox="1">
              <a:spLocks noChangeArrowheads="1"/>
            </p:cNvSpPr>
            <p:nvPr/>
          </p:nvSpPr>
          <p:spPr bwMode="auto">
            <a:xfrm>
              <a:off x="7164288" y="5373438"/>
              <a:ext cx="129614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da-DK" altLang="da-DK" sz="1600" b="1" dirty="0">
                  <a:solidFill>
                    <a:srgbClr val="0000FF"/>
                  </a:solidFill>
                </a:rPr>
                <a:t>Method C</a:t>
              </a:r>
              <a:endParaRPr lang="da-DK" altLang="da-DK" sz="1400" b="1" dirty="0">
                <a:solidFill>
                  <a:srgbClr val="0000FF"/>
                </a:solidFill>
              </a:endParaRPr>
            </a:p>
          </p:txBody>
        </p:sp>
      </p:grpSp>
      <p:sp>
        <p:nvSpPr>
          <p:cNvPr id="50" name="Text Box 21"/>
          <p:cNvSpPr txBox="1">
            <a:spLocks noChangeArrowheads="1"/>
          </p:cNvSpPr>
          <p:nvPr/>
        </p:nvSpPr>
        <p:spPr bwMode="auto">
          <a:xfrm>
            <a:off x="4343204" y="4564871"/>
            <a:ext cx="15686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da-DK" altLang="da-DK" sz="1400" b="1" dirty="0">
                <a:solidFill>
                  <a:srgbClr val="FF0000"/>
                </a:solidFill>
              </a:rPr>
              <a:t>E håndteres i </a:t>
            </a:r>
            <a:r>
              <a:rPr lang="da-DK" altLang="da-DK" sz="1400" b="1" dirty="0" err="1">
                <a:solidFill>
                  <a:srgbClr val="FF0000"/>
                </a:solidFill>
              </a:rPr>
              <a:t>try-catch</a:t>
            </a:r>
            <a:r>
              <a:rPr lang="da-DK" altLang="da-DK" sz="1400" b="1" dirty="0">
                <a:solidFill>
                  <a:srgbClr val="FF0000"/>
                </a:solidFill>
              </a:rPr>
              <a:t> </a:t>
            </a:r>
            <a:r>
              <a:rPr lang="da-DK" altLang="da-DK" sz="1400" b="1" dirty="0" err="1">
                <a:solidFill>
                  <a:srgbClr val="FF0000"/>
                </a:solidFill>
              </a:rPr>
              <a:t>clause</a:t>
            </a:r>
            <a:endParaRPr lang="da-DK" altLang="da-DK" sz="1400" b="1" dirty="0">
              <a:solidFill>
                <a:srgbClr val="FF0000"/>
              </a:solidFill>
            </a:endParaRPr>
          </a:p>
        </p:txBody>
      </p:sp>
      <p:grpSp>
        <p:nvGrpSpPr>
          <p:cNvPr id="53" name="Group 52"/>
          <p:cNvGrpSpPr/>
          <p:nvPr/>
        </p:nvGrpSpPr>
        <p:grpSpPr>
          <a:xfrm>
            <a:off x="4405754" y="4008581"/>
            <a:ext cx="1440159" cy="525097"/>
            <a:chOff x="7020272" y="5280167"/>
            <a:chExt cx="1440159" cy="525097"/>
          </a:xfrm>
        </p:grpSpPr>
        <p:sp>
          <p:nvSpPr>
            <p:cNvPr id="54" name="Rounded Rectangle 53"/>
            <p:cNvSpPr/>
            <p:nvPr/>
          </p:nvSpPr>
          <p:spPr bwMode="auto">
            <a:xfrm>
              <a:off x="7020272" y="5280167"/>
              <a:ext cx="1368152" cy="525097"/>
            </a:xfrm>
            <a:prstGeom prst="roundRect">
              <a:avLst/>
            </a:prstGeom>
            <a:solidFill>
              <a:srgbClr val="FFFFCC"/>
            </a:solidFill>
            <a:ln w="9525" cap="flat" cmpd="sng" algn="ctr">
              <a:solidFill>
                <a:srgbClr val="0000FF"/>
              </a:solidFill>
              <a:prstDash val="solid"/>
              <a:round/>
              <a:headEnd type="none" w="med" len="med"/>
              <a:tailEnd type="triangle" w="med" len="med"/>
            </a:ln>
            <a:effectLst/>
          </p:spPr>
          <p:txBody>
            <a:bodyPr vert="horz" wrap="square" lIns="90000" tIns="46800" rIns="90000" bIns="468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a-DK" sz="2000" b="0" i="0" u="none" strike="noStrike" cap="none" normalizeH="0" baseline="0">
                <a:ln>
                  <a:noFill/>
                </a:ln>
                <a:solidFill>
                  <a:srgbClr val="A50021"/>
                </a:solidFill>
                <a:effectLst/>
                <a:latin typeface="Arial" charset="0"/>
              </a:endParaRPr>
            </a:p>
          </p:txBody>
        </p:sp>
        <p:sp>
          <p:nvSpPr>
            <p:cNvPr id="55" name="Text Box 21"/>
            <p:cNvSpPr txBox="1">
              <a:spLocks noChangeArrowheads="1"/>
            </p:cNvSpPr>
            <p:nvPr/>
          </p:nvSpPr>
          <p:spPr bwMode="auto">
            <a:xfrm>
              <a:off x="7164288" y="5373438"/>
              <a:ext cx="129614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da-DK" altLang="da-DK" sz="1600" b="1" dirty="0">
                  <a:solidFill>
                    <a:srgbClr val="0000FF"/>
                  </a:solidFill>
                </a:rPr>
                <a:t>Method B</a:t>
              </a:r>
              <a:endParaRPr lang="da-DK" altLang="da-DK" sz="1400" b="1" dirty="0">
                <a:solidFill>
                  <a:srgbClr val="0000FF"/>
                </a:solidFill>
              </a:endParaRPr>
            </a:p>
          </p:txBody>
        </p:sp>
      </p:grpSp>
      <p:grpSp>
        <p:nvGrpSpPr>
          <p:cNvPr id="56" name="Group 55"/>
          <p:cNvGrpSpPr/>
          <p:nvPr/>
        </p:nvGrpSpPr>
        <p:grpSpPr>
          <a:xfrm>
            <a:off x="1621999" y="3984473"/>
            <a:ext cx="1440159" cy="525097"/>
            <a:chOff x="7020272" y="5280167"/>
            <a:chExt cx="1440159" cy="525097"/>
          </a:xfrm>
        </p:grpSpPr>
        <p:sp>
          <p:nvSpPr>
            <p:cNvPr id="57" name="Rounded Rectangle 56"/>
            <p:cNvSpPr/>
            <p:nvPr/>
          </p:nvSpPr>
          <p:spPr bwMode="auto">
            <a:xfrm>
              <a:off x="7020272" y="5280167"/>
              <a:ext cx="1368152" cy="525097"/>
            </a:xfrm>
            <a:prstGeom prst="roundRect">
              <a:avLst/>
            </a:prstGeom>
            <a:solidFill>
              <a:srgbClr val="FFFFCC"/>
            </a:solidFill>
            <a:ln w="9525" cap="flat" cmpd="sng" algn="ctr">
              <a:solidFill>
                <a:srgbClr val="0000FF"/>
              </a:solidFill>
              <a:prstDash val="solid"/>
              <a:round/>
              <a:headEnd type="none" w="med" len="med"/>
              <a:tailEnd type="triangle" w="med" len="med"/>
            </a:ln>
            <a:effectLst/>
          </p:spPr>
          <p:txBody>
            <a:bodyPr vert="horz" wrap="square" lIns="90000" tIns="46800" rIns="90000" bIns="4680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a-DK" sz="2000" b="0" i="0" u="none" strike="noStrike" cap="none" normalizeH="0" baseline="0">
                <a:ln>
                  <a:noFill/>
                </a:ln>
                <a:solidFill>
                  <a:srgbClr val="A50021"/>
                </a:solidFill>
                <a:effectLst/>
                <a:latin typeface="Arial" charset="0"/>
              </a:endParaRPr>
            </a:p>
          </p:txBody>
        </p:sp>
        <p:sp>
          <p:nvSpPr>
            <p:cNvPr id="58" name="Text Box 21"/>
            <p:cNvSpPr txBox="1">
              <a:spLocks noChangeArrowheads="1"/>
            </p:cNvSpPr>
            <p:nvPr/>
          </p:nvSpPr>
          <p:spPr bwMode="auto">
            <a:xfrm>
              <a:off x="7164288" y="5373438"/>
              <a:ext cx="129614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da-DK" altLang="da-DK" sz="1600" b="1" dirty="0">
                  <a:solidFill>
                    <a:srgbClr val="0000FF"/>
                  </a:solidFill>
                </a:rPr>
                <a:t>Method A</a:t>
              </a:r>
              <a:endParaRPr lang="da-DK" altLang="da-DK" sz="1400" b="1" dirty="0">
                <a:solidFill>
                  <a:srgbClr val="0000FF"/>
                </a:solidFill>
              </a:endParaRPr>
            </a:p>
          </p:txBody>
        </p:sp>
      </p:grpSp>
      <p:sp>
        <p:nvSpPr>
          <p:cNvPr id="62" name="Text Box 21"/>
          <p:cNvSpPr txBox="1">
            <a:spLocks noChangeArrowheads="1"/>
          </p:cNvSpPr>
          <p:nvPr/>
        </p:nvSpPr>
        <p:spPr bwMode="auto">
          <a:xfrm>
            <a:off x="7482322" y="3664160"/>
            <a:ext cx="112212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da-DK" altLang="da-DK" sz="1400" b="1" dirty="0" err="1">
                <a:solidFill>
                  <a:srgbClr val="0000FF"/>
                </a:solidFill>
              </a:rPr>
              <a:t>throws</a:t>
            </a:r>
            <a:r>
              <a:rPr lang="da-DK" altLang="da-DK" sz="1400" b="1" dirty="0">
                <a:solidFill>
                  <a:srgbClr val="0000FF"/>
                </a:solidFill>
              </a:rPr>
              <a:t> E </a:t>
            </a:r>
          </a:p>
        </p:txBody>
      </p:sp>
      <p:sp>
        <p:nvSpPr>
          <p:cNvPr id="63" name="Line 22"/>
          <p:cNvSpPr>
            <a:spLocks noChangeShapeType="1"/>
          </p:cNvSpPr>
          <p:nvPr/>
        </p:nvSpPr>
        <p:spPr bwMode="auto">
          <a:xfrm flipV="1">
            <a:off x="2972837" y="4173733"/>
            <a:ext cx="1440161" cy="0"/>
          </a:xfrm>
          <a:prstGeom prst="line">
            <a:avLst/>
          </a:prstGeom>
          <a:noFill/>
          <a:ln w="28575">
            <a:solidFill>
              <a:srgbClr val="0000FF"/>
            </a:solidFill>
            <a:prstDash val="sysDot"/>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64" name="Text Box 21"/>
          <p:cNvSpPr txBox="1">
            <a:spLocks noChangeArrowheads="1"/>
          </p:cNvSpPr>
          <p:nvPr/>
        </p:nvSpPr>
        <p:spPr bwMode="auto">
          <a:xfrm>
            <a:off x="3456427" y="3878894"/>
            <a:ext cx="57606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da-DK" altLang="da-DK" sz="1400" b="1" dirty="0">
                <a:solidFill>
                  <a:srgbClr val="0000FF"/>
                </a:solidFill>
              </a:rPr>
              <a:t>kald</a:t>
            </a:r>
          </a:p>
        </p:txBody>
      </p:sp>
      <p:sp>
        <p:nvSpPr>
          <p:cNvPr id="65" name="Text Box 21"/>
          <p:cNvSpPr txBox="1">
            <a:spLocks noChangeArrowheads="1"/>
          </p:cNvSpPr>
          <p:nvPr/>
        </p:nvSpPr>
        <p:spPr bwMode="auto">
          <a:xfrm>
            <a:off x="4651779" y="3683862"/>
            <a:ext cx="112212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da-DK" altLang="da-DK" sz="1400" b="1" dirty="0" err="1">
                <a:solidFill>
                  <a:srgbClr val="008000"/>
                </a:solidFill>
              </a:rPr>
              <a:t>throws</a:t>
            </a:r>
            <a:r>
              <a:rPr lang="da-DK" altLang="da-DK" sz="1400" b="1" dirty="0">
                <a:solidFill>
                  <a:srgbClr val="008000"/>
                </a:solidFill>
              </a:rPr>
              <a:t> E </a:t>
            </a:r>
          </a:p>
        </p:txBody>
      </p:sp>
      <p:sp>
        <p:nvSpPr>
          <p:cNvPr id="66" name="Line 22"/>
          <p:cNvSpPr>
            <a:spLocks noChangeShapeType="1"/>
          </p:cNvSpPr>
          <p:nvPr/>
        </p:nvSpPr>
        <p:spPr bwMode="auto">
          <a:xfrm flipH="1">
            <a:off x="2990150" y="4350681"/>
            <a:ext cx="1419325" cy="1142"/>
          </a:xfrm>
          <a:prstGeom prst="line">
            <a:avLst/>
          </a:prstGeom>
          <a:noFill/>
          <a:ln w="28575">
            <a:solidFill>
              <a:srgbClr val="008000"/>
            </a:solidFill>
            <a:prstDash val="sysDot"/>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67" name="Text Box 21"/>
          <p:cNvSpPr txBox="1">
            <a:spLocks noChangeArrowheads="1"/>
          </p:cNvSpPr>
          <p:nvPr/>
        </p:nvSpPr>
        <p:spPr bwMode="auto">
          <a:xfrm>
            <a:off x="3554473" y="4330438"/>
            <a:ext cx="2869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da-DK" altLang="da-DK" sz="1400" b="1" dirty="0">
                <a:solidFill>
                  <a:srgbClr val="008000"/>
                </a:solidFill>
              </a:rPr>
              <a:t>E</a:t>
            </a:r>
          </a:p>
        </p:txBody>
      </p:sp>
      <p:sp>
        <p:nvSpPr>
          <p:cNvPr id="68" name="Text Box 21"/>
          <p:cNvSpPr txBox="1">
            <a:spLocks noChangeArrowheads="1"/>
          </p:cNvSpPr>
          <p:nvPr/>
        </p:nvSpPr>
        <p:spPr bwMode="auto">
          <a:xfrm>
            <a:off x="1826345" y="3672913"/>
            <a:ext cx="112212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da-DK" altLang="da-DK" sz="1400" b="1" dirty="0" err="1">
                <a:solidFill>
                  <a:srgbClr val="008000"/>
                </a:solidFill>
              </a:rPr>
              <a:t>throws</a:t>
            </a:r>
            <a:r>
              <a:rPr lang="da-DK" altLang="da-DK" sz="1400" b="1" dirty="0">
                <a:solidFill>
                  <a:srgbClr val="008000"/>
                </a:solidFill>
              </a:rPr>
              <a:t> E </a:t>
            </a:r>
          </a:p>
        </p:txBody>
      </p:sp>
      <p:sp>
        <p:nvSpPr>
          <p:cNvPr id="69" name="Line 22"/>
          <p:cNvSpPr>
            <a:spLocks noChangeShapeType="1"/>
          </p:cNvSpPr>
          <p:nvPr/>
        </p:nvSpPr>
        <p:spPr bwMode="auto">
          <a:xfrm flipH="1">
            <a:off x="467686" y="4359248"/>
            <a:ext cx="1157901" cy="1"/>
          </a:xfrm>
          <a:prstGeom prst="line">
            <a:avLst/>
          </a:prstGeom>
          <a:noFill/>
          <a:ln w="28575">
            <a:solidFill>
              <a:srgbClr val="008000"/>
            </a:solidFill>
            <a:prstDash val="sysDot"/>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70" name="Text Box 21"/>
          <p:cNvSpPr txBox="1">
            <a:spLocks noChangeArrowheads="1"/>
          </p:cNvSpPr>
          <p:nvPr/>
        </p:nvSpPr>
        <p:spPr bwMode="auto">
          <a:xfrm>
            <a:off x="854961" y="4345931"/>
            <a:ext cx="174546" cy="307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da-DK" altLang="da-DK" sz="1400" b="1" dirty="0">
                <a:solidFill>
                  <a:srgbClr val="008000"/>
                </a:solidFill>
              </a:rPr>
              <a:t>E</a:t>
            </a:r>
          </a:p>
        </p:txBody>
      </p:sp>
      <p:sp>
        <p:nvSpPr>
          <p:cNvPr id="71" name="Text Box 21"/>
          <p:cNvSpPr txBox="1">
            <a:spLocks noChangeArrowheads="1"/>
          </p:cNvSpPr>
          <p:nvPr/>
        </p:nvSpPr>
        <p:spPr bwMode="auto">
          <a:xfrm>
            <a:off x="1580321" y="4551561"/>
            <a:ext cx="15686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da-DK" altLang="da-DK" sz="1400" b="1" dirty="0">
                <a:solidFill>
                  <a:srgbClr val="FF0000"/>
                </a:solidFill>
              </a:rPr>
              <a:t>E håndteres i </a:t>
            </a:r>
            <a:r>
              <a:rPr lang="da-DK" altLang="da-DK" sz="1400" b="1" dirty="0" err="1">
                <a:solidFill>
                  <a:srgbClr val="FF0000"/>
                </a:solidFill>
              </a:rPr>
              <a:t>try-catch</a:t>
            </a:r>
            <a:r>
              <a:rPr lang="da-DK" altLang="da-DK" sz="1400" b="1" dirty="0">
                <a:solidFill>
                  <a:srgbClr val="FF0000"/>
                </a:solidFill>
              </a:rPr>
              <a:t> </a:t>
            </a:r>
            <a:r>
              <a:rPr lang="da-DK" altLang="da-DK" sz="1400" b="1" dirty="0" err="1">
                <a:solidFill>
                  <a:srgbClr val="FF0000"/>
                </a:solidFill>
              </a:rPr>
              <a:t>clause</a:t>
            </a:r>
            <a:endParaRPr lang="da-DK" altLang="da-DK" sz="1400" b="1" dirty="0">
              <a:solidFill>
                <a:srgbClr val="FF0000"/>
              </a:solidFill>
            </a:endParaRPr>
          </a:p>
        </p:txBody>
      </p:sp>
      <p:sp>
        <p:nvSpPr>
          <p:cNvPr id="29" name="Text Box 21"/>
          <p:cNvSpPr txBox="1">
            <a:spLocks noChangeArrowheads="1"/>
          </p:cNvSpPr>
          <p:nvPr/>
        </p:nvSpPr>
        <p:spPr bwMode="auto">
          <a:xfrm>
            <a:off x="3416122" y="4550620"/>
            <a:ext cx="989632"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da-DK" altLang="da-DK" sz="1400" b="1" dirty="0">
                <a:solidFill>
                  <a:srgbClr val="FF0000"/>
                </a:solidFill>
              </a:rPr>
              <a:t>eller </a:t>
            </a:r>
            <a:r>
              <a:rPr lang="da-DK" altLang="da-DK" sz="1400" b="1" dirty="0" err="1">
                <a:solidFill>
                  <a:srgbClr val="FF0000"/>
                </a:solidFill>
              </a:rPr>
              <a:t>videre-sendes</a:t>
            </a:r>
            <a:endParaRPr lang="da-DK" altLang="da-DK" sz="1400" b="1" dirty="0">
              <a:solidFill>
                <a:srgbClr val="FF0000"/>
              </a:solidFill>
            </a:endParaRPr>
          </a:p>
        </p:txBody>
      </p:sp>
      <p:sp>
        <p:nvSpPr>
          <p:cNvPr id="30" name="Text Box 21"/>
          <p:cNvSpPr txBox="1">
            <a:spLocks noChangeArrowheads="1"/>
          </p:cNvSpPr>
          <p:nvPr/>
        </p:nvSpPr>
        <p:spPr bwMode="auto">
          <a:xfrm>
            <a:off x="718095" y="4548351"/>
            <a:ext cx="989632"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da-DK" altLang="da-DK" sz="1400" b="1" dirty="0">
                <a:solidFill>
                  <a:srgbClr val="FF0000"/>
                </a:solidFill>
              </a:rPr>
              <a:t>eller </a:t>
            </a:r>
            <a:r>
              <a:rPr lang="da-DK" altLang="da-DK" sz="1400" b="1" dirty="0" err="1">
                <a:solidFill>
                  <a:srgbClr val="FF0000"/>
                </a:solidFill>
              </a:rPr>
              <a:t>videre-sendes</a:t>
            </a:r>
            <a:endParaRPr lang="da-DK" altLang="da-DK" sz="1400" b="1" dirty="0">
              <a:solidFill>
                <a:srgbClr val="FF0000"/>
              </a:solidFill>
            </a:endParaRPr>
          </a:p>
        </p:txBody>
      </p:sp>
      <p:sp>
        <p:nvSpPr>
          <p:cNvPr id="31" name="Text Box 21"/>
          <p:cNvSpPr txBox="1">
            <a:spLocks noChangeArrowheads="1"/>
          </p:cNvSpPr>
          <p:nvPr/>
        </p:nvSpPr>
        <p:spPr bwMode="auto">
          <a:xfrm>
            <a:off x="7236296" y="4564189"/>
            <a:ext cx="15686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da-DK" altLang="da-DK" sz="1400" b="1" dirty="0">
                <a:solidFill>
                  <a:srgbClr val="FF0000"/>
                </a:solidFill>
              </a:rPr>
              <a:t>Rejser en exception E</a:t>
            </a:r>
          </a:p>
        </p:txBody>
      </p:sp>
      <p:sp>
        <p:nvSpPr>
          <p:cNvPr id="34" name="Text Box 21"/>
          <p:cNvSpPr txBox="1">
            <a:spLocks noChangeArrowheads="1"/>
          </p:cNvSpPr>
          <p:nvPr/>
        </p:nvSpPr>
        <p:spPr bwMode="auto">
          <a:xfrm>
            <a:off x="691836" y="5608212"/>
            <a:ext cx="7442323" cy="523220"/>
          </a:xfrm>
          <a:prstGeom prst="rect">
            <a:avLst/>
          </a:prstGeom>
          <a:solidFill>
            <a:srgbClr val="CCECFF"/>
          </a:solidFill>
          <a:ln w="28575">
            <a:solidFill>
              <a:srgbClr val="0000FF"/>
            </a:solidFill>
          </a:ln>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marL="176213" indent="-176213" eaLnBrk="1" hangingPunct="1">
              <a:spcBef>
                <a:spcPct val="50000"/>
              </a:spcBef>
              <a:buFont typeface="Arial" panose="020B0604020202020204" pitchFamily="34" charset="0"/>
              <a:buChar char="•"/>
            </a:pPr>
            <a:r>
              <a:rPr lang="da-DK" altLang="da-DK" sz="1400" b="1" dirty="0">
                <a:solidFill>
                  <a:srgbClr val="0000FF"/>
                </a:solidFill>
              </a:rPr>
              <a:t>Hvis man når ud på yderste niveau af metodekald, uden at E er blevet håndteret i en </a:t>
            </a:r>
            <a:r>
              <a:rPr lang="da-DK" altLang="da-DK" sz="1400" b="1" dirty="0" err="1">
                <a:solidFill>
                  <a:srgbClr val="0000FF"/>
                </a:solidFill>
              </a:rPr>
              <a:t>try-catch</a:t>
            </a:r>
            <a:r>
              <a:rPr lang="da-DK" altLang="da-DK" sz="1400" b="1" dirty="0">
                <a:solidFill>
                  <a:srgbClr val="0000FF"/>
                </a:solidFill>
              </a:rPr>
              <a:t> </a:t>
            </a:r>
            <a:r>
              <a:rPr lang="da-DK" altLang="da-DK" sz="1400" b="1" dirty="0" err="1">
                <a:solidFill>
                  <a:srgbClr val="0000FF"/>
                </a:solidFill>
              </a:rPr>
              <a:t>clause</a:t>
            </a:r>
            <a:r>
              <a:rPr lang="da-DK" altLang="da-DK" sz="1400" b="1" dirty="0">
                <a:solidFill>
                  <a:srgbClr val="0000FF"/>
                </a:solidFill>
              </a:rPr>
              <a:t>, stopper programudførelsen (med rapportering af exception E)</a:t>
            </a:r>
            <a:endParaRPr lang="da-DK" altLang="da-DK" sz="1400" b="1" spc="-60" dirty="0">
              <a:solidFill>
                <a:srgbClr val="0000FF"/>
              </a:solidFill>
            </a:endParaRPr>
          </a:p>
        </p:txBody>
      </p:sp>
    </p:spTree>
    <p:extLst>
      <p:ext uri="{BB962C8B-B14F-4D97-AF65-F5344CB8AC3E}">
        <p14:creationId xmlns:p14="http://schemas.microsoft.com/office/powerpoint/2010/main" val="360348600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3" grpId="0" animBg="1"/>
      <p:bldP spid="14" grpId="0"/>
      <p:bldP spid="50" grpId="0"/>
      <p:bldP spid="62" grpId="0"/>
      <p:bldP spid="63" grpId="0" animBg="1"/>
      <p:bldP spid="64" grpId="0"/>
      <p:bldP spid="65" grpId="0"/>
      <p:bldP spid="66" grpId="0" animBg="1"/>
      <p:bldP spid="67" grpId="0"/>
      <p:bldP spid="68" grpId="0"/>
      <p:bldP spid="69" grpId="0" animBg="1"/>
      <p:bldP spid="70" grpId="0"/>
      <p:bldP spid="71" grpId="0"/>
      <p:bldP spid="29" grpId="0"/>
      <p:bldP spid="30" grpId="0"/>
      <p:bldP spid="31" grpId="0"/>
      <p:bldP spid="3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67544" y="260648"/>
            <a:ext cx="8676456" cy="682625"/>
          </a:xfrm>
        </p:spPr>
        <p:txBody>
          <a:bodyPr/>
          <a:lstStyle/>
          <a:p>
            <a:r>
              <a:rPr lang="da-DK" altLang="da-DK" sz="3200" dirty="0" err="1">
                <a:ea typeface="ＭＳ Ｐゴシック" pitchFamily="34" charset="-128"/>
              </a:rPr>
              <a:t>Checked</a:t>
            </a:r>
            <a:r>
              <a:rPr lang="da-DK" altLang="da-DK" sz="3200" dirty="0">
                <a:ea typeface="ＭＳ Ｐゴシック" pitchFamily="34" charset="-128"/>
              </a:rPr>
              <a:t> exceptions</a:t>
            </a:r>
          </a:p>
        </p:txBody>
      </p:sp>
      <p:sp>
        <p:nvSpPr>
          <p:cNvPr id="4" name="Rectangle 3"/>
          <p:cNvSpPr txBox="1">
            <a:spLocks noChangeArrowheads="1"/>
          </p:cNvSpPr>
          <p:nvPr/>
        </p:nvSpPr>
        <p:spPr bwMode="auto">
          <a:xfrm>
            <a:off x="467544" y="980728"/>
            <a:ext cx="8496944" cy="2952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pPr marL="342900" lvl="1" indent="-342900">
              <a:spcBef>
                <a:spcPts val="800"/>
              </a:spcBef>
              <a:buChar char="•"/>
            </a:pPr>
            <a:r>
              <a:rPr lang="da-DK" altLang="da-DK" b="1" dirty="0">
                <a:solidFill>
                  <a:srgbClr val="A50021"/>
                </a:solidFill>
                <a:ea typeface="ＭＳ Ｐゴシック" pitchFamily="34" charset="-128"/>
              </a:rPr>
              <a:t>Når en metode kan kaste en </a:t>
            </a:r>
            <a:r>
              <a:rPr lang="da-DK" altLang="da-DK" b="1" dirty="0">
                <a:solidFill>
                  <a:srgbClr val="008000"/>
                </a:solidFill>
                <a:ea typeface="ＭＳ Ｐゴシック" pitchFamily="34" charset="-128"/>
              </a:rPr>
              <a:t>checked</a:t>
            </a:r>
            <a:r>
              <a:rPr lang="da-DK" altLang="da-DK" b="1" dirty="0">
                <a:solidFill>
                  <a:srgbClr val="A50021"/>
                </a:solidFill>
                <a:ea typeface="ＭＳ Ｐゴシック" pitchFamily="34" charset="-128"/>
              </a:rPr>
              <a:t> exception, tjekker oversætteren, at alle kaldende metoder, enten indeholder en</a:t>
            </a:r>
          </a:p>
          <a:p>
            <a:pPr lvl="1">
              <a:spcBef>
                <a:spcPts val="600"/>
              </a:spcBef>
            </a:pPr>
            <a:r>
              <a:rPr lang="da-DK" altLang="da-DK" sz="1800" b="1" dirty="0">
                <a:solidFill>
                  <a:srgbClr val="008000"/>
                </a:solidFill>
                <a:ea typeface="ＭＳ Ｐゴシック" pitchFamily="34" charset="-128"/>
              </a:rPr>
              <a:t>try-catch sætning</a:t>
            </a:r>
            <a:r>
              <a:rPr lang="da-DK" altLang="da-DK" sz="1800" dirty="0">
                <a:ea typeface="ＭＳ Ｐゴシック" pitchFamily="34" charset="-128"/>
              </a:rPr>
              <a:t>, der ”beskytter" kaldet og specificerer, hvordan en kastet exception gribes</a:t>
            </a:r>
          </a:p>
          <a:p>
            <a:pPr marL="1074738" lvl="1" indent="0">
              <a:spcBef>
                <a:spcPts val="600"/>
              </a:spcBef>
              <a:buNone/>
            </a:pPr>
            <a:r>
              <a:rPr lang="da-DK" altLang="da-DK" sz="1800" b="1" dirty="0">
                <a:solidFill>
                  <a:srgbClr val="A50021"/>
                </a:solidFill>
                <a:ea typeface="ＭＳ Ｐゴシック" pitchFamily="34" charset="-128"/>
              </a:rPr>
              <a:t>              eller</a:t>
            </a:r>
            <a:endParaRPr lang="da-DK" altLang="da-DK" sz="1800" dirty="0">
              <a:solidFill>
                <a:srgbClr val="A50021"/>
              </a:solidFill>
              <a:ea typeface="ＭＳ Ｐゴシック" pitchFamily="34" charset="-128"/>
            </a:endParaRPr>
          </a:p>
          <a:p>
            <a:pPr lvl="1">
              <a:spcBef>
                <a:spcPts val="600"/>
              </a:spcBef>
            </a:pPr>
            <a:r>
              <a:rPr lang="da-DK" altLang="da-DK" sz="1800" b="1" dirty="0" err="1">
                <a:solidFill>
                  <a:srgbClr val="008000"/>
                </a:solidFill>
                <a:ea typeface="ＭＳ Ｐゴシック" pitchFamily="34" charset="-128"/>
              </a:rPr>
              <a:t>throws</a:t>
            </a:r>
            <a:r>
              <a:rPr lang="da-DK" altLang="da-DK" sz="1800" b="1" dirty="0">
                <a:solidFill>
                  <a:srgbClr val="008000"/>
                </a:solidFill>
                <a:ea typeface="ＭＳ Ｐゴシック" pitchFamily="34" charset="-128"/>
              </a:rPr>
              <a:t> </a:t>
            </a:r>
            <a:r>
              <a:rPr lang="da-DK" altLang="da-DK" sz="1800" b="1" dirty="0" err="1">
                <a:solidFill>
                  <a:srgbClr val="008000"/>
                </a:solidFill>
                <a:ea typeface="ＭＳ Ｐゴシック" pitchFamily="34" charset="-128"/>
              </a:rPr>
              <a:t>clause</a:t>
            </a:r>
            <a:r>
              <a:rPr lang="da-DK" altLang="da-DK" sz="1800" dirty="0">
                <a:ea typeface="ＭＳ Ｐゴシック" pitchFamily="34" charset="-128"/>
              </a:rPr>
              <a:t>, </a:t>
            </a:r>
            <a:r>
              <a:rPr lang="da-DK" altLang="da-DK" sz="1800" spc="-30" dirty="0">
                <a:ea typeface="ＭＳ Ｐゴシック" pitchFamily="34" charset="-128"/>
              </a:rPr>
              <a:t>der videresender den kastede exception til omgivelserne</a:t>
            </a:r>
          </a:p>
          <a:p>
            <a:pPr marL="342900" lvl="1" indent="-342900">
              <a:spcBef>
                <a:spcPts val="1800"/>
              </a:spcBef>
              <a:buChar char="•"/>
            </a:pPr>
            <a:r>
              <a:rPr lang="da-DK" altLang="da-DK" b="1" spc="-60" dirty="0">
                <a:solidFill>
                  <a:srgbClr val="A50021"/>
                </a:solidFill>
                <a:ea typeface="ＭＳ Ｐゴシック" pitchFamily="34" charset="-128"/>
              </a:rPr>
              <a:t>Det hedder en </a:t>
            </a:r>
            <a:r>
              <a:rPr lang="da-DK" altLang="da-DK" b="1" spc="-60" dirty="0" err="1">
                <a:solidFill>
                  <a:srgbClr val="008000"/>
                </a:solidFill>
                <a:ea typeface="ＭＳ Ｐゴシック" pitchFamily="34" charset="-128"/>
              </a:rPr>
              <a:t>checked</a:t>
            </a:r>
            <a:r>
              <a:rPr lang="da-DK" altLang="da-DK" b="1" spc="-60" dirty="0">
                <a:solidFill>
                  <a:srgbClr val="A50021"/>
                </a:solidFill>
                <a:ea typeface="ＭＳ Ｐゴシック" pitchFamily="34" charset="-128"/>
              </a:rPr>
              <a:t> exception, fordi oversætteren </a:t>
            </a:r>
            <a:r>
              <a:rPr lang="da-DK" altLang="da-DK" b="1" spc="-60" dirty="0" err="1">
                <a:solidFill>
                  <a:srgbClr val="008000"/>
                </a:solidFill>
                <a:ea typeface="ＭＳ Ｐゴシック" pitchFamily="34" charset="-128"/>
              </a:rPr>
              <a:t>checker</a:t>
            </a:r>
            <a:r>
              <a:rPr lang="da-DK" altLang="da-DK" b="1" spc="-60" dirty="0">
                <a:solidFill>
                  <a:srgbClr val="A50021"/>
                </a:solidFill>
                <a:ea typeface="ＭＳ Ｐゴシック" pitchFamily="34" charset="-128"/>
              </a:rPr>
              <a:t>, at den pågældende exception </a:t>
            </a:r>
            <a:r>
              <a:rPr lang="da-DK" altLang="da-DK" b="1" spc="-60" dirty="0">
                <a:solidFill>
                  <a:srgbClr val="008000"/>
                </a:solidFill>
                <a:ea typeface="ＭＳ Ｐゴシック" pitchFamily="34" charset="-128"/>
              </a:rPr>
              <a:t>håndteres</a:t>
            </a:r>
            <a:r>
              <a:rPr lang="da-DK" altLang="da-DK" b="1" spc="-60" dirty="0">
                <a:solidFill>
                  <a:srgbClr val="A50021"/>
                </a:solidFill>
                <a:ea typeface="ＭＳ Ｐゴシック" pitchFamily="34" charset="-128"/>
              </a:rPr>
              <a:t> ved at blive </a:t>
            </a:r>
            <a:r>
              <a:rPr lang="da-DK" altLang="da-DK" b="1" spc="-60" dirty="0">
                <a:solidFill>
                  <a:srgbClr val="008000"/>
                </a:solidFill>
                <a:ea typeface="ＭＳ Ｐゴシック" pitchFamily="34" charset="-128"/>
              </a:rPr>
              <a:t>grebet</a:t>
            </a:r>
            <a:r>
              <a:rPr lang="da-DK" altLang="da-DK" b="1" spc="-60" dirty="0">
                <a:solidFill>
                  <a:srgbClr val="A50021"/>
                </a:solidFill>
                <a:ea typeface="ＭＳ Ｐゴシック" pitchFamily="34" charset="-128"/>
              </a:rPr>
              <a:t> eller </a:t>
            </a:r>
            <a:r>
              <a:rPr lang="da-DK" altLang="da-DK" b="1" spc="-60" dirty="0">
                <a:solidFill>
                  <a:srgbClr val="008000"/>
                </a:solidFill>
                <a:ea typeface="ＭＳ Ｐゴシック" pitchFamily="34" charset="-128"/>
              </a:rPr>
              <a:t>videresendt</a:t>
            </a:r>
          </a:p>
        </p:txBody>
      </p:sp>
      <p:sp>
        <p:nvSpPr>
          <p:cNvPr id="2" name="Slide Number Placeholder 1"/>
          <p:cNvSpPr>
            <a:spLocks noGrp="1"/>
          </p:cNvSpPr>
          <p:nvPr>
            <p:ph type="sldNum" sz="quarter" idx="4294967295"/>
          </p:nvPr>
        </p:nvSpPr>
        <p:spPr>
          <a:xfrm>
            <a:off x="8532440" y="6400800"/>
            <a:ext cx="611560" cy="457200"/>
          </a:xfrm>
          <a:prstGeom prst="rect">
            <a:avLst/>
          </a:prstGeom>
        </p:spPr>
        <p:txBody>
          <a:bodyPr/>
          <a:lstStyle/>
          <a:p>
            <a:pPr>
              <a:defRPr/>
            </a:pPr>
            <a:fld id="{2CA5836E-6711-417F-AF48-31ACC3CF4030}" type="slidenum">
              <a:rPr lang="da-DK" altLang="da-DK" smtClean="0"/>
              <a:pPr>
                <a:defRPr/>
              </a:pPr>
              <a:t>20</a:t>
            </a:fld>
            <a:endParaRPr lang="da-DK" altLang="da-DK" dirty="0"/>
          </a:p>
        </p:txBody>
      </p:sp>
      <p:sp>
        <p:nvSpPr>
          <p:cNvPr id="8" name="Line 22"/>
          <p:cNvSpPr>
            <a:spLocks noChangeShapeType="1"/>
          </p:cNvSpPr>
          <p:nvPr/>
        </p:nvSpPr>
        <p:spPr bwMode="auto">
          <a:xfrm flipH="1">
            <a:off x="3269161" y="2461711"/>
            <a:ext cx="648071" cy="0"/>
          </a:xfrm>
          <a:prstGeom prst="line">
            <a:avLst/>
          </a:prstGeom>
          <a:noFill/>
          <a:ln w="28575">
            <a:solidFill>
              <a:srgbClr val="0000FF"/>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r>
              <a:rPr lang="da-DK" dirty="0"/>
              <a:t>      </a:t>
            </a:r>
          </a:p>
        </p:txBody>
      </p:sp>
      <p:sp>
        <p:nvSpPr>
          <p:cNvPr id="9" name="Text Box 21"/>
          <p:cNvSpPr txBox="1">
            <a:spLocks noChangeArrowheads="1"/>
          </p:cNvSpPr>
          <p:nvPr/>
        </p:nvSpPr>
        <p:spPr bwMode="auto">
          <a:xfrm>
            <a:off x="3923928" y="2126839"/>
            <a:ext cx="2219266" cy="523220"/>
          </a:xfrm>
          <a:prstGeom prst="rect">
            <a:avLst/>
          </a:prstGeom>
          <a:solidFill>
            <a:srgbClr val="CCECFF"/>
          </a:solidFill>
          <a:ln w="28575">
            <a:solidFill>
              <a:srgbClr val="0000FF"/>
            </a:solidFill>
          </a:ln>
        </p:spPr>
        <p:txBody>
          <a:bodyPr wrap="square">
            <a:spAutoFit/>
          </a:bodyPr>
          <a:lstStyle>
            <a:defPPr>
              <a:defRPr lang="da-DK"/>
            </a:defPPr>
            <a:lvl1pPr marL="176213" indent="-176213" eaLnBrk="1" hangingPunct="1">
              <a:spcBef>
                <a:spcPct val="50000"/>
              </a:spcBef>
              <a:buFont typeface="Arial" panose="020B0604020202020204" pitchFamily="34" charset="0"/>
              <a:buChar char="•"/>
              <a:defRPr sz="1400" b="1">
                <a:solidFill>
                  <a:srgbClr val="0000FF"/>
                </a:solidFill>
              </a:defRPr>
            </a:lvl1pPr>
          </a:lstStyle>
          <a:p>
            <a:r>
              <a:rPr lang="da-DK" altLang="da-DK" dirty="0"/>
              <a:t>Det giver kun mening at gøre en af delene</a:t>
            </a:r>
          </a:p>
        </p:txBody>
      </p:sp>
      <p:sp>
        <p:nvSpPr>
          <p:cNvPr id="3" name="Oval 2"/>
          <p:cNvSpPr/>
          <p:nvPr/>
        </p:nvSpPr>
        <p:spPr bwMode="auto">
          <a:xfrm>
            <a:off x="2425166" y="2312810"/>
            <a:ext cx="711222" cy="337249"/>
          </a:xfrm>
          <a:prstGeom prst="ellipse">
            <a:avLst/>
          </a:prstGeom>
          <a:noFill/>
          <a:ln w="254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da-DK"/>
          </a:p>
        </p:txBody>
      </p:sp>
      <p:sp>
        <p:nvSpPr>
          <p:cNvPr id="10" name="Rectangle 3"/>
          <p:cNvSpPr txBox="1">
            <a:spLocks noChangeArrowheads="1"/>
          </p:cNvSpPr>
          <p:nvPr/>
        </p:nvSpPr>
        <p:spPr bwMode="auto">
          <a:xfrm>
            <a:off x="467544" y="3933056"/>
            <a:ext cx="8496944" cy="2353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pPr marL="342900" lvl="1" indent="-342900">
              <a:spcBef>
                <a:spcPts val="1800"/>
              </a:spcBef>
              <a:buChar char="•"/>
            </a:pPr>
            <a:r>
              <a:rPr lang="da-DK" altLang="da-DK" b="1" dirty="0">
                <a:solidFill>
                  <a:srgbClr val="A50021"/>
                </a:solidFill>
                <a:ea typeface="ＭＳ Ｐゴシック" pitchFamily="34" charset="-128"/>
              </a:rPr>
              <a:t>Det er også </a:t>
            </a:r>
            <a:r>
              <a:rPr lang="da-DK" altLang="da-DK" b="1" dirty="0">
                <a:solidFill>
                  <a:srgbClr val="008000"/>
                </a:solidFill>
                <a:ea typeface="ＭＳ Ｐゴシック" pitchFamily="34" charset="-128"/>
              </a:rPr>
              <a:t>tilladt</a:t>
            </a:r>
            <a:r>
              <a:rPr lang="da-DK" altLang="da-DK" b="1" dirty="0">
                <a:solidFill>
                  <a:srgbClr val="A50021"/>
                </a:solidFill>
                <a:ea typeface="ＭＳ Ｐゴシック" pitchFamily="34" charset="-128"/>
              </a:rPr>
              <a:t> at gribe en </a:t>
            </a:r>
            <a:r>
              <a:rPr lang="da-DK" altLang="da-DK" b="1" dirty="0" err="1">
                <a:solidFill>
                  <a:srgbClr val="008000"/>
                </a:solidFill>
                <a:ea typeface="ＭＳ Ｐゴシック" pitchFamily="34" charset="-128"/>
              </a:rPr>
              <a:t>unchecked</a:t>
            </a:r>
            <a:r>
              <a:rPr lang="da-DK" altLang="da-DK" b="1" dirty="0">
                <a:solidFill>
                  <a:srgbClr val="A50021"/>
                </a:solidFill>
                <a:ea typeface="ＭＳ Ｐゴシック" pitchFamily="34" charset="-128"/>
              </a:rPr>
              <a:t> exception</a:t>
            </a:r>
          </a:p>
          <a:p>
            <a:pPr lvl="1">
              <a:spcBef>
                <a:spcPts val="600"/>
              </a:spcBef>
            </a:pPr>
            <a:r>
              <a:rPr lang="da-DK" altLang="da-DK" sz="1800" dirty="0">
                <a:ea typeface="ＭＳ Ｐゴシック" pitchFamily="34" charset="-128"/>
              </a:rPr>
              <a:t>Det kan f.eks. give mening, hvis brugeren indtaster noget forkert  i en dialogboks, og der rejses en </a:t>
            </a:r>
            <a:r>
              <a:rPr lang="da-DK" altLang="da-DK" sz="1800" b="1" dirty="0" err="1">
                <a:solidFill>
                  <a:srgbClr val="008000"/>
                </a:solidFill>
                <a:ea typeface="ＭＳ Ｐゴシック" pitchFamily="34" charset="-128"/>
              </a:rPr>
              <a:t>IllegalFormatException</a:t>
            </a:r>
            <a:endParaRPr lang="da-DK" altLang="da-DK" sz="1800" b="1" dirty="0">
              <a:solidFill>
                <a:srgbClr val="008000"/>
              </a:solidFill>
              <a:ea typeface="ＭＳ Ｐゴシック" pitchFamily="34" charset="-128"/>
            </a:endParaRPr>
          </a:p>
          <a:p>
            <a:pPr lvl="1">
              <a:spcBef>
                <a:spcPts val="600"/>
              </a:spcBef>
            </a:pPr>
            <a:r>
              <a:rPr lang="da-DK" altLang="da-DK" sz="1800" dirty="0">
                <a:ea typeface="ＭＳ Ｐゴシック" pitchFamily="34" charset="-128"/>
              </a:rPr>
              <a:t>Man kan så håndtere situationen ved at bede brugeren indtaste en ny værdi (som så forhåbentlig har </a:t>
            </a:r>
            <a:r>
              <a:rPr lang="da-DK" altLang="da-DK" sz="1800">
                <a:ea typeface="ＭＳ Ｐゴシック" pitchFamily="34" charset="-128"/>
              </a:rPr>
              <a:t>et korrekt </a:t>
            </a:r>
            <a:r>
              <a:rPr lang="da-DK" altLang="da-DK" sz="1800" dirty="0">
                <a:ea typeface="ＭＳ Ｐゴシック" pitchFamily="34" charset="-128"/>
              </a:rPr>
              <a:t>format)</a:t>
            </a:r>
          </a:p>
          <a:p>
            <a:pPr lvl="1">
              <a:spcBef>
                <a:spcPts val="600"/>
              </a:spcBef>
            </a:pPr>
            <a:r>
              <a:rPr lang="da-DK" altLang="da-DK" sz="1800" dirty="0">
                <a:ea typeface="ＭＳ Ｐゴシック" pitchFamily="34" charset="-128"/>
              </a:rPr>
              <a:t>Ovenstående er et eksempel på, at man også sommetider bruger </a:t>
            </a:r>
            <a:r>
              <a:rPr lang="da-DK" altLang="da-DK" sz="1800" b="1" dirty="0" err="1">
                <a:solidFill>
                  <a:srgbClr val="008000"/>
                </a:solidFill>
                <a:ea typeface="ＭＳ Ｐゴシック" pitchFamily="34" charset="-128"/>
              </a:rPr>
              <a:t>unchecked</a:t>
            </a:r>
            <a:r>
              <a:rPr lang="da-DK" altLang="da-DK" sz="1800" dirty="0">
                <a:ea typeface="ＭＳ Ｐゴシック" pitchFamily="34" charset="-128"/>
              </a:rPr>
              <a:t> </a:t>
            </a:r>
            <a:r>
              <a:rPr lang="da-DK" altLang="da-DK" sz="1800" spc="-30" dirty="0">
                <a:ea typeface="ＭＳ Ｐゴシック" pitchFamily="34" charset="-128"/>
              </a:rPr>
              <a:t>exceptions i situationer, der er uden for programmørens kontrol</a:t>
            </a:r>
          </a:p>
        </p:txBody>
      </p:sp>
      <p:sp>
        <p:nvSpPr>
          <p:cNvPr id="11" name="Rectangle 10"/>
          <p:cNvSpPr/>
          <p:nvPr/>
        </p:nvSpPr>
        <p:spPr>
          <a:xfrm rot="21165640">
            <a:off x="5972924" y="6115920"/>
            <a:ext cx="1995165" cy="646331"/>
          </a:xfrm>
          <a:prstGeom prst="rect">
            <a:avLst/>
          </a:prstGeom>
          <a:noFill/>
        </p:spPr>
        <p:txBody>
          <a:bodyPr wrap="squar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defRPr/>
            </a:pPr>
            <a:r>
              <a:rPr lang="en-US" sz="3600" b="1" dirty="0">
                <a:ln w="11430"/>
                <a:solidFill>
                  <a:srgbClr val="CC0000"/>
                </a:solidFill>
                <a:effectLst>
                  <a:outerShdw blurRad="50800" dist="39000" dir="5460000" algn="tl">
                    <a:srgbClr val="000000">
                      <a:alpha val="38000"/>
                    </a:srgbClr>
                  </a:outerShdw>
                </a:effectLst>
              </a:rPr>
              <a:t>Pause</a:t>
            </a:r>
          </a:p>
        </p:txBody>
      </p:sp>
    </p:spTree>
    <p:extLst>
      <p:ext uri="{BB962C8B-B14F-4D97-AF65-F5344CB8AC3E}">
        <p14:creationId xmlns:p14="http://schemas.microsoft.com/office/powerpoint/2010/main" val="72559227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67544" y="260648"/>
            <a:ext cx="8568952" cy="682625"/>
          </a:xfrm>
        </p:spPr>
        <p:txBody>
          <a:bodyPr/>
          <a:lstStyle/>
          <a:p>
            <a:r>
              <a:rPr lang="da-DK" altLang="da-DK" sz="3200" dirty="0">
                <a:solidFill>
                  <a:srgbClr val="A50021"/>
                </a:solidFill>
                <a:ea typeface="ＭＳ Ｐゴシック" pitchFamily="34" charset="-128"/>
                <a:cs typeface="Arial"/>
              </a:rPr>
              <a:t>●</a:t>
            </a:r>
            <a:r>
              <a:rPr lang="da-DK" altLang="da-DK" sz="3200" dirty="0">
                <a:ea typeface="ＭＳ Ｐゴシック" pitchFamily="34" charset="-128"/>
                <a:cs typeface="Arial"/>
              </a:rPr>
              <a:t> </a:t>
            </a:r>
            <a:r>
              <a:rPr lang="da-DK" altLang="da-DK" sz="3200" dirty="0">
                <a:ea typeface="ＭＳ Ｐゴシック" pitchFamily="34" charset="-128"/>
              </a:rPr>
              <a:t>Assertions</a:t>
            </a:r>
          </a:p>
        </p:txBody>
      </p:sp>
      <p:sp>
        <p:nvSpPr>
          <p:cNvPr id="2" name="Slide Number Placeholder 1"/>
          <p:cNvSpPr>
            <a:spLocks noGrp="1"/>
          </p:cNvSpPr>
          <p:nvPr>
            <p:ph type="sldNum" sz="quarter" idx="4294967295"/>
          </p:nvPr>
        </p:nvSpPr>
        <p:spPr>
          <a:xfrm>
            <a:off x="8532440" y="6400800"/>
            <a:ext cx="611560" cy="457200"/>
          </a:xfrm>
          <a:prstGeom prst="rect">
            <a:avLst/>
          </a:prstGeom>
        </p:spPr>
        <p:txBody>
          <a:bodyPr/>
          <a:lstStyle/>
          <a:p>
            <a:pPr>
              <a:defRPr/>
            </a:pPr>
            <a:fld id="{2CA5836E-6711-417F-AF48-31ACC3CF4030}" type="slidenum">
              <a:rPr lang="da-DK" altLang="da-DK" smtClean="0"/>
              <a:pPr>
                <a:defRPr/>
              </a:pPr>
              <a:t>21</a:t>
            </a:fld>
            <a:endParaRPr lang="da-DK" altLang="da-DK" dirty="0"/>
          </a:p>
        </p:txBody>
      </p:sp>
      <p:sp>
        <p:nvSpPr>
          <p:cNvPr id="4" name="Rectangle 3"/>
          <p:cNvSpPr txBox="1">
            <a:spLocks noChangeArrowheads="1"/>
          </p:cNvSpPr>
          <p:nvPr/>
        </p:nvSpPr>
        <p:spPr bwMode="auto">
          <a:xfrm>
            <a:off x="416296" y="993322"/>
            <a:ext cx="8024790" cy="1139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pPr>
              <a:spcBef>
                <a:spcPts val="1200"/>
              </a:spcBef>
            </a:pPr>
            <a:r>
              <a:rPr lang="da-DK" altLang="da-DK" sz="2000" dirty="0">
                <a:ea typeface="ＭＳ Ｐゴシック" pitchFamily="34" charset="-128"/>
              </a:rPr>
              <a:t>Vi har ofte en forventning om at visse betingelser er opfyldt på bestemte steder i vores program</a:t>
            </a:r>
          </a:p>
          <a:p>
            <a:pPr>
              <a:spcBef>
                <a:spcPts val="900"/>
              </a:spcBef>
            </a:pPr>
            <a:r>
              <a:rPr lang="da-DK" altLang="da-DK" sz="2000" dirty="0">
                <a:ea typeface="ＭＳ Ｐゴシック" pitchFamily="34" charset="-128"/>
              </a:rPr>
              <a:t>Efter udførelsen af removeDetails metoden vil vi forvente, at</a:t>
            </a:r>
          </a:p>
        </p:txBody>
      </p:sp>
      <p:sp>
        <p:nvSpPr>
          <p:cNvPr id="6" name="Rectangle 3"/>
          <p:cNvSpPr txBox="1">
            <a:spLocks noChangeArrowheads="1"/>
          </p:cNvSpPr>
          <p:nvPr/>
        </p:nvSpPr>
        <p:spPr bwMode="auto">
          <a:xfrm>
            <a:off x="323527" y="2060848"/>
            <a:ext cx="4176465" cy="403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pPr lvl="1">
              <a:spcBef>
                <a:spcPts val="600"/>
              </a:spcBef>
            </a:pPr>
            <a:r>
              <a:rPr lang="da-DK" altLang="da-DK" sz="1800" dirty="0">
                <a:ea typeface="ＭＳ Ｐゴシック" pitchFamily="34" charset="-128"/>
              </a:rPr>
              <a:t>nøglen, der blev anvendt som parameterværdi, ikke længere forekommer i adressebogen</a:t>
            </a:r>
          </a:p>
          <a:p>
            <a:pPr lvl="1">
              <a:spcBef>
                <a:spcPts val="600"/>
              </a:spcBef>
            </a:pPr>
            <a:r>
              <a:rPr lang="da-DK" altLang="da-DK" sz="1800" dirty="0">
                <a:ea typeface="ＭＳ Ｐゴシック" pitchFamily="34" charset="-128"/>
              </a:rPr>
              <a:t>størrelsen af adressebogen er konsistent, dvs. at værdien af feltvariablen numberOfEntries er lig med, antallet af kontaktinformationer</a:t>
            </a:r>
          </a:p>
        </p:txBody>
      </p:sp>
      <p:sp>
        <p:nvSpPr>
          <p:cNvPr id="8" name="Text Box 4"/>
          <p:cNvSpPr txBox="1">
            <a:spLocks noChangeArrowheads="1"/>
          </p:cNvSpPr>
          <p:nvPr/>
        </p:nvSpPr>
        <p:spPr bwMode="auto">
          <a:xfrm>
            <a:off x="4355976" y="2204864"/>
            <a:ext cx="4642745" cy="3350790"/>
          </a:xfrm>
          <a:prstGeom prst="rect">
            <a:avLst/>
          </a:prstGeom>
          <a:solidFill>
            <a:srgbClr val="FFFFCC"/>
          </a:solidFill>
          <a:ln w="28575">
            <a:solidFill>
              <a:srgbClr val="0000FF"/>
            </a:solidFill>
            <a:miter lim="800000"/>
            <a:headEnd/>
            <a:tailEnd/>
          </a:ln>
        </p:spPr>
        <p:txBody>
          <a:bodyPr wrap="square" lIns="90000" tIns="46800" rIns="90000" bIns="46800">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eaLnBrk="1" hangingPunct="1"/>
            <a:r>
              <a:rPr lang="en-US" altLang="da-DK" sz="1400" b="1" dirty="0">
                <a:solidFill>
                  <a:srgbClr val="7030A0"/>
                </a:solidFill>
                <a:latin typeface="Courier New" pitchFamily="49" charset="0"/>
              </a:rPr>
              <a:t>public</a:t>
            </a:r>
            <a:r>
              <a:rPr lang="en-US" altLang="da-DK" sz="1400" b="1" dirty="0">
                <a:solidFill>
                  <a:schemeClr val="tx1"/>
                </a:solidFill>
                <a:latin typeface="Courier New" pitchFamily="49" charset="0"/>
              </a:rPr>
              <a:t> </a:t>
            </a:r>
            <a:r>
              <a:rPr lang="en-US" altLang="da-DK" sz="1400" b="1" dirty="0">
                <a:solidFill>
                  <a:srgbClr val="FF0000"/>
                </a:solidFill>
                <a:latin typeface="Courier New" pitchFamily="49" charset="0"/>
              </a:rPr>
              <a:t>void </a:t>
            </a:r>
            <a:r>
              <a:rPr lang="en-US" altLang="da-DK" sz="1400" b="1" dirty="0" err="1">
                <a:solidFill>
                  <a:schemeClr val="tx1"/>
                </a:solidFill>
                <a:latin typeface="Courier New" pitchFamily="49" charset="0"/>
              </a:rPr>
              <a:t>removeDetails</a:t>
            </a:r>
            <a:r>
              <a:rPr lang="en-US" altLang="da-DK" sz="1400" b="1" dirty="0">
                <a:solidFill>
                  <a:schemeClr val="tx1"/>
                </a:solidFill>
                <a:latin typeface="Courier New" pitchFamily="49" charset="0"/>
              </a:rPr>
              <a:t>(String key) {</a:t>
            </a:r>
          </a:p>
          <a:p>
            <a:pPr eaLnBrk="1" hangingPunct="1">
              <a:spcBef>
                <a:spcPts val="600"/>
              </a:spcBef>
            </a:pPr>
            <a:r>
              <a:rPr lang="en-US" altLang="da-DK" sz="1400" b="1" dirty="0">
                <a:solidFill>
                  <a:schemeClr val="tx1"/>
                </a:solidFill>
                <a:latin typeface="Courier New" pitchFamily="49" charset="0"/>
              </a:rPr>
              <a:t>  </a:t>
            </a:r>
            <a:r>
              <a:rPr lang="en-US" altLang="da-DK" sz="1400" b="1" dirty="0">
                <a:solidFill>
                  <a:srgbClr val="7030A0"/>
                </a:solidFill>
                <a:latin typeface="Courier New" pitchFamily="49" charset="0"/>
              </a:rPr>
              <a:t>if</a:t>
            </a:r>
            <a:r>
              <a:rPr lang="en-US" altLang="da-DK" sz="1400" b="1" dirty="0">
                <a:solidFill>
                  <a:schemeClr val="tx1"/>
                </a:solidFill>
                <a:latin typeface="Courier New" pitchFamily="49" charset="0"/>
              </a:rPr>
              <a:t>(key == </a:t>
            </a:r>
            <a:r>
              <a:rPr lang="en-US" altLang="da-DK" sz="1400" b="1" dirty="0">
                <a:solidFill>
                  <a:srgbClr val="0070C0"/>
                </a:solidFill>
                <a:latin typeface="Courier New" pitchFamily="49" charset="0"/>
              </a:rPr>
              <a:t>null</a:t>
            </a:r>
            <a:r>
              <a:rPr lang="en-US" altLang="da-DK" sz="1400" b="1" dirty="0">
                <a:solidFill>
                  <a:schemeClr val="tx1"/>
                </a:solidFill>
                <a:latin typeface="Courier New" pitchFamily="49" charset="0"/>
              </a:rPr>
              <a:t>){</a:t>
            </a:r>
          </a:p>
          <a:p>
            <a:pPr eaLnBrk="1" hangingPunct="1"/>
            <a:r>
              <a:rPr lang="en-US" altLang="da-DK" sz="1400" b="1" dirty="0">
                <a:solidFill>
                  <a:schemeClr val="tx1"/>
                </a:solidFill>
                <a:latin typeface="Courier New" pitchFamily="49" charset="0"/>
              </a:rPr>
              <a:t>    </a:t>
            </a:r>
            <a:r>
              <a:rPr lang="en-US" altLang="da-DK" sz="1400" b="1" spc="-100" dirty="0">
                <a:solidFill>
                  <a:srgbClr val="7030A0"/>
                </a:solidFill>
                <a:latin typeface="Courier New" pitchFamily="49" charset="0"/>
              </a:rPr>
              <a:t>throw new</a:t>
            </a:r>
            <a:r>
              <a:rPr lang="en-US" altLang="da-DK" sz="1400" b="1" spc="-100" dirty="0">
                <a:solidFill>
                  <a:schemeClr val="tx1"/>
                </a:solidFill>
                <a:latin typeface="Courier New" pitchFamily="49" charset="0"/>
              </a:rPr>
              <a:t> </a:t>
            </a:r>
            <a:r>
              <a:rPr lang="en-US" altLang="da-DK" sz="1400" b="1" spc="-100" dirty="0" err="1">
                <a:solidFill>
                  <a:schemeClr val="tx1"/>
                </a:solidFill>
                <a:latin typeface="Courier New" pitchFamily="49" charset="0"/>
              </a:rPr>
              <a:t>IllegalArgumentException</a:t>
            </a:r>
            <a:r>
              <a:rPr lang="en-US" altLang="da-DK" sz="1400" b="1" spc="-100" dirty="0">
                <a:solidFill>
                  <a:schemeClr val="tx1"/>
                </a:solidFill>
                <a:latin typeface="Courier New" pitchFamily="49" charset="0"/>
              </a:rPr>
              <a:t>(</a:t>
            </a:r>
          </a:p>
          <a:p>
            <a:pPr eaLnBrk="1" hangingPunct="1"/>
            <a:r>
              <a:rPr lang="en-US" altLang="da-DK" sz="1400" b="1" spc="-100" dirty="0">
                <a:solidFill>
                  <a:schemeClr val="tx1"/>
                </a:solidFill>
                <a:latin typeface="Courier New" pitchFamily="49" charset="0"/>
              </a:rPr>
              <a:t>                </a:t>
            </a:r>
            <a:r>
              <a:rPr lang="en-US" altLang="da-DK" sz="1400" b="1" spc="-100" dirty="0">
                <a:solidFill>
                  <a:srgbClr val="008000"/>
                </a:solidFill>
                <a:latin typeface="Courier New" pitchFamily="49" charset="0"/>
              </a:rPr>
              <a:t>"Null key in </a:t>
            </a:r>
            <a:r>
              <a:rPr lang="en-US" altLang="da-DK" sz="1400" b="1" spc="-100" dirty="0" err="1">
                <a:solidFill>
                  <a:srgbClr val="008000"/>
                </a:solidFill>
                <a:latin typeface="Courier New" pitchFamily="49" charset="0"/>
              </a:rPr>
              <a:t>removeDetails</a:t>
            </a:r>
            <a:r>
              <a:rPr lang="en-US" altLang="da-DK" sz="1400" b="1" spc="-100" dirty="0">
                <a:solidFill>
                  <a:srgbClr val="008000"/>
                </a:solidFill>
                <a:latin typeface="Courier New" pitchFamily="49" charset="0"/>
              </a:rPr>
              <a:t>"</a:t>
            </a:r>
            <a:r>
              <a:rPr lang="en-US" altLang="da-DK" sz="1400" b="1" spc="-100" dirty="0">
                <a:solidFill>
                  <a:schemeClr val="tx1"/>
                </a:solidFill>
                <a:latin typeface="Courier New" pitchFamily="49" charset="0"/>
              </a:rPr>
              <a:t>);</a:t>
            </a:r>
          </a:p>
          <a:p>
            <a:pPr eaLnBrk="1" hangingPunct="1">
              <a:lnSpc>
                <a:spcPct val="70000"/>
              </a:lnSpc>
            </a:pPr>
            <a:r>
              <a:rPr lang="en-US" altLang="da-DK" sz="1400" b="1" dirty="0">
                <a:solidFill>
                  <a:schemeClr val="tx1"/>
                </a:solidFill>
                <a:latin typeface="Courier New" pitchFamily="49" charset="0"/>
              </a:rPr>
              <a:t>  }</a:t>
            </a:r>
          </a:p>
          <a:p>
            <a:pPr eaLnBrk="1" hangingPunct="1">
              <a:spcBef>
                <a:spcPts val="600"/>
              </a:spcBef>
            </a:pPr>
            <a:r>
              <a:rPr lang="en-US" altLang="da-DK" sz="1400" b="1" dirty="0">
                <a:solidFill>
                  <a:schemeClr val="tx1"/>
                </a:solidFill>
                <a:latin typeface="Courier New" pitchFamily="49" charset="0"/>
              </a:rPr>
              <a:t>  </a:t>
            </a:r>
            <a:r>
              <a:rPr lang="en-US" altLang="da-DK" sz="1400" b="1" dirty="0">
                <a:solidFill>
                  <a:srgbClr val="7030A0"/>
                </a:solidFill>
                <a:latin typeface="Courier New" pitchFamily="49" charset="0"/>
              </a:rPr>
              <a:t>if</a:t>
            </a:r>
            <a:r>
              <a:rPr lang="en-US" altLang="da-DK" sz="1400" b="1" dirty="0">
                <a:solidFill>
                  <a:schemeClr val="tx1"/>
                </a:solidFill>
                <a:latin typeface="Courier New" pitchFamily="49" charset="0"/>
              </a:rPr>
              <a:t>(</a:t>
            </a:r>
            <a:r>
              <a:rPr lang="en-US" altLang="da-DK" sz="700" b="1" dirty="0">
                <a:solidFill>
                  <a:schemeClr val="tx1"/>
                </a:solidFill>
                <a:latin typeface="Courier New" pitchFamily="49" charset="0"/>
              </a:rPr>
              <a:t> </a:t>
            </a:r>
            <a:r>
              <a:rPr lang="en-US" altLang="da-DK" sz="1400" b="1" dirty="0" err="1">
                <a:solidFill>
                  <a:schemeClr val="tx1"/>
                </a:solidFill>
                <a:latin typeface="Courier New" pitchFamily="49" charset="0"/>
              </a:rPr>
              <a:t>keyInUse</a:t>
            </a:r>
            <a:r>
              <a:rPr lang="en-US" altLang="da-DK" sz="1400" b="1" dirty="0">
                <a:solidFill>
                  <a:schemeClr val="tx1"/>
                </a:solidFill>
                <a:latin typeface="Courier New" pitchFamily="49" charset="0"/>
              </a:rPr>
              <a:t>(key)</a:t>
            </a:r>
            <a:r>
              <a:rPr lang="en-US" altLang="da-DK" sz="700" b="1" dirty="0">
                <a:solidFill>
                  <a:schemeClr val="tx1"/>
                </a:solidFill>
                <a:latin typeface="Courier New" pitchFamily="49" charset="0"/>
              </a:rPr>
              <a:t> </a:t>
            </a:r>
            <a:r>
              <a:rPr lang="en-US" altLang="da-DK" sz="1400" b="1" dirty="0">
                <a:solidFill>
                  <a:schemeClr val="tx1"/>
                </a:solidFill>
                <a:latin typeface="Courier New" pitchFamily="49" charset="0"/>
              </a:rPr>
              <a:t>) {</a:t>
            </a:r>
          </a:p>
          <a:p>
            <a:pPr eaLnBrk="1" hangingPunct="1"/>
            <a:r>
              <a:rPr lang="en-US" altLang="da-DK" sz="1400" b="1" dirty="0">
                <a:solidFill>
                  <a:schemeClr val="tx1"/>
                </a:solidFill>
                <a:latin typeface="Courier New" pitchFamily="49" charset="0"/>
              </a:rPr>
              <a:t>    </a:t>
            </a:r>
            <a:r>
              <a:rPr lang="en-US" altLang="da-DK" sz="1400" b="1" spc="-50" dirty="0" err="1">
                <a:solidFill>
                  <a:schemeClr val="tx1"/>
                </a:solidFill>
                <a:latin typeface="Courier New" pitchFamily="49" charset="0"/>
              </a:rPr>
              <a:t>ContactDetails</a:t>
            </a:r>
            <a:r>
              <a:rPr lang="en-US" altLang="da-DK" sz="1400" b="1" spc="-50" dirty="0">
                <a:solidFill>
                  <a:schemeClr val="tx1"/>
                </a:solidFill>
                <a:latin typeface="Courier New" pitchFamily="49" charset="0"/>
              </a:rPr>
              <a:t> details = </a:t>
            </a:r>
            <a:r>
              <a:rPr lang="en-US" altLang="da-DK" sz="1400" b="1" spc="-50" dirty="0" err="1">
                <a:solidFill>
                  <a:schemeClr val="tx1"/>
                </a:solidFill>
                <a:latin typeface="Courier New" pitchFamily="49" charset="0"/>
              </a:rPr>
              <a:t>book.get</a:t>
            </a:r>
            <a:r>
              <a:rPr lang="en-US" altLang="da-DK" sz="1400" b="1" spc="-50" dirty="0">
                <a:solidFill>
                  <a:schemeClr val="tx1"/>
                </a:solidFill>
                <a:latin typeface="Courier New" pitchFamily="49" charset="0"/>
              </a:rPr>
              <a:t>(key);</a:t>
            </a:r>
          </a:p>
          <a:p>
            <a:pPr eaLnBrk="1" hangingPunct="1"/>
            <a:r>
              <a:rPr lang="en-US" altLang="da-DK" sz="1400" b="1" dirty="0">
                <a:solidFill>
                  <a:schemeClr val="tx1"/>
                </a:solidFill>
                <a:latin typeface="Courier New" pitchFamily="49" charset="0"/>
              </a:rPr>
              <a:t>    </a:t>
            </a:r>
            <a:r>
              <a:rPr lang="en-US" altLang="da-DK" sz="1400" b="1" dirty="0" err="1">
                <a:solidFill>
                  <a:schemeClr val="tx1"/>
                </a:solidFill>
                <a:latin typeface="Courier New" pitchFamily="49" charset="0"/>
              </a:rPr>
              <a:t>book.remove</a:t>
            </a:r>
            <a:r>
              <a:rPr lang="en-US" altLang="da-DK" sz="1400" b="1" dirty="0">
                <a:solidFill>
                  <a:schemeClr val="tx1"/>
                </a:solidFill>
                <a:latin typeface="Courier New" pitchFamily="49" charset="0"/>
              </a:rPr>
              <a:t>(</a:t>
            </a:r>
            <a:r>
              <a:rPr lang="en-US" altLang="da-DK" sz="1400" b="1" dirty="0" err="1">
                <a:solidFill>
                  <a:schemeClr val="tx1"/>
                </a:solidFill>
                <a:latin typeface="Courier New" pitchFamily="49" charset="0"/>
              </a:rPr>
              <a:t>details.getName</a:t>
            </a:r>
            <a:r>
              <a:rPr lang="en-US" altLang="da-DK" sz="1400" b="1" dirty="0">
                <a:solidFill>
                  <a:schemeClr val="tx1"/>
                </a:solidFill>
                <a:latin typeface="Courier New" pitchFamily="49" charset="0"/>
              </a:rPr>
              <a:t>());</a:t>
            </a:r>
          </a:p>
          <a:p>
            <a:pPr eaLnBrk="1" hangingPunct="1"/>
            <a:r>
              <a:rPr lang="en-US" altLang="da-DK" sz="1400" b="1" dirty="0">
                <a:solidFill>
                  <a:schemeClr val="tx1"/>
                </a:solidFill>
                <a:latin typeface="Courier New" pitchFamily="49" charset="0"/>
              </a:rPr>
              <a:t>    </a:t>
            </a:r>
            <a:r>
              <a:rPr lang="en-US" altLang="da-DK" sz="1400" b="1" dirty="0" err="1">
                <a:solidFill>
                  <a:schemeClr val="tx1"/>
                </a:solidFill>
                <a:latin typeface="Courier New" pitchFamily="49" charset="0"/>
              </a:rPr>
              <a:t>book.remove</a:t>
            </a:r>
            <a:r>
              <a:rPr lang="en-US" altLang="da-DK" sz="1400" b="1" dirty="0">
                <a:solidFill>
                  <a:schemeClr val="tx1"/>
                </a:solidFill>
                <a:latin typeface="Courier New" pitchFamily="49" charset="0"/>
              </a:rPr>
              <a:t>(</a:t>
            </a:r>
            <a:r>
              <a:rPr lang="en-US" altLang="da-DK" sz="1400" b="1" dirty="0" err="1">
                <a:solidFill>
                  <a:schemeClr val="tx1"/>
                </a:solidFill>
                <a:latin typeface="Courier New" pitchFamily="49" charset="0"/>
              </a:rPr>
              <a:t>details.getPhone</a:t>
            </a:r>
            <a:r>
              <a:rPr lang="en-US" altLang="da-DK" sz="1400" b="1" dirty="0">
                <a:solidFill>
                  <a:schemeClr val="tx1"/>
                </a:solidFill>
                <a:latin typeface="Courier New" pitchFamily="49" charset="0"/>
              </a:rPr>
              <a:t>());</a:t>
            </a:r>
          </a:p>
          <a:p>
            <a:pPr eaLnBrk="1" hangingPunct="1"/>
            <a:r>
              <a:rPr lang="en-US" altLang="da-DK" sz="1400" b="1" dirty="0">
                <a:solidFill>
                  <a:schemeClr val="tx1"/>
                </a:solidFill>
                <a:latin typeface="Courier New" pitchFamily="49" charset="0"/>
              </a:rPr>
              <a:t>    </a:t>
            </a:r>
            <a:r>
              <a:rPr lang="en-US" altLang="da-DK" sz="1400" b="1" dirty="0" err="1">
                <a:solidFill>
                  <a:schemeClr val="tx1"/>
                </a:solidFill>
                <a:latin typeface="Courier New" pitchFamily="49" charset="0"/>
              </a:rPr>
              <a:t>numberOfEntries</a:t>
            </a:r>
            <a:r>
              <a:rPr lang="en-US" altLang="da-DK" sz="1400" b="1" dirty="0">
                <a:solidFill>
                  <a:schemeClr val="tx1"/>
                </a:solidFill>
                <a:latin typeface="Courier New" pitchFamily="49" charset="0"/>
              </a:rPr>
              <a:t>--;</a:t>
            </a:r>
          </a:p>
          <a:p>
            <a:pPr eaLnBrk="1" hangingPunct="1"/>
            <a:r>
              <a:rPr lang="en-US" altLang="da-DK" sz="1400" b="1" dirty="0">
                <a:solidFill>
                  <a:schemeClr val="tx1"/>
                </a:solidFill>
                <a:latin typeface="Courier New" pitchFamily="49" charset="0"/>
              </a:rPr>
              <a:t>  }</a:t>
            </a:r>
          </a:p>
          <a:p>
            <a:pPr eaLnBrk="1" hangingPunct="1"/>
            <a:r>
              <a:rPr lang="en-US" altLang="da-DK" sz="1400" b="1" dirty="0">
                <a:solidFill>
                  <a:schemeClr val="tx1"/>
                </a:solidFill>
                <a:latin typeface="Courier New" pitchFamily="49" charset="0"/>
              </a:rPr>
              <a:t>  </a:t>
            </a:r>
            <a:r>
              <a:rPr lang="en-US" altLang="da-DK" sz="1400" b="1" dirty="0">
                <a:solidFill>
                  <a:srgbClr val="7030A0"/>
                </a:solidFill>
                <a:latin typeface="Courier New" pitchFamily="49" charset="0"/>
              </a:rPr>
              <a:t>assert</a:t>
            </a:r>
            <a:r>
              <a:rPr lang="en-US" altLang="da-DK" sz="1400" b="1" dirty="0">
                <a:solidFill>
                  <a:schemeClr val="tx1"/>
                </a:solidFill>
                <a:latin typeface="Courier New" pitchFamily="49" charset="0"/>
              </a:rPr>
              <a:t> !</a:t>
            </a:r>
            <a:r>
              <a:rPr lang="en-US" altLang="da-DK" sz="1400" b="1" dirty="0" err="1">
                <a:solidFill>
                  <a:schemeClr val="tx1"/>
                </a:solidFill>
                <a:latin typeface="Courier New" pitchFamily="49" charset="0"/>
              </a:rPr>
              <a:t>keyInUse</a:t>
            </a:r>
            <a:r>
              <a:rPr lang="en-US" altLang="da-DK" sz="1400" b="1" dirty="0">
                <a:solidFill>
                  <a:schemeClr val="tx1"/>
                </a:solidFill>
                <a:latin typeface="Courier New" pitchFamily="49" charset="0"/>
              </a:rPr>
              <a:t>(key);</a:t>
            </a:r>
          </a:p>
          <a:p>
            <a:pPr eaLnBrk="1" hangingPunct="1"/>
            <a:r>
              <a:rPr lang="en-US" altLang="da-DK" sz="1400" b="1" dirty="0">
                <a:solidFill>
                  <a:schemeClr val="tx1"/>
                </a:solidFill>
                <a:latin typeface="Courier New" pitchFamily="49" charset="0"/>
              </a:rPr>
              <a:t>  </a:t>
            </a:r>
            <a:r>
              <a:rPr lang="en-US" altLang="da-DK" sz="1400" b="1" dirty="0">
                <a:solidFill>
                  <a:srgbClr val="7030A0"/>
                </a:solidFill>
                <a:latin typeface="Courier New" pitchFamily="49" charset="0"/>
              </a:rPr>
              <a:t>assert </a:t>
            </a:r>
            <a:r>
              <a:rPr lang="en-US" altLang="da-DK" sz="1400" b="1" dirty="0" err="1">
                <a:solidFill>
                  <a:schemeClr val="tx1"/>
                </a:solidFill>
                <a:latin typeface="Courier New" pitchFamily="49" charset="0"/>
              </a:rPr>
              <a:t>consistentSize</a:t>
            </a:r>
            <a:r>
              <a:rPr lang="en-US" altLang="da-DK" sz="1400" b="1" dirty="0">
                <a:solidFill>
                  <a:schemeClr val="tx1"/>
                </a:solidFill>
                <a:latin typeface="Courier New" pitchFamily="49" charset="0"/>
              </a:rPr>
              <a:t>() :</a:t>
            </a:r>
          </a:p>
          <a:p>
            <a:pPr eaLnBrk="1" hangingPunct="1"/>
            <a:r>
              <a:rPr lang="en-US" altLang="da-DK" sz="1400" b="1" dirty="0">
                <a:solidFill>
                  <a:schemeClr val="tx1"/>
                </a:solidFill>
                <a:latin typeface="Courier New" pitchFamily="49" charset="0"/>
              </a:rPr>
              <a:t>    </a:t>
            </a:r>
            <a:r>
              <a:rPr lang="en-US" altLang="da-DK" sz="1400" b="1" spc="-100" dirty="0">
                <a:solidFill>
                  <a:srgbClr val="008000"/>
                </a:solidFill>
                <a:latin typeface="Courier New" pitchFamily="49" charset="0"/>
              </a:rPr>
              <a:t>"Inconsistent book size in </a:t>
            </a:r>
            <a:r>
              <a:rPr lang="en-US" altLang="da-DK" sz="1400" b="1" spc="-100" dirty="0" err="1">
                <a:solidFill>
                  <a:srgbClr val="008000"/>
                </a:solidFill>
                <a:latin typeface="Courier New" pitchFamily="49" charset="0"/>
              </a:rPr>
              <a:t>removeDetails</a:t>
            </a:r>
            <a:r>
              <a:rPr lang="en-US" altLang="da-DK" sz="1400" b="1" spc="-100" dirty="0">
                <a:solidFill>
                  <a:srgbClr val="008000"/>
                </a:solidFill>
                <a:latin typeface="Courier New" pitchFamily="49" charset="0"/>
              </a:rPr>
              <a:t>"</a:t>
            </a:r>
            <a:r>
              <a:rPr lang="en-US" altLang="da-DK" sz="1400" b="1" spc="-100" dirty="0">
                <a:solidFill>
                  <a:schemeClr val="tx1"/>
                </a:solidFill>
                <a:latin typeface="Courier New" pitchFamily="49" charset="0"/>
              </a:rPr>
              <a:t>;</a:t>
            </a:r>
          </a:p>
          <a:p>
            <a:pPr eaLnBrk="1" hangingPunct="1">
              <a:lnSpc>
                <a:spcPct val="70000"/>
              </a:lnSpc>
            </a:pPr>
            <a:r>
              <a:rPr lang="en-US" altLang="da-DK" sz="1400" b="1" dirty="0">
                <a:solidFill>
                  <a:schemeClr val="tx1"/>
                </a:solidFill>
                <a:latin typeface="Courier New" pitchFamily="49" charset="0"/>
              </a:rPr>
              <a:t>}</a:t>
            </a:r>
            <a:endParaRPr lang="da-DK" altLang="da-DK" sz="1400" b="1" dirty="0">
              <a:solidFill>
                <a:schemeClr val="tx1"/>
              </a:solidFill>
              <a:latin typeface="Courier New" pitchFamily="49" charset="0"/>
            </a:endParaRPr>
          </a:p>
        </p:txBody>
      </p:sp>
      <p:sp>
        <p:nvSpPr>
          <p:cNvPr id="9" name="Rectangle 3"/>
          <p:cNvSpPr txBox="1">
            <a:spLocks noChangeArrowheads="1"/>
          </p:cNvSpPr>
          <p:nvPr/>
        </p:nvSpPr>
        <p:spPr bwMode="auto">
          <a:xfrm>
            <a:off x="467544" y="4457761"/>
            <a:ext cx="8531177" cy="2359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pPr>
              <a:spcBef>
                <a:spcPts val="1200"/>
              </a:spcBef>
            </a:pPr>
            <a:r>
              <a:rPr lang="da-DK" altLang="da-DK" sz="2000" b="1" spc="-60" dirty="0">
                <a:solidFill>
                  <a:srgbClr val="A50021"/>
                </a:solidFill>
                <a:ea typeface="ＭＳ Ｐゴシック" pitchFamily="34" charset="-128"/>
              </a:rPr>
              <a:t>Dette kan tjekkes ved hjælp af</a:t>
            </a:r>
            <a:br>
              <a:rPr lang="da-DK" altLang="da-DK" sz="2000" b="1" dirty="0">
                <a:solidFill>
                  <a:srgbClr val="A50021"/>
                </a:solidFill>
                <a:ea typeface="ＭＳ Ｐゴシック" pitchFamily="34" charset="-128"/>
              </a:rPr>
            </a:br>
            <a:r>
              <a:rPr lang="da-DK" altLang="da-DK" sz="2000" b="1" dirty="0">
                <a:solidFill>
                  <a:srgbClr val="A50021"/>
                </a:solidFill>
                <a:ea typeface="ＭＳ Ｐゴシック" pitchFamily="34" charset="-128"/>
              </a:rPr>
              <a:t>to </a:t>
            </a:r>
            <a:r>
              <a:rPr lang="da-DK" altLang="da-DK" sz="2000" b="1" dirty="0">
                <a:solidFill>
                  <a:srgbClr val="008000"/>
                </a:solidFill>
                <a:ea typeface="ＭＳ Ｐゴシック" pitchFamily="34" charset="-128"/>
              </a:rPr>
              <a:t>assertions</a:t>
            </a:r>
            <a:r>
              <a:rPr lang="da-DK" altLang="da-DK" sz="2000" b="1" dirty="0">
                <a:solidFill>
                  <a:srgbClr val="A50021"/>
                </a:solidFill>
                <a:ea typeface="ＭＳ Ｐゴシック" pitchFamily="34" charset="-128"/>
              </a:rPr>
              <a:t> indeholdende</a:t>
            </a:r>
            <a:endParaRPr lang="da-DK" altLang="da-DK" sz="2000" dirty="0">
              <a:ea typeface="ＭＳ Ｐゴシック" pitchFamily="34" charset="-128"/>
            </a:endParaRPr>
          </a:p>
          <a:p>
            <a:pPr lvl="1">
              <a:spcBef>
                <a:spcPts val="300"/>
              </a:spcBef>
            </a:pPr>
            <a:r>
              <a:rPr lang="da-DK" altLang="da-DK" sz="1800" dirty="0">
                <a:ea typeface="ＭＳ Ｐゴシック" pitchFamily="34" charset="-128"/>
              </a:rPr>
              <a:t>det reserverede ord assert</a:t>
            </a:r>
          </a:p>
          <a:p>
            <a:pPr lvl="1">
              <a:spcBef>
                <a:spcPts val="300"/>
              </a:spcBef>
            </a:pPr>
            <a:r>
              <a:rPr lang="da-DK" altLang="da-DK" sz="1800" dirty="0">
                <a:ea typeface="ＭＳ Ｐゴシック" pitchFamily="34" charset="-128"/>
              </a:rPr>
              <a:t>et </a:t>
            </a:r>
            <a:r>
              <a:rPr lang="da-DK" altLang="da-DK" sz="1800" dirty="0" err="1">
                <a:ea typeface="ＭＳ Ｐゴシック" pitchFamily="34" charset="-128"/>
              </a:rPr>
              <a:t>boolsk</a:t>
            </a:r>
            <a:r>
              <a:rPr lang="da-DK" altLang="da-DK" sz="1800" dirty="0">
                <a:ea typeface="ＭＳ Ｐゴシック" pitchFamily="34" charset="-128"/>
              </a:rPr>
              <a:t> udtryk</a:t>
            </a:r>
          </a:p>
          <a:p>
            <a:pPr lvl="1">
              <a:spcBef>
                <a:spcPts val="300"/>
              </a:spcBef>
            </a:pPr>
            <a:r>
              <a:rPr lang="da-DK" altLang="da-DK" sz="1800" dirty="0">
                <a:ea typeface="ＭＳ Ｐゴシック" pitchFamily="34" charset="-128"/>
              </a:rPr>
              <a:t>en (</a:t>
            </a:r>
            <a:r>
              <a:rPr lang="da-DK" altLang="da-DK" sz="1800" dirty="0" err="1">
                <a:ea typeface="ＭＳ Ｐゴシック" pitchFamily="34" charset="-128"/>
              </a:rPr>
              <a:t>optional</a:t>
            </a:r>
            <a:r>
              <a:rPr lang="da-DK" altLang="da-DK" sz="1800" dirty="0">
                <a:ea typeface="ＭＳ Ｐゴシック" pitchFamily="34" charset="-128"/>
              </a:rPr>
              <a:t>) tekststreng som beskriver, hvad der gik galt</a:t>
            </a:r>
          </a:p>
          <a:p>
            <a:pPr marL="342900" lvl="1" indent="-342900">
              <a:spcBef>
                <a:spcPts val="1200"/>
              </a:spcBef>
              <a:buChar char="•"/>
            </a:pPr>
            <a:r>
              <a:rPr lang="da-DK" altLang="da-DK" b="1" spc="-70" dirty="0">
                <a:solidFill>
                  <a:srgbClr val="A50021"/>
                </a:solidFill>
                <a:ea typeface="ＭＳ Ｐゴシック" pitchFamily="34" charset="-128"/>
                <a:cs typeface="ＭＳ Ｐゴシック" pitchFamily="-106" charset="-128"/>
              </a:rPr>
              <a:t>Hvis det boolske udtryk evaluerer til false stopper programudførelsen</a:t>
            </a:r>
            <a:r>
              <a:rPr lang="da-DK" altLang="da-DK" b="1" dirty="0">
                <a:solidFill>
                  <a:srgbClr val="A50021"/>
                </a:solidFill>
                <a:ea typeface="ＭＳ Ｐゴシック" pitchFamily="34" charset="-128"/>
                <a:cs typeface="ＭＳ Ｐゴシック" pitchFamily="-106" charset="-128"/>
              </a:rPr>
              <a:t> med en AssertionError</a:t>
            </a:r>
          </a:p>
        </p:txBody>
      </p:sp>
      <p:sp>
        <p:nvSpPr>
          <p:cNvPr id="10" name="Rectangle 28"/>
          <p:cNvSpPr>
            <a:spLocks noChangeArrowheads="1"/>
          </p:cNvSpPr>
          <p:nvPr/>
        </p:nvSpPr>
        <p:spPr bwMode="auto">
          <a:xfrm>
            <a:off x="4608761" y="4701362"/>
            <a:ext cx="4261774" cy="644664"/>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Tree>
    <p:extLst>
      <p:ext uri="{BB962C8B-B14F-4D97-AF65-F5344CB8AC3E}">
        <p14:creationId xmlns:p14="http://schemas.microsoft.com/office/powerpoint/2010/main" val="2837724713"/>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67544" y="260648"/>
            <a:ext cx="8568952" cy="682625"/>
          </a:xfrm>
        </p:spPr>
        <p:txBody>
          <a:bodyPr/>
          <a:lstStyle/>
          <a:p>
            <a:r>
              <a:rPr lang="da-DK" altLang="da-DK" sz="3200" dirty="0">
                <a:ea typeface="ＭＳ Ｐゴシック" pitchFamily="34" charset="-128"/>
              </a:rPr>
              <a:t>Metoderne keyInUse and consistentSize</a:t>
            </a:r>
          </a:p>
        </p:txBody>
      </p:sp>
      <p:sp>
        <p:nvSpPr>
          <p:cNvPr id="2" name="Slide Number Placeholder 1"/>
          <p:cNvSpPr>
            <a:spLocks noGrp="1"/>
          </p:cNvSpPr>
          <p:nvPr>
            <p:ph type="sldNum" sz="quarter" idx="4294967295"/>
          </p:nvPr>
        </p:nvSpPr>
        <p:spPr>
          <a:xfrm>
            <a:off x="8532440" y="6400800"/>
            <a:ext cx="611560" cy="457200"/>
          </a:xfrm>
          <a:prstGeom prst="rect">
            <a:avLst/>
          </a:prstGeom>
        </p:spPr>
        <p:txBody>
          <a:bodyPr/>
          <a:lstStyle/>
          <a:p>
            <a:pPr>
              <a:defRPr/>
            </a:pPr>
            <a:fld id="{2CA5836E-6711-417F-AF48-31ACC3CF4030}" type="slidenum">
              <a:rPr lang="da-DK" altLang="da-DK" smtClean="0"/>
              <a:pPr>
                <a:defRPr/>
              </a:pPr>
              <a:t>22</a:t>
            </a:fld>
            <a:endParaRPr lang="da-DK" altLang="da-DK" dirty="0"/>
          </a:p>
        </p:txBody>
      </p:sp>
      <p:sp>
        <p:nvSpPr>
          <p:cNvPr id="8" name="Text Box 4"/>
          <p:cNvSpPr txBox="1">
            <a:spLocks noChangeArrowheads="1"/>
          </p:cNvSpPr>
          <p:nvPr/>
        </p:nvSpPr>
        <p:spPr bwMode="auto">
          <a:xfrm>
            <a:off x="2522276" y="3777897"/>
            <a:ext cx="6442212" cy="1402564"/>
          </a:xfrm>
          <a:prstGeom prst="rect">
            <a:avLst/>
          </a:prstGeom>
          <a:solidFill>
            <a:srgbClr val="FFFFCC"/>
          </a:solidFill>
          <a:ln w="28575">
            <a:solidFill>
              <a:srgbClr val="0000FF"/>
            </a:solidFill>
            <a:miter lim="800000"/>
            <a:headEnd/>
            <a:tailEnd/>
          </a:ln>
        </p:spPr>
        <p:txBody>
          <a:bodyPr wrap="square" lIns="90000" tIns="46800" rIns="90000" bIns="46800">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eaLnBrk="1" hangingPunct="1"/>
            <a:r>
              <a:rPr lang="en-US" altLang="da-DK" sz="1400" b="1" dirty="0">
                <a:solidFill>
                  <a:srgbClr val="7030A0"/>
                </a:solidFill>
                <a:latin typeface="Courier New" pitchFamily="49" charset="0"/>
              </a:rPr>
              <a:t>private</a:t>
            </a:r>
            <a:r>
              <a:rPr lang="en-US" altLang="da-DK" sz="1400" b="1" dirty="0">
                <a:solidFill>
                  <a:schemeClr val="tx1"/>
                </a:solidFill>
                <a:latin typeface="Courier New" pitchFamily="49" charset="0"/>
              </a:rPr>
              <a:t> </a:t>
            </a:r>
            <a:r>
              <a:rPr lang="en-US" altLang="da-DK" sz="1400" b="1" dirty="0" err="1">
                <a:solidFill>
                  <a:srgbClr val="FF0000"/>
                </a:solidFill>
                <a:latin typeface="Courier New" pitchFamily="49" charset="0"/>
              </a:rPr>
              <a:t>boolean</a:t>
            </a:r>
            <a:r>
              <a:rPr lang="en-US" altLang="da-DK" sz="1400" b="1" dirty="0">
                <a:solidFill>
                  <a:srgbClr val="FF0000"/>
                </a:solidFill>
                <a:latin typeface="Courier New" pitchFamily="49" charset="0"/>
              </a:rPr>
              <a:t> </a:t>
            </a:r>
            <a:r>
              <a:rPr lang="en-US" altLang="da-DK" sz="1400" b="1" dirty="0" err="1">
                <a:solidFill>
                  <a:schemeClr val="tx1"/>
                </a:solidFill>
                <a:latin typeface="Courier New" pitchFamily="49" charset="0"/>
              </a:rPr>
              <a:t>consistentSize</a:t>
            </a:r>
            <a:r>
              <a:rPr lang="en-US" altLang="da-DK" sz="1400" b="1" dirty="0">
                <a:solidFill>
                  <a:schemeClr val="tx1"/>
                </a:solidFill>
                <a:latin typeface="Courier New" pitchFamily="49" charset="0"/>
              </a:rPr>
              <a:t>() {</a:t>
            </a:r>
          </a:p>
          <a:p>
            <a:pPr eaLnBrk="1" hangingPunct="1">
              <a:spcBef>
                <a:spcPts val="600"/>
              </a:spcBef>
            </a:pPr>
            <a:r>
              <a:rPr lang="en-US" altLang="da-DK" sz="1400" b="1" dirty="0">
                <a:solidFill>
                  <a:schemeClr val="tx1"/>
                </a:solidFill>
                <a:latin typeface="Courier New" pitchFamily="49" charset="0"/>
              </a:rPr>
              <a:t>  Collection&lt;</a:t>
            </a:r>
            <a:r>
              <a:rPr lang="en-US" altLang="da-DK" sz="1400" b="1" dirty="0" err="1">
                <a:solidFill>
                  <a:schemeClr val="tx1"/>
                </a:solidFill>
                <a:latin typeface="Courier New" pitchFamily="49" charset="0"/>
              </a:rPr>
              <a:t>ContactDetails</a:t>
            </a:r>
            <a:r>
              <a:rPr lang="en-US" altLang="da-DK" sz="1400" b="1" dirty="0">
                <a:solidFill>
                  <a:schemeClr val="tx1"/>
                </a:solidFill>
                <a:latin typeface="Courier New" pitchFamily="49" charset="0"/>
              </a:rPr>
              <a:t>&gt; </a:t>
            </a:r>
            <a:r>
              <a:rPr lang="en-US" altLang="da-DK" sz="1400" b="1" dirty="0" err="1">
                <a:solidFill>
                  <a:schemeClr val="tx1"/>
                </a:solidFill>
                <a:latin typeface="Courier New" pitchFamily="49" charset="0"/>
              </a:rPr>
              <a:t>allEntries</a:t>
            </a:r>
            <a:r>
              <a:rPr lang="en-US" altLang="da-DK" sz="1400" b="1" dirty="0">
                <a:solidFill>
                  <a:schemeClr val="tx1"/>
                </a:solidFill>
                <a:latin typeface="Courier New" pitchFamily="49" charset="0"/>
              </a:rPr>
              <a:t> = </a:t>
            </a:r>
            <a:r>
              <a:rPr lang="en-US" altLang="da-DK" sz="1400" b="1" dirty="0" err="1">
                <a:solidFill>
                  <a:schemeClr val="tx1"/>
                </a:solidFill>
                <a:latin typeface="Courier New" pitchFamily="49" charset="0"/>
              </a:rPr>
              <a:t>book.values</a:t>
            </a:r>
            <a:r>
              <a:rPr lang="en-US" altLang="da-DK" sz="1400" b="1" dirty="0">
                <a:solidFill>
                  <a:schemeClr val="tx1"/>
                </a:solidFill>
                <a:latin typeface="Courier New" pitchFamily="49" charset="0"/>
              </a:rPr>
              <a:t>();</a:t>
            </a:r>
          </a:p>
          <a:p>
            <a:pPr eaLnBrk="1" hangingPunct="1">
              <a:spcBef>
                <a:spcPts val="600"/>
              </a:spcBef>
            </a:pPr>
            <a:r>
              <a:rPr lang="en-US" altLang="da-DK" sz="1400" b="1" dirty="0">
                <a:solidFill>
                  <a:schemeClr val="tx1"/>
                </a:solidFill>
                <a:latin typeface="Courier New" pitchFamily="49" charset="0"/>
              </a:rPr>
              <a:t>  </a:t>
            </a:r>
            <a:r>
              <a:rPr lang="en-US" altLang="da-DK" sz="1400" b="1" spc="-80" dirty="0">
                <a:solidFill>
                  <a:schemeClr val="tx1"/>
                </a:solidFill>
                <a:latin typeface="Courier New" pitchFamily="49" charset="0"/>
              </a:rPr>
              <a:t>Set&lt;</a:t>
            </a:r>
            <a:r>
              <a:rPr lang="en-US" altLang="da-DK" sz="1400" b="1" spc="-80" dirty="0" err="1">
                <a:solidFill>
                  <a:schemeClr val="tx1"/>
                </a:solidFill>
                <a:latin typeface="Courier New" pitchFamily="49" charset="0"/>
              </a:rPr>
              <a:t>ContactDetails</a:t>
            </a:r>
            <a:r>
              <a:rPr lang="en-US" altLang="da-DK" sz="1400" b="1" spc="-80" dirty="0">
                <a:solidFill>
                  <a:schemeClr val="tx1"/>
                </a:solidFill>
                <a:latin typeface="Courier New" pitchFamily="49" charset="0"/>
              </a:rPr>
              <a:t>&gt; </a:t>
            </a:r>
            <a:r>
              <a:rPr lang="en-US" altLang="da-DK" sz="1400" b="1" spc="-80" dirty="0" err="1">
                <a:solidFill>
                  <a:schemeClr val="tx1"/>
                </a:solidFill>
                <a:latin typeface="Courier New" pitchFamily="49" charset="0"/>
              </a:rPr>
              <a:t>uniqueEntries</a:t>
            </a:r>
            <a:r>
              <a:rPr lang="en-US" altLang="da-DK" sz="1400" b="1" spc="-80" dirty="0">
                <a:solidFill>
                  <a:schemeClr val="tx1"/>
                </a:solidFill>
                <a:latin typeface="Courier New" pitchFamily="49" charset="0"/>
              </a:rPr>
              <a:t> = </a:t>
            </a:r>
            <a:r>
              <a:rPr lang="en-US" altLang="da-DK" sz="1400" b="1" spc="-80" dirty="0">
                <a:solidFill>
                  <a:srgbClr val="7030A0"/>
                </a:solidFill>
                <a:latin typeface="Courier New" pitchFamily="49" charset="0"/>
              </a:rPr>
              <a:t>new</a:t>
            </a:r>
            <a:r>
              <a:rPr lang="en-US" altLang="da-DK" sz="1400" b="1" spc="-80" dirty="0">
                <a:solidFill>
                  <a:schemeClr val="tx1"/>
                </a:solidFill>
                <a:latin typeface="Courier New" pitchFamily="49" charset="0"/>
              </a:rPr>
              <a:t> </a:t>
            </a:r>
            <a:r>
              <a:rPr lang="en-US" altLang="da-DK" sz="1400" b="1" spc="-80" dirty="0" err="1">
                <a:solidFill>
                  <a:schemeClr val="tx1"/>
                </a:solidFill>
                <a:latin typeface="Courier New" pitchFamily="49" charset="0"/>
              </a:rPr>
              <a:t>HashSet</a:t>
            </a:r>
            <a:r>
              <a:rPr lang="en-US" altLang="da-DK" sz="1400" b="1" spc="-80" dirty="0">
                <a:solidFill>
                  <a:schemeClr val="tx1"/>
                </a:solidFill>
                <a:latin typeface="Courier New" pitchFamily="49" charset="0"/>
              </a:rPr>
              <a:t>&lt;&gt;(</a:t>
            </a:r>
            <a:r>
              <a:rPr lang="en-US" altLang="da-DK" sz="1400" b="1" spc="-80" dirty="0" err="1">
                <a:solidFill>
                  <a:schemeClr val="tx1"/>
                </a:solidFill>
                <a:latin typeface="Courier New" pitchFamily="49" charset="0"/>
              </a:rPr>
              <a:t>allEntries</a:t>
            </a:r>
            <a:r>
              <a:rPr lang="en-US" altLang="da-DK" sz="1400" b="1" spc="-80" dirty="0">
                <a:solidFill>
                  <a:schemeClr val="tx1"/>
                </a:solidFill>
                <a:latin typeface="Courier New" pitchFamily="49" charset="0"/>
              </a:rPr>
              <a:t>);</a:t>
            </a:r>
          </a:p>
          <a:p>
            <a:pPr eaLnBrk="1" hangingPunct="1">
              <a:spcBef>
                <a:spcPts val="600"/>
              </a:spcBef>
            </a:pPr>
            <a:r>
              <a:rPr lang="en-US" altLang="da-DK" sz="1400" b="1" dirty="0">
                <a:solidFill>
                  <a:srgbClr val="7030A0"/>
                </a:solidFill>
                <a:latin typeface="Courier New" pitchFamily="49" charset="0"/>
              </a:rPr>
              <a:t>  return</a:t>
            </a:r>
            <a:r>
              <a:rPr lang="en-US" altLang="da-DK" sz="1400" b="1" dirty="0">
                <a:solidFill>
                  <a:schemeClr val="tx1"/>
                </a:solidFill>
                <a:latin typeface="Courier New" pitchFamily="49" charset="0"/>
              </a:rPr>
              <a:t> numberOfEntries == </a:t>
            </a:r>
            <a:r>
              <a:rPr lang="en-US" altLang="da-DK" sz="1400" b="1" dirty="0" err="1">
                <a:solidFill>
                  <a:schemeClr val="tx1"/>
                </a:solidFill>
                <a:latin typeface="Courier New" pitchFamily="49" charset="0"/>
              </a:rPr>
              <a:t>uniqueEntries.size</a:t>
            </a:r>
            <a:r>
              <a:rPr lang="en-US" altLang="da-DK" sz="1400" b="1" dirty="0">
                <a:solidFill>
                  <a:schemeClr val="tx1"/>
                </a:solidFill>
                <a:latin typeface="Courier New" pitchFamily="49" charset="0"/>
              </a:rPr>
              <a:t>();</a:t>
            </a:r>
          </a:p>
          <a:p>
            <a:pPr eaLnBrk="1" hangingPunct="1"/>
            <a:r>
              <a:rPr lang="en-US" altLang="da-DK" sz="1400" b="1" dirty="0">
                <a:solidFill>
                  <a:schemeClr val="tx1"/>
                </a:solidFill>
                <a:latin typeface="Courier New" pitchFamily="49" charset="0"/>
              </a:rPr>
              <a:t>}</a:t>
            </a:r>
            <a:endParaRPr lang="da-DK" altLang="da-DK" sz="1400" b="1" dirty="0">
              <a:solidFill>
                <a:schemeClr val="tx1"/>
              </a:solidFill>
              <a:latin typeface="Courier New" pitchFamily="49" charset="0"/>
            </a:endParaRPr>
          </a:p>
        </p:txBody>
      </p:sp>
      <p:sp>
        <p:nvSpPr>
          <p:cNvPr id="9" name="Rectangle 28"/>
          <p:cNvSpPr>
            <a:spLocks noChangeArrowheads="1"/>
          </p:cNvSpPr>
          <p:nvPr/>
        </p:nvSpPr>
        <p:spPr bwMode="auto">
          <a:xfrm>
            <a:off x="2747875" y="4109241"/>
            <a:ext cx="5871708" cy="22924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10" name="Line 22"/>
          <p:cNvSpPr>
            <a:spLocks noChangeShapeType="1"/>
          </p:cNvSpPr>
          <p:nvPr/>
        </p:nvSpPr>
        <p:spPr bwMode="auto">
          <a:xfrm flipH="1">
            <a:off x="6444208" y="3678703"/>
            <a:ext cx="288032" cy="430537"/>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11" name="Text Box 21"/>
          <p:cNvSpPr txBox="1">
            <a:spLocks noChangeArrowheads="1"/>
          </p:cNvSpPr>
          <p:nvPr/>
        </p:nvSpPr>
        <p:spPr bwMode="auto">
          <a:xfrm>
            <a:off x="6366324" y="3033123"/>
            <a:ext cx="2771256" cy="674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ct val="50000"/>
              </a:spcBef>
              <a:buFontTx/>
              <a:buNone/>
            </a:pPr>
            <a:r>
              <a:rPr lang="da-DK" altLang="da-DK" sz="1400" b="1" dirty="0">
                <a:solidFill>
                  <a:srgbClr val="FF0000"/>
                </a:solidFill>
              </a:rPr>
              <a:t>Lokal variabel, der initialiseres til at indeholde alle værdierne  fra AddressBook</a:t>
            </a:r>
          </a:p>
        </p:txBody>
      </p:sp>
      <p:sp>
        <p:nvSpPr>
          <p:cNvPr id="12" name="Line 22"/>
          <p:cNvSpPr>
            <a:spLocks noChangeShapeType="1"/>
          </p:cNvSpPr>
          <p:nvPr/>
        </p:nvSpPr>
        <p:spPr bwMode="auto">
          <a:xfrm>
            <a:off x="1979712" y="4489767"/>
            <a:ext cx="768163" cy="1212"/>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13" name="Text Box 21"/>
          <p:cNvSpPr txBox="1">
            <a:spLocks noChangeArrowheads="1"/>
          </p:cNvSpPr>
          <p:nvPr/>
        </p:nvSpPr>
        <p:spPr bwMode="auto">
          <a:xfrm>
            <a:off x="144742" y="3947601"/>
            <a:ext cx="2377534" cy="674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ct val="50000"/>
              </a:spcBef>
              <a:buFontTx/>
              <a:buNone/>
            </a:pPr>
            <a:r>
              <a:rPr lang="da-DK" altLang="da-DK" sz="1400" b="1" dirty="0">
                <a:solidFill>
                  <a:srgbClr val="FF0000"/>
                </a:solidFill>
              </a:rPr>
              <a:t>Værdierne kopieres over i en mænge (Set), hvorved dubletter elimineres</a:t>
            </a:r>
          </a:p>
        </p:txBody>
      </p:sp>
      <p:sp>
        <p:nvSpPr>
          <p:cNvPr id="14" name="Rectangle 28"/>
          <p:cNvSpPr>
            <a:spLocks noChangeArrowheads="1"/>
          </p:cNvSpPr>
          <p:nvPr/>
        </p:nvSpPr>
        <p:spPr bwMode="auto">
          <a:xfrm>
            <a:off x="2755896" y="4397999"/>
            <a:ext cx="6099528" cy="22924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17" name="Rectangle 28"/>
          <p:cNvSpPr>
            <a:spLocks noChangeArrowheads="1"/>
          </p:cNvSpPr>
          <p:nvPr/>
        </p:nvSpPr>
        <p:spPr bwMode="auto">
          <a:xfrm>
            <a:off x="2763917" y="4694777"/>
            <a:ext cx="5080672" cy="22924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20" name="Text Box 21"/>
          <p:cNvSpPr txBox="1">
            <a:spLocks noChangeArrowheads="1"/>
          </p:cNvSpPr>
          <p:nvPr/>
        </p:nvSpPr>
        <p:spPr bwMode="auto">
          <a:xfrm>
            <a:off x="2987824" y="5310604"/>
            <a:ext cx="5040560"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ct val="50000"/>
              </a:spcBef>
              <a:buFontTx/>
              <a:buNone/>
            </a:pPr>
            <a:r>
              <a:rPr lang="da-DK" altLang="da-DK" sz="1400" b="1" dirty="0">
                <a:solidFill>
                  <a:srgbClr val="FF0000"/>
                </a:solidFill>
              </a:rPr>
              <a:t>Tjek at antal elementer i mængden stemmer overens med værdien af feltvariablen </a:t>
            </a:r>
            <a:r>
              <a:rPr lang="da-DK" altLang="da-DK" sz="1400" b="1" dirty="0" err="1">
                <a:solidFill>
                  <a:srgbClr val="FF0000"/>
                </a:solidFill>
              </a:rPr>
              <a:t>numberOfEntries</a:t>
            </a:r>
            <a:endParaRPr lang="da-DK" altLang="da-DK" sz="1400" b="1" dirty="0">
              <a:solidFill>
                <a:srgbClr val="FF0000"/>
              </a:solidFill>
            </a:endParaRPr>
          </a:p>
        </p:txBody>
      </p:sp>
      <p:sp>
        <p:nvSpPr>
          <p:cNvPr id="21" name="Text Box 4"/>
          <p:cNvSpPr txBox="1">
            <a:spLocks noChangeArrowheads="1"/>
          </p:cNvSpPr>
          <p:nvPr/>
        </p:nvSpPr>
        <p:spPr bwMode="auto">
          <a:xfrm>
            <a:off x="4699342" y="2107155"/>
            <a:ext cx="4265146" cy="817789"/>
          </a:xfrm>
          <a:prstGeom prst="rect">
            <a:avLst/>
          </a:prstGeom>
          <a:solidFill>
            <a:srgbClr val="FFFFCC"/>
          </a:solidFill>
          <a:ln w="28575">
            <a:solidFill>
              <a:srgbClr val="0000FF"/>
            </a:solidFill>
            <a:miter lim="800000"/>
            <a:headEnd/>
            <a:tailEnd/>
          </a:ln>
        </p:spPr>
        <p:txBody>
          <a:bodyPr wrap="square" lIns="90000" tIns="46800" rIns="90000" bIns="46800">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eaLnBrk="1" hangingPunct="1"/>
            <a:r>
              <a:rPr lang="en-US" altLang="da-DK" sz="1400" b="1" dirty="0">
                <a:solidFill>
                  <a:srgbClr val="7030A0"/>
                </a:solidFill>
                <a:latin typeface="Courier New" pitchFamily="49" charset="0"/>
              </a:rPr>
              <a:t>private</a:t>
            </a:r>
            <a:r>
              <a:rPr lang="en-US" altLang="da-DK" sz="1400" b="1" dirty="0">
                <a:solidFill>
                  <a:schemeClr val="tx1"/>
                </a:solidFill>
                <a:latin typeface="Courier New" pitchFamily="49" charset="0"/>
              </a:rPr>
              <a:t> </a:t>
            </a:r>
            <a:r>
              <a:rPr lang="en-US" altLang="da-DK" sz="1400" b="1" dirty="0" err="1">
                <a:solidFill>
                  <a:srgbClr val="FF0000"/>
                </a:solidFill>
                <a:latin typeface="Courier New" pitchFamily="49" charset="0"/>
              </a:rPr>
              <a:t>boolean</a:t>
            </a:r>
            <a:r>
              <a:rPr lang="en-US" altLang="da-DK" sz="1400" b="1" dirty="0">
                <a:solidFill>
                  <a:srgbClr val="FF0000"/>
                </a:solidFill>
                <a:latin typeface="Courier New" pitchFamily="49" charset="0"/>
              </a:rPr>
              <a:t> </a:t>
            </a:r>
            <a:r>
              <a:rPr lang="en-US" altLang="da-DK" sz="1400" b="1" dirty="0" err="1">
                <a:solidFill>
                  <a:schemeClr val="tx1"/>
                </a:solidFill>
                <a:latin typeface="Courier New" pitchFamily="49" charset="0"/>
              </a:rPr>
              <a:t>keyInUse</a:t>
            </a:r>
            <a:r>
              <a:rPr lang="en-US" altLang="da-DK" sz="1400" b="1" dirty="0">
                <a:solidFill>
                  <a:schemeClr val="tx1"/>
                </a:solidFill>
                <a:latin typeface="Courier New" pitchFamily="49" charset="0"/>
              </a:rPr>
              <a:t>(String key) {</a:t>
            </a:r>
          </a:p>
          <a:p>
            <a:pPr eaLnBrk="1" hangingPunct="1">
              <a:spcBef>
                <a:spcPts val="600"/>
              </a:spcBef>
            </a:pPr>
            <a:r>
              <a:rPr lang="en-US" altLang="da-DK" sz="1400" b="1" dirty="0">
                <a:solidFill>
                  <a:schemeClr val="tx1"/>
                </a:solidFill>
                <a:latin typeface="Courier New" pitchFamily="49" charset="0"/>
              </a:rPr>
              <a:t>  </a:t>
            </a:r>
            <a:r>
              <a:rPr lang="en-US" altLang="da-DK" sz="1400" b="1" dirty="0">
                <a:solidFill>
                  <a:srgbClr val="7030A0"/>
                </a:solidFill>
                <a:latin typeface="Courier New" pitchFamily="49" charset="0"/>
              </a:rPr>
              <a:t>return</a:t>
            </a:r>
            <a:r>
              <a:rPr lang="en-US" altLang="da-DK" sz="1400" b="1" dirty="0">
                <a:solidFill>
                  <a:schemeClr val="tx1"/>
                </a:solidFill>
                <a:latin typeface="Courier New" pitchFamily="49" charset="0"/>
              </a:rPr>
              <a:t> </a:t>
            </a:r>
            <a:r>
              <a:rPr lang="en-US" altLang="da-DK" sz="1400" b="1" dirty="0" err="1">
                <a:solidFill>
                  <a:schemeClr val="tx1"/>
                </a:solidFill>
                <a:latin typeface="Courier New" pitchFamily="49" charset="0"/>
              </a:rPr>
              <a:t>book.containsKey</a:t>
            </a:r>
            <a:r>
              <a:rPr lang="en-US" altLang="da-DK" sz="1400" b="1" dirty="0">
                <a:solidFill>
                  <a:schemeClr val="tx1"/>
                </a:solidFill>
                <a:latin typeface="Courier New" pitchFamily="49" charset="0"/>
              </a:rPr>
              <a:t>(key);</a:t>
            </a:r>
          </a:p>
          <a:p>
            <a:pPr eaLnBrk="1" hangingPunct="1"/>
            <a:r>
              <a:rPr lang="en-US" altLang="da-DK" sz="1400" b="1" dirty="0">
                <a:solidFill>
                  <a:schemeClr val="tx1"/>
                </a:solidFill>
                <a:latin typeface="Courier New" pitchFamily="49" charset="0"/>
              </a:rPr>
              <a:t>}</a:t>
            </a:r>
            <a:endParaRPr lang="da-DK" altLang="da-DK" sz="1400" b="1" dirty="0">
              <a:solidFill>
                <a:schemeClr val="tx1"/>
              </a:solidFill>
              <a:latin typeface="Courier New" pitchFamily="49" charset="0"/>
            </a:endParaRPr>
          </a:p>
        </p:txBody>
      </p:sp>
      <p:sp>
        <p:nvSpPr>
          <p:cNvPr id="25" name="Rectangle 28"/>
          <p:cNvSpPr>
            <a:spLocks noChangeArrowheads="1"/>
          </p:cNvSpPr>
          <p:nvPr/>
        </p:nvSpPr>
        <p:spPr bwMode="auto">
          <a:xfrm>
            <a:off x="4956553" y="2434978"/>
            <a:ext cx="3203264" cy="22924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26" name="Line 22"/>
          <p:cNvSpPr>
            <a:spLocks noChangeShapeType="1"/>
          </p:cNvSpPr>
          <p:nvPr/>
        </p:nvSpPr>
        <p:spPr bwMode="auto">
          <a:xfrm flipV="1">
            <a:off x="4078224" y="2548738"/>
            <a:ext cx="878329" cy="1667"/>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27" name="Text Box 21"/>
          <p:cNvSpPr txBox="1">
            <a:spLocks noChangeArrowheads="1"/>
          </p:cNvSpPr>
          <p:nvPr/>
        </p:nvSpPr>
        <p:spPr bwMode="auto">
          <a:xfrm>
            <a:off x="2200928" y="2397206"/>
            <a:ext cx="2567130"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ct val="50000"/>
              </a:spcBef>
              <a:buFontTx/>
              <a:buNone/>
            </a:pPr>
            <a:r>
              <a:rPr lang="da-DK" altLang="da-DK" sz="1400" b="1" dirty="0">
                <a:solidFill>
                  <a:srgbClr val="FF0000"/>
                </a:solidFill>
              </a:rPr>
              <a:t>Bruger </a:t>
            </a:r>
            <a:r>
              <a:rPr lang="da-DK" altLang="da-DK" sz="1400" b="1" dirty="0" err="1">
                <a:solidFill>
                  <a:srgbClr val="FF0000"/>
                </a:solidFill>
              </a:rPr>
              <a:t>containsKey</a:t>
            </a:r>
            <a:r>
              <a:rPr lang="da-DK" altLang="da-DK" sz="1400" b="1" dirty="0">
                <a:solidFill>
                  <a:srgbClr val="FF0000"/>
                </a:solidFill>
              </a:rPr>
              <a:t> metoden fra Map interfacet</a:t>
            </a:r>
          </a:p>
        </p:txBody>
      </p:sp>
      <p:sp>
        <p:nvSpPr>
          <p:cNvPr id="28" name="Rectangle 3"/>
          <p:cNvSpPr txBox="1">
            <a:spLocks noChangeArrowheads="1"/>
          </p:cNvSpPr>
          <p:nvPr/>
        </p:nvSpPr>
        <p:spPr bwMode="auto">
          <a:xfrm>
            <a:off x="416296" y="1903725"/>
            <a:ext cx="4043750" cy="419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pPr>
              <a:spcBef>
                <a:spcPts val="1200"/>
              </a:spcBef>
            </a:pPr>
            <a:r>
              <a:rPr lang="da-DK" altLang="da-DK" sz="2000" dirty="0">
                <a:ea typeface="ＭＳ Ｐゴシック" pitchFamily="34" charset="-128"/>
              </a:rPr>
              <a:t>Den første metode er simpel</a:t>
            </a:r>
          </a:p>
        </p:txBody>
      </p:sp>
      <p:sp>
        <p:nvSpPr>
          <p:cNvPr id="29" name="Rectangle 3"/>
          <p:cNvSpPr txBox="1">
            <a:spLocks noChangeArrowheads="1"/>
          </p:cNvSpPr>
          <p:nvPr/>
        </p:nvSpPr>
        <p:spPr bwMode="auto">
          <a:xfrm>
            <a:off x="416295" y="3259250"/>
            <a:ext cx="5739881" cy="419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pPr>
              <a:spcBef>
                <a:spcPts val="1200"/>
              </a:spcBef>
            </a:pPr>
            <a:r>
              <a:rPr lang="da-DK" altLang="da-DK" sz="2000" dirty="0">
                <a:ea typeface="ＭＳ Ｐゴシック" pitchFamily="34" charset="-128"/>
              </a:rPr>
              <a:t>Den anden metode er lidt mere kompleks</a:t>
            </a:r>
          </a:p>
        </p:txBody>
      </p:sp>
      <p:sp>
        <p:nvSpPr>
          <p:cNvPr id="30" name="Line 22"/>
          <p:cNvSpPr>
            <a:spLocks noChangeShapeType="1"/>
          </p:cNvSpPr>
          <p:nvPr/>
        </p:nvSpPr>
        <p:spPr bwMode="auto">
          <a:xfrm flipH="1" flipV="1">
            <a:off x="4078224" y="4922004"/>
            <a:ext cx="3761" cy="412906"/>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22" name="Text Box 21"/>
          <p:cNvSpPr txBox="1">
            <a:spLocks noChangeArrowheads="1"/>
          </p:cNvSpPr>
          <p:nvPr/>
        </p:nvSpPr>
        <p:spPr bwMode="auto">
          <a:xfrm>
            <a:off x="886280" y="5984444"/>
            <a:ext cx="6847077" cy="523220"/>
          </a:xfrm>
          <a:prstGeom prst="rect">
            <a:avLst/>
          </a:prstGeom>
          <a:solidFill>
            <a:srgbClr val="CCECFF"/>
          </a:solidFill>
          <a:ln w="28575">
            <a:solidFill>
              <a:srgbClr val="0000FF"/>
            </a:solidFill>
          </a:ln>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pPr>
            <a:r>
              <a:rPr lang="da-DK" altLang="da-DK" sz="1400" b="1" dirty="0">
                <a:solidFill>
                  <a:srgbClr val="0000FF"/>
                </a:solidFill>
              </a:rPr>
              <a:t>Bemærk, at vi i de to erklæringer bruger </a:t>
            </a:r>
            <a:r>
              <a:rPr lang="da-DK" altLang="da-DK" sz="1400" b="1" dirty="0">
                <a:solidFill>
                  <a:srgbClr val="008000"/>
                </a:solidFill>
              </a:rPr>
              <a:t>Collection&lt;…&gt;</a:t>
            </a:r>
            <a:r>
              <a:rPr lang="da-DK" altLang="da-DK" sz="1400" b="1" dirty="0">
                <a:solidFill>
                  <a:srgbClr val="0000FF"/>
                </a:solidFill>
              </a:rPr>
              <a:t> og </a:t>
            </a:r>
            <a:r>
              <a:rPr lang="da-DK" altLang="da-DK" sz="1400" b="1" dirty="0">
                <a:solidFill>
                  <a:srgbClr val="008000"/>
                </a:solidFill>
              </a:rPr>
              <a:t>Set&lt;…&gt;</a:t>
            </a:r>
            <a:r>
              <a:rPr lang="da-DK" altLang="da-DK" sz="1400" b="1" dirty="0">
                <a:solidFill>
                  <a:srgbClr val="0000FF"/>
                </a:solidFill>
              </a:rPr>
              <a:t> i stedet for at angive den præcise implementering via f.eks. </a:t>
            </a:r>
            <a:r>
              <a:rPr lang="da-DK" altLang="da-DK" sz="1400" b="1" dirty="0">
                <a:solidFill>
                  <a:srgbClr val="008000"/>
                </a:solidFill>
              </a:rPr>
              <a:t>ArrayList&lt;…&gt;</a:t>
            </a:r>
            <a:r>
              <a:rPr lang="da-DK" altLang="da-DK" sz="1400" b="1" dirty="0">
                <a:solidFill>
                  <a:srgbClr val="0000FF"/>
                </a:solidFill>
              </a:rPr>
              <a:t> og </a:t>
            </a:r>
            <a:r>
              <a:rPr lang="da-DK" altLang="da-DK" sz="1400" b="1" dirty="0" err="1">
                <a:solidFill>
                  <a:srgbClr val="008000"/>
                </a:solidFill>
              </a:rPr>
              <a:t>HashSet</a:t>
            </a:r>
            <a:r>
              <a:rPr lang="da-DK" altLang="da-DK" sz="1400" b="1" dirty="0">
                <a:solidFill>
                  <a:srgbClr val="008000"/>
                </a:solidFill>
              </a:rPr>
              <a:t>&lt;…&gt;</a:t>
            </a:r>
          </a:p>
        </p:txBody>
      </p:sp>
      <p:sp>
        <p:nvSpPr>
          <p:cNvPr id="23" name="Rectangle 3"/>
          <p:cNvSpPr txBox="1">
            <a:spLocks noChangeArrowheads="1"/>
          </p:cNvSpPr>
          <p:nvPr/>
        </p:nvSpPr>
        <p:spPr bwMode="auto">
          <a:xfrm>
            <a:off x="416296" y="1067705"/>
            <a:ext cx="8548192" cy="419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pPr>
              <a:spcBef>
                <a:spcPts val="1200"/>
              </a:spcBef>
            </a:pPr>
            <a:r>
              <a:rPr lang="da-DK" altLang="da-DK" sz="2000" dirty="0">
                <a:ea typeface="ＭＳ Ｐゴシック" pitchFamily="34" charset="-128"/>
              </a:rPr>
              <a:t>I eksemplet på foregående side bestod de to boolske udtryk af to metodekald</a:t>
            </a:r>
          </a:p>
        </p:txBody>
      </p:sp>
    </p:spTree>
    <p:extLst>
      <p:ext uri="{BB962C8B-B14F-4D97-AF65-F5344CB8AC3E}">
        <p14:creationId xmlns:p14="http://schemas.microsoft.com/office/powerpoint/2010/main" val="306403933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17"/>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30"/>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p:bldP spid="12" grpId="0" animBg="1"/>
      <p:bldP spid="13" grpId="0"/>
      <p:bldP spid="14" grpId="0" animBg="1"/>
      <p:bldP spid="17" grpId="0" animBg="1"/>
      <p:bldP spid="20" grpId="0"/>
      <p:bldP spid="29" grpId="0"/>
      <p:bldP spid="30" grpId="0" animBg="1"/>
      <p:bldP spid="2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67544" y="260648"/>
            <a:ext cx="8568952" cy="682625"/>
          </a:xfrm>
        </p:spPr>
        <p:txBody>
          <a:bodyPr/>
          <a:lstStyle/>
          <a:p>
            <a:r>
              <a:rPr lang="da-DK" altLang="da-DK" sz="3200" dirty="0">
                <a:ea typeface="ＭＳ Ｐゴシック" pitchFamily="34" charset="-128"/>
              </a:rPr>
              <a:t>Brug af assertions</a:t>
            </a:r>
          </a:p>
        </p:txBody>
      </p:sp>
      <p:sp>
        <p:nvSpPr>
          <p:cNvPr id="2" name="Slide Number Placeholder 1"/>
          <p:cNvSpPr>
            <a:spLocks noGrp="1"/>
          </p:cNvSpPr>
          <p:nvPr>
            <p:ph type="sldNum" sz="quarter" idx="4294967295"/>
          </p:nvPr>
        </p:nvSpPr>
        <p:spPr>
          <a:xfrm>
            <a:off x="8532440" y="6400800"/>
            <a:ext cx="611560" cy="457200"/>
          </a:xfrm>
          <a:prstGeom prst="rect">
            <a:avLst/>
          </a:prstGeom>
        </p:spPr>
        <p:txBody>
          <a:bodyPr/>
          <a:lstStyle/>
          <a:p>
            <a:pPr>
              <a:defRPr/>
            </a:pPr>
            <a:fld id="{2CA5836E-6711-417F-AF48-31ACC3CF4030}" type="slidenum">
              <a:rPr lang="da-DK" altLang="da-DK" smtClean="0"/>
              <a:pPr>
                <a:defRPr/>
              </a:pPr>
              <a:t>23</a:t>
            </a:fld>
            <a:endParaRPr lang="da-DK" altLang="da-DK" dirty="0"/>
          </a:p>
        </p:txBody>
      </p:sp>
      <p:grpSp>
        <p:nvGrpSpPr>
          <p:cNvPr id="4" name="Group 3"/>
          <p:cNvGrpSpPr/>
          <p:nvPr/>
        </p:nvGrpSpPr>
        <p:grpSpPr>
          <a:xfrm>
            <a:off x="5931839" y="1991646"/>
            <a:ext cx="2829954" cy="1376504"/>
            <a:chOff x="5940152" y="1916832"/>
            <a:chExt cx="2829954" cy="1376504"/>
          </a:xfrm>
        </p:grpSpPr>
        <p:pic>
          <p:nvPicPr>
            <p:cNvPr id="3" name="Picture 2"/>
            <p:cNvPicPr>
              <a:picLocks noChangeAspect="1"/>
            </p:cNvPicPr>
            <p:nvPr/>
          </p:nvPicPr>
          <p:blipFill>
            <a:blip r:embed="rId3"/>
            <a:stretch>
              <a:fillRect/>
            </a:stretch>
          </p:blipFill>
          <p:spPr>
            <a:xfrm>
              <a:off x="5940152" y="1916832"/>
              <a:ext cx="2829954" cy="1376504"/>
            </a:xfrm>
            <a:prstGeom prst="rect">
              <a:avLst/>
            </a:prstGeom>
          </p:spPr>
        </p:pic>
        <p:sp>
          <p:nvSpPr>
            <p:cNvPr id="10" name="Rectangle 28"/>
            <p:cNvSpPr>
              <a:spLocks noChangeArrowheads="1"/>
            </p:cNvSpPr>
            <p:nvPr/>
          </p:nvSpPr>
          <p:spPr bwMode="auto">
            <a:xfrm>
              <a:off x="6321575" y="2935842"/>
              <a:ext cx="439038" cy="190138"/>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grpSp>
      <p:sp>
        <p:nvSpPr>
          <p:cNvPr id="28" name="Rectangle 3"/>
          <p:cNvSpPr txBox="1">
            <a:spLocks noChangeArrowheads="1"/>
          </p:cNvSpPr>
          <p:nvPr/>
        </p:nvSpPr>
        <p:spPr bwMode="auto">
          <a:xfrm>
            <a:off x="423199" y="1052736"/>
            <a:ext cx="8541289" cy="5616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pPr marL="342900" lvl="1" indent="-342900">
              <a:spcBef>
                <a:spcPts val="1200"/>
              </a:spcBef>
              <a:buChar char="•"/>
            </a:pPr>
            <a:r>
              <a:rPr lang="da-DK" altLang="da-DK" b="1" dirty="0">
                <a:solidFill>
                  <a:srgbClr val="A50021"/>
                </a:solidFill>
                <a:ea typeface="ＭＳ Ｐゴシック" pitchFamily="34" charset="-128"/>
                <a:cs typeface="ＭＳ Ｐゴシック" pitchFamily="-106" charset="-128"/>
              </a:rPr>
              <a:t>En assertion sætning opfylder to formål</a:t>
            </a:r>
          </a:p>
          <a:p>
            <a:pPr lvl="1">
              <a:spcBef>
                <a:spcPts val="300"/>
              </a:spcBef>
            </a:pPr>
            <a:r>
              <a:rPr lang="da-DK" altLang="da-DK" sz="1800" dirty="0">
                <a:ea typeface="ＭＳ Ｐゴシック" pitchFamily="34" charset="-128"/>
              </a:rPr>
              <a:t>Den </a:t>
            </a:r>
            <a:r>
              <a:rPr lang="da-DK" altLang="da-DK" sz="1800" b="1" dirty="0">
                <a:solidFill>
                  <a:srgbClr val="008000"/>
                </a:solidFill>
                <a:ea typeface="ＭＳ Ｐゴシック" pitchFamily="34" charset="-128"/>
              </a:rPr>
              <a:t>beskriver</a:t>
            </a:r>
            <a:r>
              <a:rPr lang="da-DK" altLang="da-DK" sz="1800" dirty="0">
                <a:solidFill>
                  <a:srgbClr val="008000"/>
                </a:solidFill>
                <a:ea typeface="ＭＳ Ｐゴシック" pitchFamily="34" charset="-128"/>
              </a:rPr>
              <a:t> </a:t>
            </a:r>
            <a:r>
              <a:rPr lang="da-DK" altLang="da-DK" sz="1800" dirty="0">
                <a:ea typeface="ＭＳ Ｐゴシック" pitchFamily="34" charset="-128"/>
              </a:rPr>
              <a:t>en betingelse, som vi forventer er opfyldt på det sted, hvor assertion sætningen er indsat – en sådan betingelse kaldes en </a:t>
            </a:r>
            <a:r>
              <a:rPr lang="da-DK" altLang="da-DK" sz="1800" b="1" dirty="0">
                <a:solidFill>
                  <a:srgbClr val="008000"/>
                </a:solidFill>
                <a:ea typeface="ＭＳ Ｐゴシック" pitchFamily="34" charset="-128"/>
              </a:rPr>
              <a:t>invariant</a:t>
            </a:r>
            <a:r>
              <a:rPr lang="da-DK" altLang="da-DK" sz="1800" dirty="0">
                <a:ea typeface="ＭＳ Ｐゴシック" pitchFamily="34" charset="-128"/>
              </a:rPr>
              <a:t> og gør vores kode mere læselig og lettere at forstå</a:t>
            </a:r>
          </a:p>
          <a:p>
            <a:pPr lvl="1">
              <a:spcBef>
                <a:spcPts val="600"/>
              </a:spcBef>
            </a:pPr>
            <a:r>
              <a:rPr lang="da-DK" altLang="da-DK" sz="1800" dirty="0">
                <a:ea typeface="ＭＳ Ｐゴシック" pitchFamily="34" charset="-128"/>
              </a:rPr>
              <a:t>Under programudførelsen kan det </a:t>
            </a:r>
            <a:r>
              <a:rPr lang="da-DK" altLang="da-DK" sz="1800" b="1" dirty="0">
                <a:solidFill>
                  <a:srgbClr val="008000"/>
                </a:solidFill>
                <a:ea typeface="ＭＳ Ｐゴシック" pitchFamily="34" charset="-128"/>
              </a:rPr>
              <a:t>tjekkes</a:t>
            </a:r>
            <a:r>
              <a:rPr lang="da-DK" altLang="da-DK" sz="1800" dirty="0">
                <a:ea typeface="ＭＳ Ｐゴシック" pitchFamily="34" charset="-128"/>
              </a:rPr>
              <a:t>,</a:t>
            </a:r>
            <a:br>
              <a:rPr lang="da-DK" altLang="da-DK" sz="1800" dirty="0">
                <a:ea typeface="ＭＳ Ｐゴシック" pitchFamily="34" charset="-128"/>
              </a:rPr>
            </a:br>
            <a:r>
              <a:rPr lang="da-DK" altLang="da-DK" sz="1800" dirty="0">
                <a:ea typeface="ＭＳ Ｐゴシック" pitchFamily="34" charset="-128"/>
              </a:rPr>
              <a:t>at betingelsen virkelig er opfyldt, og hvis</a:t>
            </a:r>
            <a:br>
              <a:rPr lang="da-DK" altLang="da-DK" sz="1800" dirty="0">
                <a:ea typeface="ＭＳ Ｐゴシック" pitchFamily="34" charset="-128"/>
              </a:rPr>
            </a:br>
            <a:r>
              <a:rPr lang="da-DK" altLang="da-DK" sz="1800" dirty="0">
                <a:ea typeface="ＭＳ Ｐゴシック" pitchFamily="34" charset="-128"/>
              </a:rPr>
              <a:t>dette </a:t>
            </a:r>
            <a:r>
              <a:rPr lang="da-DK" altLang="da-DK" sz="1800" u="sng" dirty="0">
                <a:ea typeface="ＭＳ Ｐゴシック" pitchFamily="34" charset="-128"/>
              </a:rPr>
              <a:t>ikke</a:t>
            </a:r>
            <a:r>
              <a:rPr lang="da-DK" altLang="da-DK" sz="1800" dirty="0">
                <a:ea typeface="ＭＳ Ｐゴシック" pitchFamily="34" charset="-128"/>
              </a:rPr>
              <a:t> er tilfældet kastes en</a:t>
            </a:r>
            <a:br>
              <a:rPr lang="da-DK" altLang="da-DK" sz="1800" dirty="0">
                <a:ea typeface="ＭＳ Ｐゴシック" pitchFamily="34" charset="-128"/>
              </a:rPr>
            </a:br>
            <a:r>
              <a:rPr lang="da-DK" altLang="da-DK" sz="1800" b="1" dirty="0">
                <a:solidFill>
                  <a:srgbClr val="008000"/>
                </a:solidFill>
                <a:ea typeface="ＭＳ Ｐゴシック" pitchFamily="34" charset="-128"/>
              </a:rPr>
              <a:t>AssertionError</a:t>
            </a:r>
            <a:r>
              <a:rPr lang="da-DK" altLang="da-DK" sz="1800" dirty="0">
                <a:ea typeface="ＭＳ Ｐゴシック" pitchFamily="34" charset="-128"/>
              </a:rPr>
              <a:t> (subklasse af Error)</a:t>
            </a:r>
          </a:p>
          <a:p>
            <a:pPr marL="342900" lvl="1" indent="-342900">
              <a:spcBef>
                <a:spcPts val="1500"/>
              </a:spcBef>
              <a:buChar char="•"/>
            </a:pPr>
            <a:r>
              <a:rPr lang="da-DK" altLang="da-DK" b="1" dirty="0">
                <a:solidFill>
                  <a:srgbClr val="A50021"/>
                </a:solidFill>
                <a:ea typeface="ＭＳ Ｐゴシック" pitchFamily="34" charset="-128"/>
                <a:cs typeface="ＭＳ Ｐゴシック" pitchFamily="-106" charset="-128"/>
              </a:rPr>
              <a:t>Assertions kan let slås til og fra – de vil typisk være slået</a:t>
            </a:r>
          </a:p>
          <a:p>
            <a:pPr lvl="1">
              <a:spcBef>
                <a:spcPts val="600"/>
              </a:spcBef>
              <a:tabLst>
                <a:tab pos="1252538" algn="l"/>
              </a:tabLst>
            </a:pPr>
            <a:r>
              <a:rPr lang="da-DK" altLang="da-DK" sz="1800" b="1" dirty="0">
                <a:solidFill>
                  <a:srgbClr val="008000"/>
                </a:solidFill>
                <a:ea typeface="ＭＳ Ｐゴシック" pitchFamily="34" charset="-128"/>
              </a:rPr>
              <a:t>til</a:t>
            </a:r>
            <a:r>
              <a:rPr lang="da-DK" altLang="da-DK" sz="1800" dirty="0">
                <a:ea typeface="ＭＳ Ｐゴシック" pitchFamily="34" charset="-128"/>
              </a:rPr>
              <a:t>	mens programmet udvikles og testes</a:t>
            </a:r>
          </a:p>
          <a:p>
            <a:pPr lvl="1">
              <a:spcBef>
                <a:spcPts val="600"/>
              </a:spcBef>
              <a:tabLst>
                <a:tab pos="1252538" algn="l"/>
              </a:tabLst>
            </a:pPr>
            <a:r>
              <a:rPr lang="da-DK" altLang="da-DK" sz="1800" b="1" dirty="0">
                <a:solidFill>
                  <a:srgbClr val="008000"/>
                </a:solidFill>
                <a:ea typeface="ＭＳ Ｐゴシック" pitchFamily="34" charset="-128"/>
              </a:rPr>
              <a:t>fra</a:t>
            </a:r>
            <a:r>
              <a:rPr lang="da-DK" altLang="da-DK" sz="1800" dirty="0">
                <a:ea typeface="ＭＳ Ｐゴシック" pitchFamily="34" charset="-128"/>
              </a:rPr>
              <a:t>	når programmet anvendes af brugere (produktionsmode)</a:t>
            </a:r>
          </a:p>
          <a:p>
            <a:pPr marL="342900" lvl="1" indent="-342900">
              <a:spcBef>
                <a:spcPts val="1500"/>
              </a:spcBef>
              <a:buChar char="•"/>
            </a:pPr>
            <a:r>
              <a:rPr lang="da-DK" altLang="da-DK" b="1" dirty="0">
                <a:solidFill>
                  <a:srgbClr val="A50021"/>
                </a:solidFill>
                <a:ea typeface="ＭＳ Ｐゴシック" pitchFamily="34" charset="-128"/>
                <a:cs typeface="ＭＳ Ｐゴシック" pitchFamily="-106" charset="-128"/>
              </a:rPr>
              <a:t>BlueJ's testfaciliteter bruger assertions</a:t>
            </a:r>
          </a:p>
          <a:p>
            <a:pPr lvl="1">
              <a:spcBef>
                <a:spcPts val="600"/>
              </a:spcBef>
            </a:pPr>
            <a:r>
              <a:rPr lang="da-DK" altLang="da-DK" sz="1800" dirty="0">
                <a:ea typeface="ＭＳ Ｐゴシック" pitchFamily="34" charset="-128"/>
              </a:rPr>
              <a:t>Metoderne </a:t>
            </a:r>
            <a:r>
              <a:rPr lang="da-DK" altLang="da-DK" sz="1800" b="1" dirty="0" err="1">
                <a:solidFill>
                  <a:srgbClr val="008000"/>
                </a:solidFill>
                <a:ea typeface="ＭＳ Ｐゴシック" pitchFamily="34" charset="-128"/>
              </a:rPr>
              <a:t>assertEquals</a:t>
            </a:r>
            <a:r>
              <a:rPr lang="da-DK" altLang="da-DK" sz="1800" dirty="0">
                <a:ea typeface="ＭＳ Ｐゴシック" pitchFamily="34" charset="-128"/>
              </a:rPr>
              <a:t>, </a:t>
            </a:r>
            <a:r>
              <a:rPr lang="da-DK" altLang="da-DK" sz="1800" b="1" dirty="0" err="1">
                <a:solidFill>
                  <a:srgbClr val="008000"/>
                </a:solidFill>
                <a:ea typeface="ＭＳ Ｐゴシック" pitchFamily="34" charset="-128"/>
              </a:rPr>
              <a:t>assertTrue</a:t>
            </a:r>
            <a:r>
              <a:rPr lang="da-DK" altLang="da-DK" sz="1800" dirty="0">
                <a:ea typeface="ＭＳ Ｐゴシック" pitchFamily="34" charset="-128"/>
              </a:rPr>
              <a:t> og </a:t>
            </a:r>
            <a:r>
              <a:rPr lang="da-DK" altLang="da-DK" sz="1800" b="1" dirty="0" err="1">
                <a:solidFill>
                  <a:srgbClr val="008000"/>
                </a:solidFill>
                <a:ea typeface="ＭＳ Ｐゴシック" pitchFamily="34" charset="-128"/>
              </a:rPr>
              <a:t>assertFalse</a:t>
            </a:r>
            <a:r>
              <a:rPr lang="da-DK" altLang="da-DK" sz="1800" dirty="0">
                <a:ea typeface="ＭＳ Ｐゴシック" pitchFamily="34" charset="-128"/>
              </a:rPr>
              <a:t>, som I har brugt i forbindelse med jeres testmetoder, er implementeret ved hjælp af en</a:t>
            </a:r>
            <a:br>
              <a:rPr lang="da-DK" altLang="da-DK" sz="1800" dirty="0">
                <a:ea typeface="ＭＳ Ｐゴシック" pitchFamily="34" charset="-128"/>
              </a:rPr>
            </a:br>
            <a:r>
              <a:rPr lang="da-DK" altLang="da-DK" sz="1800" b="1" dirty="0">
                <a:solidFill>
                  <a:srgbClr val="008000"/>
                </a:solidFill>
                <a:ea typeface="ＭＳ Ｐゴシック" pitchFamily="34" charset="-128"/>
              </a:rPr>
              <a:t>assert</a:t>
            </a:r>
            <a:r>
              <a:rPr lang="da-DK" altLang="da-DK" sz="1800" dirty="0">
                <a:ea typeface="ＭＳ Ｐゴシック" pitchFamily="34" charset="-128"/>
              </a:rPr>
              <a:t> sætning</a:t>
            </a:r>
          </a:p>
          <a:p>
            <a:pPr lvl="1">
              <a:spcBef>
                <a:spcPts val="600"/>
              </a:spcBef>
            </a:pPr>
            <a:r>
              <a:rPr lang="da-DK" altLang="da-DK" sz="1800" dirty="0">
                <a:ea typeface="ＭＳ Ｐゴシック" pitchFamily="34" charset="-128"/>
              </a:rPr>
              <a:t>De rejste </a:t>
            </a:r>
            <a:r>
              <a:rPr lang="da-DK" altLang="da-DK" sz="1800" b="1" dirty="0" err="1">
                <a:solidFill>
                  <a:srgbClr val="008000"/>
                </a:solidFill>
                <a:ea typeface="ＭＳ Ｐゴシック" pitchFamily="34" charset="-128"/>
              </a:rPr>
              <a:t>AssertionErrors</a:t>
            </a:r>
            <a:r>
              <a:rPr lang="da-DK" altLang="da-DK" sz="1800" dirty="0">
                <a:ea typeface="ＭＳ Ｐゴシック" pitchFamily="34" charset="-128"/>
              </a:rPr>
              <a:t> kan inspiceres i BlueJ's testvindue</a:t>
            </a:r>
          </a:p>
        </p:txBody>
      </p:sp>
    </p:spTree>
    <p:extLst>
      <p:ext uri="{BB962C8B-B14F-4D97-AF65-F5344CB8AC3E}">
        <p14:creationId xmlns:p14="http://schemas.microsoft.com/office/powerpoint/2010/main" val="206736543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67544" y="260648"/>
            <a:ext cx="8208912" cy="682625"/>
          </a:xfrm>
        </p:spPr>
        <p:txBody>
          <a:bodyPr/>
          <a:lstStyle/>
          <a:p>
            <a:r>
              <a:rPr lang="da-DK" altLang="da-DK" sz="3200" dirty="0">
                <a:solidFill>
                  <a:srgbClr val="A50021"/>
                </a:solidFill>
                <a:ea typeface="ＭＳ Ｐゴシック" pitchFamily="34" charset="-128"/>
                <a:cs typeface="Arial"/>
              </a:rPr>
              <a:t>●</a:t>
            </a:r>
            <a:r>
              <a:rPr lang="da-DK" altLang="da-DK" sz="3200" dirty="0">
                <a:ea typeface="ＭＳ Ｐゴシック" pitchFamily="34" charset="-128"/>
                <a:cs typeface="Arial"/>
              </a:rPr>
              <a:t> </a:t>
            </a:r>
            <a:r>
              <a:rPr lang="da-DK" altLang="da-DK" sz="3200" dirty="0">
                <a:ea typeface="ＭＳ Ｐゴシック" pitchFamily="34" charset="-128"/>
              </a:rPr>
              <a:t>Kursusevaluering</a:t>
            </a:r>
          </a:p>
        </p:txBody>
      </p:sp>
      <p:sp>
        <p:nvSpPr>
          <p:cNvPr id="2" name="Slide Number Placeholder 1"/>
          <p:cNvSpPr>
            <a:spLocks noGrp="1"/>
          </p:cNvSpPr>
          <p:nvPr>
            <p:ph type="sldNum" sz="quarter" idx="4294967295"/>
          </p:nvPr>
        </p:nvSpPr>
        <p:spPr>
          <a:xfrm>
            <a:off x="8532440" y="6400800"/>
            <a:ext cx="611560" cy="457200"/>
          </a:xfrm>
          <a:prstGeom prst="rect">
            <a:avLst/>
          </a:prstGeom>
        </p:spPr>
        <p:txBody>
          <a:bodyPr/>
          <a:lstStyle/>
          <a:p>
            <a:pPr>
              <a:defRPr/>
            </a:pPr>
            <a:fld id="{2CA5836E-6711-417F-AF48-31ACC3CF4030}" type="slidenum">
              <a:rPr lang="da-DK" altLang="da-DK" smtClean="0"/>
              <a:pPr>
                <a:defRPr/>
              </a:pPr>
              <a:t>24</a:t>
            </a:fld>
            <a:endParaRPr lang="da-DK" altLang="da-DK" dirty="0"/>
          </a:p>
        </p:txBody>
      </p:sp>
      <p:sp>
        <p:nvSpPr>
          <p:cNvPr id="9" name="Rectangle 3"/>
          <p:cNvSpPr txBox="1">
            <a:spLocks noChangeArrowheads="1"/>
          </p:cNvSpPr>
          <p:nvPr/>
        </p:nvSpPr>
        <p:spPr bwMode="auto">
          <a:xfrm>
            <a:off x="467544" y="1052736"/>
            <a:ext cx="8424936" cy="5760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pPr marL="342900" lvl="1" indent="-342900">
              <a:spcBef>
                <a:spcPts val="1800"/>
              </a:spcBef>
              <a:buChar char="•"/>
            </a:pPr>
            <a:r>
              <a:rPr lang="da-DK" altLang="da-DK" b="1" spc="-40" dirty="0">
                <a:solidFill>
                  <a:srgbClr val="A50021"/>
                </a:solidFill>
                <a:ea typeface="ＭＳ Ｐゴシック" pitchFamily="34" charset="-128"/>
                <a:cs typeface="ＭＳ Ｐゴシック" pitchFamily="-106" charset="-128"/>
              </a:rPr>
              <a:t>Vi forsøger løbende at forbedre kurset ved at lave små justeringer</a:t>
            </a:r>
          </a:p>
          <a:p>
            <a:pPr lvl="1">
              <a:spcBef>
                <a:spcPts val="600"/>
              </a:spcBef>
            </a:pPr>
            <a:r>
              <a:rPr lang="da-DK" altLang="da-DK" sz="1800" dirty="0">
                <a:ea typeface="ＭＳ Ｐゴシック" pitchFamily="34" charset="-128"/>
              </a:rPr>
              <a:t>Til dette formål er den feedback, som I giver os via kursusevalueringen, særdeles nyttig</a:t>
            </a:r>
          </a:p>
          <a:p>
            <a:pPr marL="342900" lvl="1" indent="-342900">
              <a:spcBef>
                <a:spcPts val="1800"/>
              </a:spcBef>
              <a:buChar char="•"/>
            </a:pPr>
            <a:r>
              <a:rPr lang="da-DK" altLang="da-DK" b="1" dirty="0">
                <a:solidFill>
                  <a:srgbClr val="A50021"/>
                </a:solidFill>
                <a:ea typeface="ＭＳ Ｐゴシック" pitchFamily="34" charset="-128"/>
                <a:cs typeface="ＭＳ Ｐゴシック" pitchFamily="-106" charset="-128"/>
              </a:rPr>
              <a:t>Jeg opfordrer derfor kraftigt til, at I bruger tid på at deltage i denne (og andre) kursusevalueringer</a:t>
            </a:r>
          </a:p>
          <a:p>
            <a:pPr lvl="1">
              <a:spcBef>
                <a:spcPts val="600"/>
              </a:spcBef>
            </a:pPr>
            <a:r>
              <a:rPr lang="da-DK" altLang="da-DK" sz="1800" dirty="0">
                <a:ea typeface="ＭＳ Ｐゴシック" pitchFamily="34" charset="-128"/>
              </a:rPr>
              <a:t>Det er en nem måde at få indflydelse på</a:t>
            </a:r>
          </a:p>
          <a:p>
            <a:pPr lvl="1">
              <a:spcBef>
                <a:spcPts val="400"/>
              </a:spcBef>
            </a:pPr>
            <a:r>
              <a:rPr lang="da-DK" altLang="da-DK" sz="1800" dirty="0">
                <a:ea typeface="ＭＳ Ｐゴシック" pitchFamily="34" charset="-128"/>
              </a:rPr>
              <a:t>Det forbedrer forholdene for fremtidige studerende</a:t>
            </a:r>
          </a:p>
          <a:p>
            <a:pPr lvl="1">
              <a:spcBef>
                <a:spcPts val="400"/>
              </a:spcBef>
            </a:pPr>
            <a:r>
              <a:rPr lang="da-DK" altLang="da-DK" sz="1800" dirty="0">
                <a:ea typeface="ＭＳ Ｐゴシック" pitchFamily="34" charset="-128"/>
              </a:rPr>
              <a:t>Alle kursusevalueringer gennemgås af institutledelsen samt ledelsen af uddannelsesudvalget</a:t>
            </a:r>
          </a:p>
          <a:p>
            <a:pPr marL="342900" lvl="1" indent="-342900">
              <a:spcBef>
                <a:spcPts val="1800"/>
              </a:spcBef>
              <a:buChar char="•"/>
            </a:pPr>
            <a:r>
              <a:rPr lang="da-DK" altLang="da-DK" b="1" dirty="0">
                <a:solidFill>
                  <a:srgbClr val="A50021"/>
                </a:solidFill>
                <a:ea typeface="ＭＳ Ｐゴシック" pitchFamily="34" charset="-128"/>
                <a:cs typeface="ＭＳ Ｐゴシック" pitchFamily="-106" charset="-128"/>
              </a:rPr>
              <a:t>For at forbedre svarprocenten har fakultetet besluttet, at der skal </a:t>
            </a:r>
            <a:r>
              <a:rPr lang="da-DK" altLang="da-DK" b="1" spc="-60" dirty="0">
                <a:solidFill>
                  <a:srgbClr val="A50021"/>
                </a:solidFill>
                <a:ea typeface="ＭＳ Ｐゴシック" pitchFamily="34" charset="-128"/>
                <a:cs typeface="ＭＳ Ｐゴシック" pitchFamily="-106" charset="-128"/>
              </a:rPr>
              <a:t>afsættes tid ved forelæsningerne til at besvare kursusevalueringen</a:t>
            </a:r>
          </a:p>
          <a:p>
            <a:pPr lvl="1">
              <a:spcBef>
                <a:spcPts val="600"/>
              </a:spcBef>
            </a:pPr>
            <a:r>
              <a:rPr lang="da-DK" altLang="da-DK" sz="1800" dirty="0">
                <a:ea typeface="ＭＳ Ｐゴシック" pitchFamily="34" charset="-128"/>
              </a:rPr>
              <a:t>Derfor vil I nu få 10 minutter at gøre det</a:t>
            </a:r>
          </a:p>
          <a:p>
            <a:pPr lvl="1">
              <a:spcBef>
                <a:spcPts val="600"/>
              </a:spcBef>
            </a:pPr>
            <a:r>
              <a:rPr lang="da-DK" altLang="da-DK" sz="1800" dirty="0">
                <a:ea typeface="ＭＳ Ｐゴシック" pitchFamily="34" charset="-128"/>
              </a:rPr>
              <a:t>Kursusevalueringen kan besvares frem til onsdag den 26. november kl. 23.59 (se ”Vigtig meddelelse” herom eller mail fra studieadministrationen)</a:t>
            </a:r>
          </a:p>
          <a:p>
            <a:pPr lvl="1">
              <a:spcBef>
                <a:spcPts val="600"/>
              </a:spcBef>
            </a:pPr>
            <a:r>
              <a:rPr lang="da-DK" altLang="da-DK" sz="1800" dirty="0">
                <a:ea typeface="ＭＳ Ｐゴシック" pitchFamily="34" charset="-128"/>
              </a:rPr>
              <a:t>Resultatet af kursusevalueringen vil blive gennemgået og diskuteret</a:t>
            </a:r>
            <a:br>
              <a:rPr lang="da-DK" altLang="da-DK" sz="1800" dirty="0">
                <a:ea typeface="ＭＳ Ｐゴシック" pitchFamily="34" charset="-128"/>
              </a:rPr>
            </a:br>
            <a:r>
              <a:rPr lang="da-DK" altLang="da-DK" sz="1800" dirty="0">
                <a:ea typeface="ＭＳ Ｐゴシック" pitchFamily="34" charset="-128"/>
              </a:rPr>
              <a:t>ved den afsluttende forelæsning mandag </a:t>
            </a:r>
            <a:r>
              <a:rPr lang="da-DK" altLang="da-DK" sz="1800">
                <a:ea typeface="ＭＳ Ｐゴシック" pitchFamily="34" charset="-128"/>
              </a:rPr>
              <a:t>den 1. </a:t>
            </a:r>
            <a:r>
              <a:rPr lang="da-DK" altLang="da-DK" sz="1800" dirty="0">
                <a:ea typeface="ＭＳ Ｐゴシック" pitchFamily="34" charset="-128"/>
              </a:rPr>
              <a:t>december</a:t>
            </a:r>
          </a:p>
        </p:txBody>
      </p:sp>
    </p:spTree>
    <p:extLst>
      <p:ext uri="{BB962C8B-B14F-4D97-AF65-F5344CB8AC3E}">
        <p14:creationId xmlns:p14="http://schemas.microsoft.com/office/powerpoint/2010/main" val="359706570"/>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67544" y="260648"/>
            <a:ext cx="8568952" cy="682625"/>
          </a:xfrm>
        </p:spPr>
        <p:txBody>
          <a:bodyPr/>
          <a:lstStyle/>
          <a:p>
            <a:r>
              <a:rPr lang="da-DK" altLang="da-DK" sz="3200" dirty="0">
                <a:solidFill>
                  <a:srgbClr val="A50021"/>
                </a:solidFill>
                <a:ea typeface="ＭＳ Ｐゴシック" pitchFamily="34" charset="-128"/>
                <a:cs typeface="Arial"/>
              </a:rPr>
              <a:t>●</a:t>
            </a:r>
            <a:r>
              <a:rPr lang="da-DK" altLang="da-DK" sz="3200" dirty="0">
                <a:ea typeface="ＭＳ Ｐゴシック" pitchFamily="34" charset="-128"/>
                <a:cs typeface="Arial"/>
              </a:rPr>
              <a:t> </a:t>
            </a:r>
            <a:r>
              <a:rPr lang="da-DK" altLang="da-DK" sz="3200" dirty="0">
                <a:ea typeface="ＭＳ Ｐゴシック" pitchFamily="34" charset="-128"/>
              </a:rPr>
              <a:t>Fil-baseret input/output</a:t>
            </a:r>
          </a:p>
        </p:txBody>
      </p:sp>
      <p:sp>
        <p:nvSpPr>
          <p:cNvPr id="2" name="Slide Number Placeholder 1"/>
          <p:cNvSpPr>
            <a:spLocks noGrp="1"/>
          </p:cNvSpPr>
          <p:nvPr>
            <p:ph type="sldNum" sz="quarter" idx="4294967295"/>
          </p:nvPr>
        </p:nvSpPr>
        <p:spPr>
          <a:xfrm>
            <a:off x="8532440" y="6400800"/>
            <a:ext cx="611560" cy="457200"/>
          </a:xfrm>
          <a:prstGeom prst="rect">
            <a:avLst/>
          </a:prstGeom>
        </p:spPr>
        <p:txBody>
          <a:bodyPr/>
          <a:lstStyle/>
          <a:p>
            <a:pPr>
              <a:defRPr/>
            </a:pPr>
            <a:fld id="{2CA5836E-6711-417F-AF48-31ACC3CF4030}" type="slidenum">
              <a:rPr lang="da-DK" altLang="da-DK" smtClean="0"/>
              <a:pPr>
                <a:defRPr/>
              </a:pPr>
              <a:t>25</a:t>
            </a:fld>
            <a:endParaRPr lang="da-DK" altLang="da-DK" dirty="0"/>
          </a:p>
        </p:txBody>
      </p:sp>
      <p:sp>
        <p:nvSpPr>
          <p:cNvPr id="10" name="Rectangle 3"/>
          <p:cNvSpPr txBox="1">
            <a:spLocks noChangeArrowheads="1"/>
          </p:cNvSpPr>
          <p:nvPr/>
        </p:nvSpPr>
        <p:spPr bwMode="auto">
          <a:xfrm>
            <a:off x="416296" y="1065330"/>
            <a:ext cx="8476184" cy="5335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pPr marL="342900" lvl="1" indent="-342900">
              <a:spcBef>
                <a:spcPts val="1200"/>
              </a:spcBef>
              <a:buChar char="•"/>
            </a:pPr>
            <a:r>
              <a:rPr lang="da-DK" altLang="da-DK" b="1" dirty="0">
                <a:solidFill>
                  <a:srgbClr val="A50021"/>
                </a:solidFill>
                <a:ea typeface="ＭＳ Ｐゴシック" pitchFamily="34" charset="-128"/>
                <a:cs typeface="ＭＳ Ｐゴシック" pitchFamily="-106" charset="-128"/>
              </a:rPr>
              <a:t>Hvordan læser og skriver man en fil?</a:t>
            </a:r>
          </a:p>
          <a:p>
            <a:pPr lvl="1">
              <a:spcBef>
                <a:spcPts val="600"/>
              </a:spcBef>
            </a:pPr>
            <a:r>
              <a:rPr lang="da-DK" altLang="da-DK" sz="1800" dirty="0">
                <a:ea typeface="ＭＳ Ｐゴシック" pitchFamily="34" charset="-128"/>
              </a:rPr>
              <a:t>Område, hvor der let kan ske fejl, som er helt uden for programmørens </a:t>
            </a:r>
            <a:r>
              <a:rPr lang="da-DK" altLang="da-DK" sz="1800" spc="-30" dirty="0">
                <a:ea typeface="ＭＳ Ｐゴシック" pitchFamily="34" charset="-128"/>
              </a:rPr>
              <a:t>kontrol (forkert filnavn, disk fuld, manglende permission, netværksfejl, osv.)</a:t>
            </a:r>
          </a:p>
          <a:p>
            <a:pPr lvl="1">
              <a:spcBef>
                <a:spcPts val="600"/>
              </a:spcBef>
            </a:pPr>
            <a:r>
              <a:rPr lang="da-DK" altLang="da-DK" sz="1800" dirty="0">
                <a:ea typeface="ＭＳ Ｐゴシック" pitchFamily="34" charset="-128"/>
              </a:rPr>
              <a:t>Sådanne fejl håndteres ved hjælp af </a:t>
            </a:r>
            <a:r>
              <a:rPr lang="da-DK" altLang="da-DK" sz="1800" b="1" dirty="0">
                <a:solidFill>
                  <a:srgbClr val="008000"/>
                </a:solidFill>
                <a:ea typeface="ＭＳ Ｐゴシック" pitchFamily="34" charset="-128"/>
              </a:rPr>
              <a:t>checked</a:t>
            </a:r>
            <a:r>
              <a:rPr lang="da-DK" altLang="da-DK" sz="1800" dirty="0">
                <a:ea typeface="ＭＳ Ｐゴシック" pitchFamily="34" charset="-128"/>
              </a:rPr>
              <a:t> exceptions</a:t>
            </a:r>
          </a:p>
          <a:p>
            <a:pPr marL="342900" lvl="1" indent="-342900">
              <a:spcBef>
                <a:spcPts val="1800"/>
              </a:spcBef>
              <a:buChar char="•"/>
            </a:pPr>
            <a:r>
              <a:rPr lang="da-DK" altLang="da-DK" b="1" dirty="0">
                <a:solidFill>
                  <a:srgbClr val="A50021"/>
                </a:solidFill>
                <a:ea typeface="ＭＳ Ｐゴシック" pitchFamily="34" charset="-128"/>
                <a:cs typeface="ＭＳ Ｐゴシック" pitchFamily="-106" charset="-128"/>
              </a:rPr>
              <a:t>Java's oprindelige support for input/output findes i pakken </a:t>
            </a:r>
            <a:r>
              <a:rPr lang="da-DK" altLang="da-DK" b="1" dirty="0">
                <a:solidFill>
                  <a:srgbClr val="008000"/>
                </a:solidFill>
                <a:ea typeface="ＭＳ Ｐゴシック" pitchFamily="34" charset="-128"/>
                <a:cs typeface="ＭＳ Ｐゴシック" pitchFamily="-106" charset="-128"/>
              </a:rPr>
              <a:t>java.io</a:t>
            </a:r>
          </a:p>
          <a:p>
            <a:pPr lvl="1">
              <a:spcBef>
                <a:spcPts val="600"/>
              </a:spcBef>
            </a:pPr>
            <a:r>
              <a:rPr lang="da-DK" altLang="da-DK" sz="1800" dirty="0">
                <a:ea typeface="ＭＳ Ｐゴシック" pitchFamily="34" charset="-128"/>
              </a:rPr>
              <a:t>Denne indeholder en lang række subklasser, </a:t>
            </a:r>
            <a:r>
              <a:rPr lang="da-DK" altLang="da-DK" sz="1800">
                <a:ea typeface="ＭＳ Ｐゴシック" pitchFamily="34" charset="-128"/>
              </a:rPr>
              <a:t>som supporterer </a:t>
            </a:r>
            <a:r>
              <a:rPr lang="da-DK" altLang="da-DK" sz="1800" dirty="0">
                <a:ea typeface="ＭＳ Ｐゴシック" pitchFamily="34" charset="-128"/>
              </a:rPr>
              <a:t>input/output operationer</a:t>
            </a:r>
          </a:p>
          <a:p>
            <a:pPr lvl="1">
              <a:spcBef>
                <a:spcPts val="600"/>
              </a:spcBef>
            </a:pPr>
            <a:r>
              <a:rPr lang="da-DK" altLang="da-DK" sz="1800" dirty="0">
                <a:ea typeface="ＭＳ Ｐゴシック" pitchFamily="34" charset="-128"/>
              </a:rPr>
              <a:t>Herudover defineres </a:t>
            </a:r>
            <a:r>
              <a:rPr lang="da-DK" altLang="da-DK" sz="1800" b="1" dirty="0" err="1">
                <a:solidFill>
                  <a:srgbClr val="008000"/>
                </a:solidFill>
                <a:ea typeface="ＭＳ Ｐゴシック" pitchFamily="34" charset="-128"/>
              </a:rPr>
              <a:t>IOException</a:t>
            </a:r>
            <a:r>
              <a:rPr lang="da-DK" altLang="da-DK" sz="1800" dirty="0">
                <a:ea typeface="ＭＳ Ｐゴシック" pitchFamily="34" charset="-128"/>
              </a:rPr>
              <a:t>, som er en checked exception</a:t>
            </a:r>
          </a:p>
          <a:p>
            <a:pPr lvl="1">
              <a:spcBef>
                <a:spcPts val="600"/>
              </a:spcBef>
            </a:pPr>
            <a:r>
              <a:rPr lang="da-DK" altLang="da-DK" sz="1800" dirty="0" err="1">
                <a:ea typeface="ＭＳ Ｐゴシック" pitchFamily="34" charset="-128"/>
              </a:rPr>
              <a:t>IOException</a:t>
            </a:r>
            <a:r>
              <a:rPr lang="da-DK" altLang="da-DK" sz="1800" dirty="0">
                <a:ea typeface="ＭＳ Ｐゴシック" pitchFamily="34" charset="-128"/>
              </a:rPr>
              <a:t> her mere end 30 subklasser heriblandt </a:t>
            </a:r>
            <a:r>
              <a:rPr lang="da-DK" altLang="da-DK" sz="1800" b="1" dirty="0">
                <a:solidFill>
                  <a:srgbClr val="008000"/>
                </a:solidFill>
                <a:ea typeface="ＭＳ Ｐゴシック" pitchFamily="34" charset="-128"/>
              </a:rPr>
              <a:t>FileNotFoundException</a:t>
            </a:r>
            <a:r>
              <a:rPr lang="da-DK" altLang="da-DK" sz="1800" dirty="0">
                <a:ea typeface="ＭＳ Ｐゴシック" pitchFamily="34" charset="-128"/>
              </a:rPr>
              <a:t> and </a:t>
            </a:r>
            <a:r>
              <a:rPr lang="da-DK" altLang="da-DK" sz="1800" b="1" dirty="0">
                <a:solidFill>
                  <a:srgbClr val="008000"/>
                </a:solidFill>
                <a:ea typeface="ＭＳ Ｐゴシック" pitchFamily="34" charset="-128"/>
              </a:rPr>
              <a:t>EOFException</a:t>
            </a:r>
            <a:r>
              <a:rPr lang="da-DK" altLang="da-DK" sz="1800" dirty="0">
                <a:ea typeface="ＭＳ Ｐゴシック" pitchFamily="34" charset="-128"/>
              </a:rPr>
              <a:t> (EOF </a:t>
            </a:r>
            <a:r>
              <a:rPr lang="da-DK" altLang="da-DK" sz="1800" dirty="0">
                <a:latin typeface="Arial"/>
                <a:ea typeface="ＭＳ Ｐゴシック" pitchFamily="34" charset="-128"/>
                <a:cs typeface="Arial"/>
              </a:rPr>
              <a:t>≈</a:t>
            </a:r>
            <a:r>
              <a:rPr lang="da-DK" altLang="da-DK" sz="1800" dirty="0">
                <a:ea typeface="ＭＳ Ｐゴシック" pitchFamily="34" charset="-128"/>
              </a:rPr>
              <a:t> end of file)</a:t>
            </a:r>
          </a:p>
          <a:p>
            <a:pPr marL="342900" lvl="1" indent="-342900">
              <a:spcBef>
                <a:spcPts val="1800"/>
              </a:spcBef>
              <a:buChar char="•"/>
            </a:pPr>
            <a:r>
              <a:rPr lang="da-DK" altLang="da-DK" b="1" dirty="0">
                <a:solidFill>
                  <a:srgbClr val="A50021"/>
                </a:solidFill>
                <a:ea typeface="ＭＳ Ｐゴシック" pitchFamily="34" charset="-128"/>
                <a:cs typeface="ＭＳ Ｐゴシック" pitchFamily="-106" charset="-128"/>
              </a:rPr>
              <a:t>Senere versioner har tilføjet</a:t>
            </a:r>
            <a:r>
              <a:rPr lang="da-DK" altLang="da-DK" b="1" dirty="0">
                <a:solidFill>
                  <a:srgbClr val="008000"/>
                </a:solidFill>
                <a:ea typeface="ＭＳ Ｐゴシック" pitchFamily="34" charset="-128"/>
                <a:cs typeface="ＭＳ Ｐゴシック" pitchFamily="-106" charset="-128"/>
              </a:rPr>
              <a:t> </a:t>
            </a:r>
            <a:r>
              <a:rPr lang="da-DK" altLang="da-DK" b="1" dirty="0" err="1">
                <a:solidFill>
                  <a:srgbClr val="008000"/>
                </a:solidFill>
                <a:ea typeface="ＭＳ Ｐゴシック" pitchFamily="34" charset="-128"/>
                <a:cs typeface="ＭＳ Ｐゴシック" pitchFamily="-106" charset="-128"/>
              </a:rPr>
              <a:t>java.nio</a:t>
            </a:r>
            <a:r>
              <a:rPr lang="da-DK" altLang="da-DK" b="1" dirty="0">
                <a:solidFill>
                  <a:srgbClr val="A50021"/>
                </a:solidFill>
                <a:ea typeface="ＭＳ Ｐゴシック" pitchFamily="34" charset="-128"/>
                <a:cs typeface="ＭＳ Ｐゴシック" pitchFamily="-106" charset="-128"/>
              </a:rPr>
              <a:t> pakken (NIO ≈ New IO)</a:t>
            </a:r>
          </a:p>
          <a:p>
            <a:pPr lvl="1">
              <a:spcBef>
                <a:spcPts val="600"/>
              </a:spcBef>
            </a:pPr>
            <a:r>
              <a:rPr lang="da-DK" altLang="da-DK" sz="1800" dirty="0" err="1">
                <a:ea typeface="ＭＳ Ｐゴシック" pitchFamily="34" charset="-128"/>
              </a:rPr>
              <a:t>Java.nio</a:t>
            </a:r>
            <a:r>
              <a:rPr lang="da-DK" altLang="da-DK" sz="1800" dirty="0">
                <a:ea typeface="ＭＳ Ｐゴシック" pitchFamily="34" charset="-128"/>
              </a:rPr>
              <a:t> har en række tilhørende pakker såsom </a:t>
            </a:r>
            <a:r>
              <a:rPr lang="da-DK" altLang="da-DK" sz="1800" dirty="0" err="1">
                <a:ea typeface="ＭＳ Ｐゴシック" pitchFamily="34" charset="-128"/>
              </a:rPr>
              <a:t>java.nio.file</a:t>
            </a:r>
            <a:r>
              <a:rPr lang="da-DK" altLang="da-DK" sz="1800" dirty="0">
                <a:ea typeface="ＭＳ Ｐゴシック" pitchFamily="34" charset="-128"/>
              </a:rPr>
              <a:t> og </a:t>
            </a:r>
            <a:r>
              <a:rPr lang="da-DK" altLang="da-DK" sz="1800" dirty="0" err="1">
                <a:ea typeface="ＭＳ Ｐゴシック" pitchFamily="34" charset="-128"/>
              </a:rPr>
              <a:t>java.nio.charset</a:t>
            </a:r>
            <a:endParaRPr lang="da-DK" altLang="da-DK" sz="1800" dirty="0">
              <a:ea typeface="ＭＳ Ｐゴシック" pitchFamily="34" charset="-128"/>
            </a:endParaRPr>
          </a:p>
          <a:p>
            <a:pPr lvl="1">
              <a:spcBef>
                <a:spcPts val="600"/>
              </a:spcBef>
            </a:pPr>
            <a:r>
              <a:rPr lang="da-DK" altLang="da-DK" sz="1800" dirty="0">
                <a:ea typeface="ＭＳ Ｐゴシック" pitchFamily="34" charset="-128"/>
              </a:rPr>
              <a:t>Klasserne i </a:t>
            </a:r>
            <a:r>
              <a:rPr lang="da-DK" altLang="da-DK" sz="1800" dirty="0" err="1">
                <a:ea typeface="ＭＳ Ｐゴシック" pitchFamily="34" charset="-128"/>
              </a:rPr>
              <a:t>nio</a:t>
            </a:r>
            <a:r>
              <a:rPr lang="da-DK" altLang="da-DK" sz="1800" dirty="0">
                <a:ea typeface="ＭＳ Ｐゴシック" pitchFamily="34" charset="-128"/>
              </a:rPr>
              <a:t> pakkerne erstatter delvis klasserne i java.io pakken</a:t>
            </a:r>
            <a:br>
              <a:rPr lang="da-DK" altLang="da-DK" sz="1800" dirty="0">
                <a:ea typeface="ＭＳ Ｐゴシック" pitchFamily="34" charset="-128"/>
              </a:rPr>
            </a:br>
            <a:r>
              <a:rPr lang="da-DK" altLang="da-DK" sz="1800" dirty="0">
                <a:ea typeface="ＭＳ Ｐゴシック" pitchFamily="34" charset="-128"/>
              </a:rPr>
              <a:t>(på samme måde som Swing delvist erstatter AWT)</a:t>
            </a:r>
          </a:p>
          <a:p>
            <a:pPr lvl="1">
              <a:spcBef>
                <a:spcPts val="100"/>
              </a:spcBef>
            </a:pPr>
            <a:endParaRPr lang="da-DK" altLang="da-DK" sz="1800" dirty="0">
              <a:ea typeface="ＭＳ Ｐゴシック" pitchFamily="34" charset="-128"/>
            </a:endParaRPr>
          </a:p>
        </p:txBody>
      </p:sp>
    </p:spTree>
    <p:extLst>
      <p:ext uri="{BB962C8B-B14F-4D97-AF65-F5344CB8AC3E}">
        <p14:creationId xmlns:p14="http://schemas.microsoft.com/office/powerpoint/2010/main" val="526194753"/>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67544" y="260648"/>
            <a:ext cx="8568952" cy="682625"/>
          </a:xfrm>
        </p:spPr>
        <p:txBody>
          <a:bodyPr/>
          <a:lstStyle/>
          <a:p>
            <a:r>
              <a:rPr lang="da-DK" altLang="da-DK" sz="3200" dirty="0">
                <a:ea typeface="ＭＳ Ｐゴシック" pitchFamily="34" charset="-128"/>
              </a:rPr>
              <a:t>Files og </a:t>
            </a:r>
            <a:r>
              <a:rPr lang="da-DK" altLang="da-DK" sz="3200" dirty="0" err="1">
                <a:ea typeface="ＭＳ Ｐゴシック" pitchFamily="34" charset="-128"/>
              </a:rPr>
              <a:t>streams</a:t>
            </a:r>
            <a:endParaRPr lang="da-DK" altLang="da-DK" sz="3200" dirty="0">
              <a:ea typeface="ＭＳ Ｐゴシック" pitchFamily="34" charset="-128"/>
            </a:endParaRPr>
          </a:p>
        </p:txBody>
      </p:sp>
      <p:sp>
        <p:nvSpPr>
          <p:cNvPr id="2" name="Slide Number Placeholder 1"/>
          <p:cNvSpPr>
            <a:spLocks noGrp="1"/>
          </p:cNvSpPr>
          <p:nvPr>
            <p:ph type="sldNum" sz="quarter" idx="4294967295"/>
          </p:nvPr>
        </p:nvSpPr>
        <p:spPr>
          <a:xfrm>
            <a:off x="8532440" y="6400800"/>
            <a:ext cx="611560" cy="457200"/>
          </a:xfrm>
          <a:prstGeom prst="rect">
            <a:avLst/>
          </a:prstGeom>
        </p:spPr>
        <p:txBody>
          <a:bodyPr/>
          <a:lstStyle/>
          <a:p>
            <a:pPr>
              <a:defRPr/>
            </a:pPr>
            <a:fld id="{2CA5836E-6711-417F-AF48-31ACC3CF4030}" type="slidenum">
              <a:rPr lang="da-DK" altLang="da-DK" smtClean="0"/>
              <a:pPr>
                <a:defRPr/>
              </a:pPr>
              <a:t>26</a:t>
            </a:fld>
            <a:endParaRPr lang="da-DK" altLang="da-DK" dirty="0"/>
          </a:p>
        </p:txBody>
      </p:sp>
      <p:sp>
        <p:nvSpPr>
          <p:cNvPr id="10" name="Rectangle 3"/>
          <p:cNvSpPr txBox="1">
            <a:spLocks noChangeArrowheads="1"/>
          </p:cNvSpPr>
          <p:nvPr/>
        </p:nvSpPr>
        <p:spPr bwMode="auto">
          <a:xfrm>
            <a:off x="340078" y="1052736"/>
            <a:ext cx="8624410" cy="4968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pPr marL="342900" lvl="1" indent="-342900">
              <a:spcBef>
                <a:spcPts val="1200"/>
              </a:spcBef>
              <a:buChar char="•"/>
            </a:pPr>
            <a:r>
              <a:rPr lang="da-DK" altLang="da-DK" b="1" dirty="0">
                <a:solidFill>
                  <a:srgbClr val="A50021"/>
                </a:solidFill>
                <a:ea typeface="ＭＳ Ｐゴシック" pitchFamily="34" charset="-128"/>
              </a:rPr>
              <a:t>Input/output opdeles i</a:t>
            </a:r>
          </a:p>
          <a:p>
            <a:pPr marL="342900" lvl="1" indent="-342900">
              <a:spcBef>
                <a:spcPts val="1800"/>
              </a:spcBef>
              <a:buChar char="•"/>
            </a:pPr>
            <a:r>
              <a:rPr lang="da-DK" altLang="da-DK" b="1" dirty="0">
                <a:solidFill>
                  <a:srgbClr val="A50021"/>
                </a:solidFill>
                <a:ea typeface="ＭＳ Ｐゴシック" pitchFamily="34" charset="-128"/>
              </a:rPr>
              <a:t>Tekstfiler</a:t>
            </a:r>
          </a:p>
          <a:p>
            <a:pPr lvl="1">
              <a:spcBef>
                <a:spcPts val="600"/>
              </a:spcBef>
            </a:pPr>
            <a:r>
              <a:rPr lang="da-DK" altLang="da-DK" sz="1800" dirty="0">
                <a:ea typeface="ＭＳ Ｐゴシック" pitchFamily="34" charset="-128"/>
              </a:rPr>
              <a:t>Indeholder tegn-baseret information i en form, som kan læses og forstås</a:t>
            </a:r>
            <a:br>
              <a:rPr lang="da-DK" altLang="da-DK" sz="1800" dirty="0">
                <a:ea typeface="ＭＳ Ｐゴシック" pitchFamily="34" charset="-128"/>
              </a:rPr>
            </a:br>
            <a:r>
              <a:rPr lang="da-DK" altLang="da-DK" sz="1800" dirty="0">
                <a:ea typeface="ＭＳ Ｐゴシック" pitchFamily="34" charset="-128"/>
              </a:rPr>
              <a:t>af mennesker – f.eks. html filer, Java programfiler og dokumentationsfiler</a:t>
            </a:r>
          </a:p>
          <a:p>
            <a:pPr lvl="1">
              <a:spcBef>
                <a:spcPts val="600"/>
              </a:spcBef>
            </a:pPr>
            <a:r>
              <a:rPr lang="da-DK" altLang="da-DK" sz="1800" dirty="0">
                <a:ea typeface="ＭＳ Ｐゴシック" pitchFamily="34" charset="-128"/>
              </a:rPr>
              <a:t>Svarer til </a:t>
            </a:r>
            <a:r>
              <a:rPr lang="da-DK" altLang="da-DK" sz="1800" b="1" dirty="0">
                <a:solidFill>
                  <a:srgbClr val="008000"/>
                </a:solidFill>
                <a:ea typeface="ＭＳ Ｐゴシック" pitchFamily="34" charset="-128"/>
              </a:rPr>
              <a:t>char</a:t>
            </a:r>
            <a:r>
              <a:rPr lang="da-DK" altLang="da-DK" sz="1800" dirty="0">
                <a:ea typeface="ＭＳ Ｐゴシック" pitchFamily="34" charset="-128"/>
              </a:rPr>
              <a:t> og </a:t>
            </a:r>
            <a:r>
              <a:rPr lang="da-DK" altLang="da-DK" sz="1800" b="1" dirty="0">
                <a:solidFill>
                  <a:srgbClr val="008000"/>
                </a:solidFill>
                <a:ea typeface="ＭＳ Ｐゴシック" pitchFamily="34" charset="-128"/>
              </a:rPr>
              <a:t>String</a:t>
            </a:r>
            <a:r>
              <a:rPr lang="da-DK" altLang="da-DK" sz="1800" dirty="0">
                <a:ea typeface="ＭＳ Ｐゴシック" pitchFamily="34" charset="-128"/>
              </a:rPr>
              <a:t> typerne</a:t>
            </a:r>
          </a:p>
          <a:p>
            <a:pPr lvl="1">
              <a:spcBef>
                <a:spcPts val="600"/>
              </a:spcBef>
            </a:pPr>
            <a:r>
              <a:rPr lang="da-DK" altLang="da-DK" sz="1800" dirty="0">
                <a:ea typeface="ＭＳ Ｐゴシック" pitchFamily="34" charset="-128"/>
              </a:rPr>
              <a:t>Håndteres ved hjælp af </a:t>
            </a:r>
            <a:r>
              <a:rPr lang="da-DK" altLang="da-DK" sz="1800" b="1" dirty="0" err="1">
                <a:solidFill>
                  <a:srgbClr val="008000"/>
                </a:solidFill>
                <a:ea typeface="ＭＳ Ｐゴシック" pitchFamily="34" charset="-128"/>
              </a:rPr>
              <a:t>readers</a:t>
            </a:r>
            <a:r>
              <a:rPr lang="da-DK" altLang="da-DK" sz="1800" dirty="0">
                <a:solidFill>
                  <a:srgbClr val="008000"/>
                </a:solidFill>
                <a:ea typeface="ＭＳ Ｐゴシック" pitchFamily="34" charset="-128"/>
              </a:rPr>
              <a:t> </a:t>
            </a:r>
            <a:r>
              <a:rPr lang="da-DK" altLang="da-DK" sz="1800" dirty="0">
                <a:ea typeface="ＭＳ Ｐゴシック" pitchFamily="34" charset="-128"/>
              </a:rPr>
              <a:t>og </a:t>
            </a:r>
            <a:r>
              <a:rPr lang="da-DK" altLang="da-DK" sz="1800" b="1" dirty="0" err="1">
                <a:solidFill>
                  <a:srgbClr val="008000"/>
                </a:solidFill>
                <a:ea typeface="ＭＳ Ｐゴシック" pitchFamily="34" charset="-128"/>
              </a:rPr>
              <a:t>writers</a:t>
            </a:r>
            <a:r>
              <a:rPr lang="da-DK" altLang="da-DK" sz="1800" dirty="0">
                <a:ea typeface="ＭＳ Ｐゴシック" pitchFamily="34" charset="-128"/>
              </a:rPr>
              <a:t> såsom FileReader, BufferedReader og </a:t>
            </a:r>
            <a:r>
              <a:rPr lang="da-DK" altLang="da-DK" sz="1800" dirty="0" err="1">
                <a:ea typeface="ＭＳ Ｐゴシック" pitchFamily="34" charset="-128"/>
              </a:rPr>
              <a:t>FileWriter</a:t>
            </a:r>
            <a:endParaRPr lang="da-DK" altLang="da-DK" sz="1800" dirty="0">
              <a:ea typeface="ＭＳ Ｐゴシック" pitchFamily="34" charset="-128"/>
            </a:endParaRPr>
          </a:p>
          <a:p>
            <a:pPr marL="342900" lvl="1" indent="-342900">
              <a:spcBef>
                <a:spcPts val="1800"/>
              </a:spcBef>
              <a:buChar char="•"/>
            </a:pPr>
            <a:r>
              <a:rPr lang="da-DK" altLang="da-DK" b="1" dirty="0" err="1">
                <a:solidFill>
                  <a:srgbClr val="A50021"/>
                </a:solidFill>
                <a:ea typeface="ＭＳ Ｐゴシック" pitchFamily="34" charset="-128"/>
              </a:rPr>
              <a:t>Streams</a:t>
            </a:r>
            <a:endParaRPr lang="da-DK" altLang="da-DK" b="1" dirty="0">
              <a:solidFill>
                <a:srgbClr val="A50021"/>
              </a:solidFill>
              <a:ea typeface="ＭＳ Ｐゴシック" pitchFamily="34" charset="-128"/>
            </a:endParaRPr>
          </a:p>
          <a:p>
            <a:pPr lvl="1">
              <a:spcBef>
                <a:spcPts val="600"/>
              </a:spcBef>
            </a:pPr>
            <a:r>
              <a:rPr lang="da-DK" altLang="da-DK" sz="1800" dirty="0">
                <a:ea typeface="ＭＳ Ｐゴシック" pitchFamily="34" charset="-128"/>
              </a:rPr>
              <a:t>Indeholder binær information såsom billeder eller eksekverbare programmer</a:t>
            </a:r>
          </a:p>
          <a:p>
            <a:pPr lvl="1">
              <a:spcBef>
                <a:spcPts val="600"/>
              </a:spcBef>
            </a:pPr>
            <a:r>
              <a:rPr lang="da-DK" altLang="da-DK" sz="1800" dirty="0">
                <a:ea typeface="ＭＳ Ｐゴシック" pitchFamily="34" charset="-128"/>
              </a:rPr>
              <a:t>Svarer til </a:t>
            </a:r>
            <a:r>
              <a:rPr lang="da-DK" altLang="da-DK" sz="1800" b="1" dirty="0">
                <a:solidFill>
                  <a:srgbClr val="008000"/>
                </a:solidFill>
                <a:ea typeface="ＭＳ Ｐゴシック" pitchFamily="34" charset="-128"/>
              </a:rPr>
              <a:t>byte</a:t>
            </a:r>
            <a:r>
              <a:rPr lang="da-DK" altLang="da-DK" sz="1800" dirty="0">
                <a:ea typeface="ＭＳ Ｐゴシック" pitchFamily="34" charset="-128"/>
              </a:rPr>
              <a:t> typen</a:t>
            </a:r>
          </a:p>
          <a:p>
            <a:pPr lvl="1">
              <a:spcBef>
                <a:spcPts val="600"/>
              </a:spcBef>
            </a:pPr>
            <a:r>
              <a:rPr lang="da-DK" altLang="da-DK" sz="1800" dirty="0">
                <a:ea typeface="ＭＳ Ｐゴシック" pitchFamily="34" charset="-128"/>
              </a:rPr>
              <a:t>Streams håndteres ved hjælp af </a:t>
            </a:r>
            <a:r>
              <a:rPr lang="da-DK" altLang="da-DK" sz="1800" b="1" dirty="0">
                <a:solidFill>
                  <a:srgbClr val="008000"/>
                </a:solidFill>
                <a:ea typeface="ＭＳ Ｐゴシック" pitchFamily="34" charset="-128"/>
              </a:rPr>
              <a:t>stream handlers</a:t>
            </a:r>
          </a:p>
          <a:p>
            <a:pPr lvl="1">
              <a:spcBef>
                <a:spcPts val="600"/>
              </a:spcBef>
            </a:pPr>
            <a:r>
              <a:rPr lang="da-DK" altLang="da-DK" sz="1800" dirty="0">
                <a:ea typeface="ＭＳ Ｐゴシック" pitchFamily="34" charset="-128"/>
              </a:rPr>
              <a:t>Bemærk at disse streams </a:t>
            </a:r>
            <a:r>
              <a:rPr lang="da-DK" altLang="da-DK" sz="1800" b="1" dirty="0">
                <a:solidFill>
                  <a:srgbClr val="008000"/>
                </a:solidFill>
                <a:ea typeface="ＭＳ Ｐゴシック" pitchFamily="34" charset="-128"/>
              </a:rPr>
              <a:t>intet</a:t>
            </a:r>
            <a:r>
              <a:rPr lang="da-DK" altLang="da-DK" sz="1800" dirty="0">
                <a:ea typeface="ＭＳ Ｐゴシック" pitchFamily="34" charset="-128"/>
              </a:rPr>
              <a:t> har med de streams at gøre, som I kender fra funktionel programmering</a:t>
            </a:r>
          </a:p>
          <a:p>
            <a:pPr lvl="1">
              <a:spcBef>
                <a:spcPts val="100"/>
              </a:spcBef>
            </a:pPr>
            <a:endParaRPr lang="da-DK" altLang="da-DK" sz="1800" dirty="0">
              <a:ea typeface="ＭＳ Ｐゴシック" pitchFamily="34" charset="-128"/>
            </a:endParaRPr>
          </a:p>
        </p:txBody>
      </p:sp>
    </p:spTree>
    <p:extLst>
      <p:ext uri="{BB962C8B-B14F-4D97-AF65-F5344CB8AC3E}">
        <p14:creationId xmlns:p14="http://schemas.microsoft.com/office/powerpoint/2010/main" val="23740469"/>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67544" y="260648"/>
            <a:ext cx="8568952" cy="682625"/>
          </a:xfrm>
        </p:spPr>
        <p:txBody>
          <a:bodyPr/>
          <a:lstStyle/>
          <a:p>
            <a:r>
              <a:rPr lang="da-DK" altLang="da-DK" sz="3200" dirty="0">
                <a:ea typeface="ＭＳ Ｐゴシック" pitchFamily="34" charset="-128"/>
              </a:rPr>
              <a:t>File klassen og Path interfacet</a:t>
            </a:r>
          </a:p>
        </p:txBody>
      </p:sp>
      <p:sp>
        <p:nvSpPr>
          <p:cNvPr id="2" name="Slide Number Placeholder 1"/>
          <p:cNvSpPr>
            <a:spLocks noGrp="1"/>
          </p:cNvSpPr>
          <p:nvPr>
            <p:ph type="sldNum" sz="quarter" idx="4294967295"/>
          </p:nvPr>
        </p:nvSpPr>
        <p:spPr>
          <a:xfrm>
            <a:off x="8532440" y="6400800"/>
            <a:ext cx="611560" cy="457200"/>
          </a:xfrm>
          <a:prstGeom prst="rect">
            <a:avLst/>
          </a:prstGeom>
        </p:spPr>
        <p:txBody>
          <a:bodyPr/>
          <a:lstStyle/>
          <a:p>
            <a:pPr>
              <a:defRPr/>
            </a:pPr>
            <a:fld id="{2CA5836E-6711-417F-AF48-31ACC3CF4030}" type="slidenum">
              <a:rPr lang="da-DK" altLang="da-DK" smtClean="0"/>
              <a:pPr>
                <a:defRPr/>
              </a:pPr>
              <a:t>27</a:t>
            </a:fld>
            <a:endParaRPr lang="da-DK" altLang="da-DK" dirty="0"/>
          </a:p>
        </p:txBody>
      </p:sp>
      <p:sp>
        <p:nvSpPr>
          <p:cNvPr id="10" name="Rectangle 3"/>
          <p:cNvSpPr txBox="1">
            <a:spLocks noChangeArrowheads="1"/>
          </p:cNvSpPr>
          <p:nvPr/>
        </p:nvSpPr>
        <p:spPr bwMode="auto">
          <a:xfrm>
            <a:off x="340078" y="1052736"/>
            <a:ext cx="8408386" cy="4464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pPr marL="342900" lvl="1" indent="-342900">
              <a:spcBef>
                <a:spcPts val="1200"/>
              </a:spcBef>
              <a:buChar char="•"/>
            </a:pPr>
            <a:r>
              <a:rPr lang="da-DK" altLang="da-DK" b="1" dirty="0">
                <a:solidFill>
                  <a:srgbClr val="A50021"/>
                </a:solidFill>
                <a:ea typeface="ＭＳ Ｐゴシック" pitchFamily="34" charset="-128"/>
              </a:rPr>
              <a:t>En fil er ikke blot et navn og noget indhold</a:t>
            </a:r>
          </a:p>
          <a:p>
            <a:pPr lvl="1">
              <a:spcBef>
                <a:spcPts val="600"/>
              </a:spcBef>
            </a:pPr>
            <a:r>
              <a:rPr lang="da-DK" altLang="da-DK" sz="1800" dirty="0">
                <a:ea typeface="ＭＳ Ｐゴシック" pitchFamily="34" charset="-128"/>
              </a:rPr>
              <a:t>Filer ligger i foldere (</a:t>
            </a:r>
            <a:r>
              <a:rPr lang="da-DK" altLang="da-DK" sz="1800" dirty="0" err="1">
                <a:ea typeface="ＭＳ Ｐゴシック" pitchFamily="34" charset="-128"/>
              </a:rPr>
              <a:t>directories</a:t>
            </a:r>
            <a:r>
              <a:rPr lang="da-DK" altLang="da-DK" sz="1800" dirty="0">
                <a:ea typeface="ＭＳ Ｐゴシック" pitchFamily="34" charset="-128"/>
              </a:rPr>
              <a:t>)</a:t>
            </a:r>
          </a:p>
          <a:p>
            <a:pPr lvl="1">
              <a:spcBef>
                <a:spcPts val="600"/>
              </a:spcBef>
            </a:pPr>
            <a:r>
              <a:rPr lang="da-DK" altLang="da-DK" sz="1800" dirty="0">
                <a:ea typeface="ＭＳ Ｐゴシック" pitchFamily="34" charset="-128"/>
              </a:rPr>
              <a:t>De indeholder information om størrelse, hvem der ejer dem, hvem der kan tilgå/ændre i dem, hvornår de blev skabt og sidst er ændret, om de er skjulte (</a:t>
            </a:r>
            <a:r>
              <a:rPr lang="da-DK" altLang="da-DK" sz="1800" dirty="0" err="1">
                <a:ea typeface="ＭＳ Ｐゴシック" pitchFamily="34" charset="-128"/>
              </a:rPr>
              <a:t>hidden</a:t>
            </a:r>
            <a:r>
              <a:rPr lang="da-DK" altLang="da-DK" sz="1800" dirty="0">
                <a:ea typeface="ＭＳ Ｐゴシック" pitchFamily="34" charset="-128"/>
              </a:rPr>
              <a:t>), osv.</a:t>
            </a:r>
          </a:p>
          <a:p>
            <a:pPr marL="342900" lvl="1" indent="-342900">
              <a:spcBef>
                <a:spcPts val="1800"/>
              </a:spcBef>
              <a:buChar char="•"/>
            </a:pPr>
            <a:r>
              <a:rPr lang="da-DK" altLang="da-DK" b="1" dirty="0">
                <a:solidFill>
                  <a:srgbClr val="008000"/>
                </a:solidFill>
                <a:ea typeface="ＭＳ Ｐゴシック" pitchFamily="34" charset="-128"/>
              </a:rPr>
              <a:t>java.io </a:t>
            </a:r>
            <a:r>
              <a:rPr lang="da-DK" altLang="da-DK" b="1" dirty="0">
                <a:solidFill>
                  <a:srgbClr val="A50021"/>
                </a:solidFill>
                <a:ea typeface="ＭＳ Ｐゴシック" pitchFamily="34" charset="-128"/>
              </a:rPr>
              <a:t>pakken indeholder </a:t>
            </a:r>
            <a:r>
              <a:rPr lang="da-DK" altLang="da-DK" b="1" dirty="0">
                <a:solidFill>
                  <a:srgbClr val="008000"/>
                </a:solidFill>
                <a:ea typeface="ＭＳ Ｐゴシック" pitchFamily="34" charset="-128"/>
              </a:rPr>
              <a:t>File</a:t>
            </a:r>
            <a:r>
              <a:rPr lang="da-DK" altLang="da-DK" b="1" dirty="0">
                <a:solidFill>
                  <a:srgbClr val="A50021"/>
                </a:solidFill>
                <a:ea typeface="ＭＳ Ｐゴシック" pitchFamily="34" charset="-128"/>
              </a:rPr>
              <a:t> klassen, som har en lang række metoder til at understøtte ovenstående</a:t>
            </a:r>
          </a:p>
          <a:p>
            <a:pPr lvl="1">
              <a:spcBef>
                <a:spcPts val="600"/>
              </a:spcBef>
            </a:pPr>
            <a:r>
              <a:rPr lang="da-DK" altLang="da-DK" sz="1800" dirty="0">
                <a:ea typeface="ＭＳ Ｐゴシック" pitchFamily="34" charset="-128"/>
              </a:rPr>
              <a:t>Et </a:t>
            </a:r>
            <a:r>
              <a:rPr lang="da-DK" altLang="da-DK" sz="1800" b="1" dirty="0">
                <a:solidFill>
                  <a:srgbClr val="008000"/>
                </a:solidFill>
                <a:ea typeface="ＭＳ Ｐゴシック" pitchFamily="34" charset="-128"/>
              </a:rPr>
              <a:t>File</a:t>
            </a:r>
            <a:r>
              <a:rPr lang="da-DK" altLang="da-DK" sz="1800" dirty="0">
                <a:ea typeface="ＭＳ Ｐゴシック" pitchFamily="34" charset="-128"/>
              </a:rPr>
              <a:t> objekt indeholder information om en fils egenskaber (men indeholder ikke filens indhold)</a:t>
            </a:r>
          </a:p>
          <a:p>
            <a:pPr lvl="1">
              <a:spcBef>
                <a:spcPts val="600"/>
              </a:spcBef>
            </a:pPr>
            <a:r>
              <a:rPr lang="da-DK" altLang="da-DK" sz="1800" dirty="0">
                <a:ea typeface="ＭＳ Ｐゴシック" pitchFamily="34" charset="-128"/>
              </a:rPr>
              <a:t>Ved hjælp af et </a:t>
            </a:r>
            <a:r>
              <a:rPr lang="da-DK" altLang="da-DK" sz="1800" b="1" dirty="0">
                <a:solidFill>
                  <a:srgbClr val="008000"/>
                </a:solidFill>
                <a:ea typeface="ＭＳ Ｐゴシック" pitchFamily="34" charset="-128"/>
              </a:rPr>
              <a:t>File</a:t>
            </a:r>
            <a:r>
              <a:rPr lang="da-DK" altLang="da-DK" sz="1800" dirty="0">
                <a:ea typeface="ＭＳ Ｐゴシック" pitchFamily="34" charset="-128"/>
              </a:rPr>
              <a:t> objekt kan man f.eks. undersøge, om en fil eksisterer, og på den måde undgå at fremprovokere en FileNotFoundException</a:t>
            </a:r>
          </a:p>
          <a:p>
            <a:pPr marL="342900" lvl="1" indent="-342900">
              <a:spcBef>
                <a:spcPts val="1800"/>
              </a:spcBef>
              <a:buChar char="•"/>
            </a:pPr>
            <a:r>
              <a:rPr lang="da-DK" altLang="da-DK" b="1" dirty="0">
                <a:solidFill>
                  <a:srgbClr val="A50021"/>
                </a:solidFill>
                <a:ea typeface="ＭＳ Ｐゴシック" pitchFamily="34" charset="-128"/>
              </a:rPr>
              <a:t>Tilsvarende indeholder </a:t>
            </a:r>
            <a:r>
              <a:rPr lang="da-DK" altLang="da-DK" b="1" dirty="0" err="1">
                <a:solidFill>
                  <a:srgbClr val="008000"/>
                </a:solidFill>
                <a:ea typeface="ＭＳ Ｐゴシック" pitchFamily="34" charset="-128"/>
              </a:rPr>
              <a:t>java.nio.file</a:t>
            </a:r>
            <a:r>
              <a:rPr lang="da-DK" altLang="da-DK" b="1" dirty="0">
                <a:solidFill>
                  <a:srgbClr val="A50021"/>
                </a:solidFill>
                <a:ea typeface="ＭＳ Ｐゴシック" pitchFamily="34" charset="-128"/>
              </a:rPr>
              <a:t> pakken </a:t>
            </a:r>
            <a:r>
              <a:rPr lang="da-DK" altLang="da-DK" b="1" dirty="0">
                <a:solidFill>
                  <a:srgbClr val="008000"/>
                </a:solidFill>
                <a:ea typeface="ＭＳ Ｐゴシック" pitchFamily="34" charset="-128"/>
              </a:rPr>
              <a:t>Path</a:t>
            </a:r>
            <a:r>
              <a:rPr lang="da-DK" altLang="da-DK" b="1" dirty="0">
                <a:solidFill>
                  <a:srgbClr val="A50021"/>
                </a:solidFill>
                <a:ea typeface="ＭＳ Ｐゴシック" pitchFamily="34" charset="-128"/>
              </a:rPr>
              <a:t> interfacet og </a:t>
            </a:r>
            <a:r>
              <a:rPr lang="da-DK" altLang="da-DK" b="1" dirty="0">
                <a:solidFill>
                  <a:srgbClr val="008000"/>
                </a:solidFill>
                <a:ea typeface="ＭＳ Ｐゴシック" pitchFamily="34" charset="-128"/>
              </a:rPr>
              <a:t>Files</a:t>
            </a:r>
            <a:r>
              <a:rPr lang="da-DK" altLang="da-DK" b="1" dirty="0">
                <a:solidFill>
                  <a:srgbClr val="A50021"/>
                </a:solidFill>
                <a:ea typeface="ＭＳ Ｐゴシック" pitchFamily="34" charset="-128"/>
              </a:rPr>
              <a:t> klassen (som er mere moderne)</a:t>
            </a:r>
          </a:p>
        </p:txBody>
      </p:sp>
    </p:spTree>
    <p:extLst>
      <p:ext uri="{BB962C8B-B14F-4D97-AF65-F5344CB8AC3E}">
        <p14:creationId xmlns:p14="http://schemas.microsoft.com/office/powerpoint/2010/main" val="3786508140"/>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67544" y="260648"/>
            <a:ext cx="8568952" cy="682625"/>
          </a:xfrm>
        </p:spPr>
        <p:txBody>
          <a:bodyPr/>
          <a:lstStyle/>
          <a:p>
            <a:r>
              <a:rPr lang="da-DK" altLang="da-DK" sz="3200" dirty="0">
                <a:ea typeface="ＭＳ Ｐゴシック" pitchFamily="34" charset="-128"/>
              </a:rPr>
              <a:t>File output består af tre skridt</a:t>
            </a:r>
          </a:p>
        </p:txBody>
      </p:sp>
      <p:sp>
        <p:nvSpPr>
          <p:cNvPr id="2" name="Slide Number Placeholder 1"/>
          <p:cNvSpPr>
            <a:spLocks noGrp="1"/>
          </p:cNvSpPr>
          <p:nvPr>
            <p:ph type="sldNum" sz="quarter" idx="4294967295"/>
          </p:nvPr>
        </p:nvSpPr>
        <p:spPr>
          <a:xfrm>
            <a:off x="8532440" y="6400800"/>
            <a:ext cx="611560" cy="457200"/>
          </a:xfrm>
          <a:prstGeom prst="rect">
            <a:avLst/>
          </a:prstGeom>
        </p:spPr>
        <p:txBody>
          <a:bodyPr/>
          <a:lstStyle/>
          <a:p>
            <a:pPr>
              <a:defRPr/>
            </a:pPr>
            <a:fld id="{2CA5836E-6711-417F-AF48-31ACC3CF4030}" type="slidenum">
              <a:rPr lang="da-DK" altLang="da-DK" smtClean="0"/>
              <a:pPr>
                <a:defRPr/>
              </a:pPr>
              <a:t>28</a:t>
            </a:fld>
            <a:endParaRPr lang="da-DK" altLang="da-DK" dirty="0"/>
          </a:p>
        </p:txBody>
      </p:sp>
      <p:sp>
        <p:nvSpPr>
          <p:cNvPr id="5" name="Text Box 4"/>
          <p:cNvSpPr txBox="1">
            <a:spLocks noChangeArrowheads="1"/>
          </p:cNvSpPr>
          <p:nvPr/>
        </p:nvSpPr>
        <p:spPr bwMode="auto">
          <a:xfrm>
            <a:off x="2451314" y="1528538"/>
            <a:ext cx="5565285" cy="2833725"/>
          </a:xfrm>
          <a:prstGeom prst="rect">
            <a:avLst/>
          </a:prstGeom>
          <a:solidFill>
            <a:srgbClr val="FFFFCC"/>
          </a:solidFill>
          <a:ln w="28575">
            <a:solidFill>
              <a:srgbClr val="0000FF"/>
            </a:solidFill>
            <a:miter lim="800000"/>
            <a:headEnd/>
            <a:tailEnd/>
          </a:ln>
        </p:spPr>
        <p:txBody>
          <a:bodyPr wrap="square" lIns="90000" tIns="46800" rIns="90000" bIns="46800">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eaLnBrk="1" hangingPunct="1"/>
            <a:r>
              <a:rPr lang="en-US" altLang="da-DK" sz="1400" b="1" dirty="0">
                <a:solidFill>
                  <a:srgbClr val="7030A0"/>
                </a:solidFill>
                <a:latin typeface="Courier New" pitchFamily="49" charset="0"/>
              </a:rPr>
              <a:t>try</a:t>
            </a:r>
            <a:r>
              <a:rPr lang="en-US" altLang="da-DK" sz="1400" b="1" dirty="0">
                <a:solidFill>
                  <a:schemeClr val="tx1"/>
                </a:solidFill>
                <a:latin typeface="Courier New" pitchFamily="49" charset="0"/>
              </a:rPr>
              <a:t> {</a:t>
            </a:r>
          </a:p>
          <a:p>
            <a:pPr eaLnBrk="1" hangingPunct="1"/>
            <a:r>
              <a:rPr lang="en-US" altLang="da-DK" sz="1400" b="1" dirty="0">
                <a:solidFill>
                  <a:schemeClr val="tx1"/>
                </a:solidFill>
                <a:latin typeface="Courier New" pitchFamily="49" charset="0"/>
              </a:rPr>
              <a:t>  </a:t>
            </a:r>
            <a:r>
              <a:rPr lang="en-US" altLang="da-DK" sz="1400" b="1" dirty="0" err="1">
                <a:solidFill>
                  <a:schemeClr val="tx1"/>
                </a:solidFill>
                <a:latin typeface="Courier New" pitchFamily="49" charset="0"/>
              </a:rPr>
              <a:t>FileWriter</a:t>
            </a:r>
            <a:r>
              <a:rPr lang="en-US" altLang="da-DK" sz="1400" b="1" dirty="0">
                <a:solidFill>
                  <a:schemeClr val="tx1"/>
                </a:solidFill>
                <a:latin typeface="Courier New" pitchFamily="49" charset="0"/>
              </a:rPr>
              <a:t> writer = </a:t>
            </a:r>
            <a:r>
              <a:rPr lang="en-US" altLang="da-DK" sz="1400" b="1" dirty="0">
                <a:solidFill>
                  <a:srgbClr val="7030A0"/>
                </a:solidFill>
                <a:latin typeface="Courier New" pitchFamily="49" charset="0"/>
              </a:rPr>
              <a:t>new</a:t>
            </a:r>
            <a:r>
              <a:rPr lang="en-US" altLang="da-DK" sz="1400" b="1" dirty="0">
                <a:solidFill>
                  <a:schemeClr val="tx1"/>
                </a:solidFill>
                <a:latin typeface="Courier New" pitchFamily="49" charset="0"/>
              </a:rPr>
              <a:t> </a:t>
            </a:r>
            <a:r>
              <a:rPr lang="en-US" altLang="da-DK" sz="1400" b="1" dirty="0" err="1">
                <a:solidFill>
                  <a:schemeClr val="tx1"/>
                </a:solidFill>
                <a:latin typeface="Courier New" pitchFamily="49" charset="0"/>
              </a:rPr>
              <a:t>FileWriter</a:t>
            </a:r>
            <a:r>
              <a:rPr lang="en-US" altLang="da-DK" sz="1400" b="1" dirty="0">
                <a:solidFill>
                  <a:schemeClr val="tx1"/>
                </a:solidFill>
                <a:latin typeface="Courier New" pitchFamily="49" charset="0"/>
              </a:rPr>
              <a:t>(</a:t>
            </a:r>
            <a:r>
              <a:rPr lang="en-US" altLang="da-DK" sz="1400" b="1" i="1" dirty="0">
                <a:solidFill>
                  <a:srgbClr val="FF0000"/>
                </a:solidFill>
                <a:latin typeface="Courier New" pitchFamily="49" charset="0"/>
              </a:rPr>
              <a:t>file name</a:t>
            </a:r>
            <a:r>
              <a:rPr lang="en-US" altLang="da-DK" sz="1400" b="1" dirty="0">
                <a:solidFill>
                  <a:schemeClr val="tx1"/>
                </a:solidFill>
                <a:latin typeface="Courier New" pitchFamily="49" charset="0"/>
              </a:rPr>
              <a:t>);</a:t>
            </a:r>
          </a:p>
          <a:p>
            <a:pPr eaLnBrk="1" hangingPunct="1">
              <a:spcBef>
                <a:spcPts val="600"/>
              </a:spcBef>
            </a:pPr>
            <a:r>
              <a:rPr lang="en-US" altLang="da-DK" sz="1400" b="1" dirty="0">
                <a:solidFill>
                  <a:schemeClr val="tx1"/>
                </a:solidFill>
                <a:latin typeface="Courier New" pitchFamily="49" charset="0"/>
              </a:rPr>
              <a:t>  </a:t>
            </a:r>
            <a:r>
              <a:rPr lang="en-US" altLang="da-DK" sz="1400" b="1" dirty="0">
                <a:solidFill>
                  <a:srgbClr val="7030A0"/>
                </a:solidFill>
                <a:latin typeface="Courier New" pitchFamily="49" charset="0"/>
              </a:rPr>
              <a:t>while</a:t>
            </a:r>
            <a:r>
              <a:rPr lang="en-US" altLang="da-DK" sz="1400" b="1" dirty="0">
                <a:solidFill>
                  <a:schemeClr val="tx1"/>
                </a:solidFill>
                <a:latin typeface="Courier New" pitchFamily="49" charset="0"/>
              </a:rPr>
              <a:t>(</a:t>
            </a:r>
            <a:r>
              <a:rPr lang="en-US" altLang="da-DK" sz="1400" b="1" i="1" dirty="0">
                <a:solidFill>
                  <a:srgbClr val="FF0000"/>
                </a:solidFill>
                <a:latin typeface="Courier New" pitchFamily="49" charset="0"/>
              </a:rPr>
              <a:t>there is more text to write</a:t>
            </a:r>
            <a:r>
              <a:rPr lang="en-US" altLang="da-DK" sz="1400" b="1" dirty="0">
                <a:solidFill>
                  <a:schemeClr val="tx1"/>
                </a:solidFill>
                <a:latin typeface="Courier New" pitchFamily="49" charset="0"/>
              </a:rPr>
              <a:t>) {</a:t>
            </a:r>
          </a:p>
          <a:p>
            <a:pPr eaLnBrk="1" hangingPunct="1"/>
            <a:r>
              <a:rPr lang="en-US" altLang="da-DK" sz="1400" b="1" dirty="0">
                <a:solidFill>
                  <a:schemeClr val="tx1"/>
                </a:solidFill>
                <a:latin typeface="Courier New" pitchFamily="49" charset="0"/>
              </a:rPr>
              <a:t>    ...</a:t>
            </a:r>
          </a:p>
          <a:p>
            <a:pPr eaLnBrk="1" hangingPunct="1"/>
            <a:r>
              <a:rPr lang="en-US" altLang="da-DK" sz="1400" b="1" dirty="0">
                <a:solidFill>
                  <a:schemeClr val="tx1"/>
                </a:solidFill>
                <a:latin typeface="Courier New" pitchFamily="49" charset="0"/>
              </a:rPr>
              <a:t>    </a:t>
            </a:r>
            <a:r>
              <a:rPr lang="en-US" altLang="da-DK" sz="1400" b="1" dirty="0" err="1">
                <a:solidFill>
                  <a:schemeClr val="tx1"/>
                </a:solidFill>
                <a:latin typeface="Courier New" pitchFamily="49" charset="0"/>
              </a:rPr>
              <a:t>writer.write</a:t>
            </a:r>
            <a:r>
              <a:rPr lang="en-US" altLang="da-DK" sz="1400" b="1" dirty="0">
                <a:solidFill>
                  <a:schemeClr val="tx1"/>
                </a:solidFill>
                <a:latin typeface="Courier New" pitchFamily="49" charset="0"/>
              </a:rPr>
              <a:t>(</a:t>
            </a:r>
            <a:r>
              <a:rPr lang="en-US" altLang="da-DK" sz="1400" b="1" i="1" dirty="0">
                <a:solidFill>
                  <a:srgbClr val="FF0000"/>
                </a:solidFill>
                <a:latin typeface="Courier New" pitchFamily="49" charset="0"/>
              </a:rPr>
              <a:t>next piece of text</a:t>
            </a:r>
            <a:r>
              <a:rPr lang="en-US" altLang="da-DK" sz="1400" b="1" dirty="0">
                <a:solidFill>
                  <a:schemeClr val="tx1"/>
                </a:solidFill>
                <a:latin typeface="Courier New" pitchFamily="49" charset="0"/>
              </a:rPr>
              <a:t>);</a:t>
            </a:r>
          </a:p>
          <a:p>
            <a:pPr eaLnBrk="1" hangingPunct="1"/>
            <a:r>
              <a:rPr lang="en-US" altLang="da-DK" sz="1400" b="1" dirty="0">
                <a:solidFill>
                  <a:schemeClr val="tx1"/>
                </a:solidFill>
                <a:latin typeface="Courier New" pitchFamily="49" charset="0"/>
              </a:rPr>
              <a:t>    ...</a:t>
            </a:r>
          </a:p>
          <a:p>
            <a:pPr eaLnBrk="1" hangingPunct="1"/>
            <a:r>
              <a:rPr lang="en-US" altLang="da-DK" sz="1400" b="1" dirty="0">
                <a:solidFill>
                  <a:schemeClr val="tx1"/>
                </a:solidFill>
                <a:latin typeface="Courier New" pitchFamily="49" charset="0"/>
              </a:rPr>
              <a:t>  }</a:t>
            </a:r>
          </a:p>
          <a:p>
            <a:pPr eaLnBrk="1" hangingPunct="1">
              <a:spcBef>
                <a:spcPts val="600"/>
              </a:spcBef>
            </a:pPr>
            <a:r>
              <a:rPr lang="en-US" altLang="da-DK" sz="1400" b="1" dirty="0">
                <a:solidFill>
                  <a:schemeClr val="tx1"/>
                </a:solidFill>
                <a:latin typeface="Courier New" pitchFamily="49" charset="0"/>
              </a:rPr>
              <a:t>  </a:t>
            </a:r>
            <a:r>
              <a:rPr lang="en-US" altLang="da-DK" sz="1400" b="1" dirty="0" err="1">
                <a:solidFill>
                  <a:schemeClr val="tx1"/>
                </a:solidFill>
                <a:latin typeface="Courier New" pitchFamily="49" charset="0"/>
              </a:rPr>
              <a:t>writer.close</a:t>
            </a:r>
            <a:r>
              <a:rPr lang="en-US" altLang="da-DK" sz="1400" b="1" dirty="0">
                <a:solidFill>
                  <a:schemeClr val="tx1"/>
                </a:solidFill>
                <a:latin typeface="Courier New" pitchFamily="49" charset="0"/>
              </a:rPr>
              <a:t>();</a:t>
            </a:r>
          </a:p>
          <a:p>
            <a:pPr eaLnBrk="1" hangingPunct="1"/>
            <a:r>
              <a:rPr lang="en-US" altLang="da-DK" sz="1400" b="1" dirty="0">
                <a:solidFill>
                  <a:schemeClr val="tx1"/>
                </a:solidFill>
                <a:latin typeface="Courier New" pitchFamily="49" charset="0"/>
              </a:rPr>
              <a:t>}</a:t>
            </a:r>
          </a:p>
          <a:p>
            <a:pPr eaLnBrk="1" hangingPunct="1"/>
            <a:r>
              <a:rPr lang="en-US" altLang="da-DK" sz="1400" b="1" dirty="0">
                <a:solidFill>
                  <a:srgbClr val="7030A0"/>
                </a:solidFill>
                <a:latin typeface="Courier New" pitchFamily="49" charset="0"/>
              </a:rPr>
              <a:t>catch</a:t>
            </a:r>
            <a:r>
              <a:rPr lang="en-US" altLang="da-DK" sz="1400" b="1" dirty="0">
                <a:solidFill>
                  <a:schemeClr val="tx1"/>
                </a:solidFill>
                <a:latin typeface="Courier New" pitchFamily="49" charset="0"/>
              </a:rPr>
              <a:t>( </a:t>
            </a:r>
            <a:r>
              <a:rPr lang="en-US" altLang="da-DK" sz="1400" b="1" dirty="0" err="1">
                <a:solidFill>
                  <a:schemeClr val="tx1"/>
                </a:solidFill>
                <a:latin typeface="Courier New" pitchFamily="49" charset="0"/>
              </a:rPr>
              <a:t>IOException</a:t>
            </a:r>
            <a:r>
              <a:rPr lang="en-US" altLang="da-DK" sz="1400" b="1" dirty="0">
                <a:solidFill>
                  <a:schemeClr val="tx1"/>
                </a:solidFill>
                <a:latin typeface="Courier New" pitchFamily="49" charset="0"/>
              </a:rPr>
              <a:t> e ) {</a:t>
            </a:r>
          </a:p>
          <a:p>
            <a:pPr eaLnBrk="1" hangingPunct="1"/>
            <a:r>
              <a:rPr lang="en-US" altLang="da-DK" sz="1400" b="1" dirty="0">
                <a:solidFill>
                  <a:schemeClr val="tx1"/>
                </a:solidFill>
                <a:latin typeface="Courier New" pitchFamily="49" charset="0"/>
              </a:rPr>
              <a:t>  </a:t>
            </a:r>
            <a:r>
              <a:rPr lang="en-US" altLang="da-DK" sz="1400" b="1" i="1" dirty="0">
                <a:solidFill>
                  <a:srgbClr val="FF0000"/>
                </a:solidFill>
                <a:latin typeface="Courier New" pitchFamily="49" charset="0"/>
              </a:rPr>
              <a:t>something went wrong with accessing the file;</a:t>
            </a:r>
          </a:p>
          <a:p>
            <a:pPr eaLnBrk="1" hangingPunct="1"/>
            <a:r>
              <a:rPr lang="en-US" altLang="da-DK" sz="1400" b="1" dirty="0">
                <a:solidFill>
                  <a:schemeClr val="tx1"/>
                </a:solidFill>
                <a:latin typeface="Courier New" pitchFamily="49" charset="0"/>
              </a:rPr>
              <a:t>}</a:t>
            </a:r>
          </a:p>
        </p:txBody>
      </p:sp>
      <p:sp>
        <p:nvSpPr>
          <p:cNvPr id="6" name="Rectangle 3"/>
          <p:cNvSpPr txBox="1">
            <a:spLocks noChangeArrowheads="1"/>
          </p:cNvSpPr>
          <p:nvPr/>
        </p:nvSpPr>
        <p:spPr bwMode="auto">
          <a:xfrm>
            <a:off x="473936" y="4725144"/>
            <a:ext cx="8562559" cy="1656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pPr marL="342900" lvl="1" indent="-342900">
              <a:spcBef>
                <a:spcPts val="1200"/>
              </a:spcBef>
              <a:buChar char="•"/>
            </a:pPr>
            <a:r>
              <a:rPr lang="da-DK" altLang="da-DK" b="1" dirty="0">
                <a:solidFill>
                  <a:srgbClr val="A50021"/>
                </a:solidFill>
                <a:ea typeface="ＭＳ Ｐゴシック" pitchFamily="34" charset="-128"/>
              </a:rPr>
              <a:t>Alle tre skridt kan fejle – af forskellige grunde</a:t>
            </a:r>
          </a:p>
          <a:p>
            <a:pPr lvl="1">
              <a:spcBef>
                <a:spcPts val="600"/>
              </a:spcBef>
            </a:pPr>
            <a:r>
              <a:rPr lang="da-DK" altLang="da-DK" sz="1800" dirty="0">
                <a:ea typeface="ＭＳ Ｐゴシック" pitchFamily="34" charset="-128"/>
              </a:rPr>
              <a:t>Mange af disse er fuldstændig udenfor programmørens kontrol (såsom en disk, der er fuld eller ødelagt eller et ugyldig filnavn opgivet af brugeren)</a:t>
            </a:r>
          </a:p>
          <a:p>
            <a:pPr lvl="1">
              <a:spcBef>
                <a:spcPts val="600"/>
              </a:spcBef>
            </a:pPr>
            <a:r>
              <a:rPr lang="da-DK" altLang="da-DK" sz="1800" dirty="0">
                <a:ea typeface="ＭＳ Ｐゴシック" pitchFamily="34" charset="-128"/>
              </a:rPr>
              <a:t>Fejl håndteres ved hjælp af </a:t>
            </a:r>
            <a:r>
              <a:rPr lang="da-DK" altLang="da-DK" sz="1800" dirty="0" err="1">
                <a:ea typeface="ＭＳ Ｐゴシック" pitchFamily="34" charset="-128"/>
              </a:rPr>
              <a:t>IOException</a:t>
            </a:r>
            <a:r>
              <a:rPr lang="da-DK" altLang="da-DK" sz="1800" dirty="0">
                <a:ea typeface="ＭＳ Ｐゴシック" pitchFamily="34" charset="-128"/>
              </a:rPr>
              <a:t> (og dens subklasser)</a:t>
            </a:r>
          </a:p>
          <a:p>
            <a:pPr lvl="1">
              <a:spcBef>
                <a:spcPts val="600"/>
              </a:spcBef>
            </a:pPr>
            <a:r>
              <a:rPr lang="da-DK" altLang="da-DK" sz="1800" dirty="0">
                <a:ea typeface="ＭＳ Ｐゴシック" pitchFamily="34" charset="-128"/>
              </a:rPr>
              <a:t>Læs detaljer i BlueJ bogen (de egner sig ikke til en forelæsning)</a:t>
            </a:r>
          </a:p>
        </p:txBody>
      </p:sp>
      <p:sp>
        <p:nvSpPr>
          <p:cNvPr id="7" name="Line 22"/>
          <p:cNvSpPr>
            <a:spLocks noChangeShapeType="1"/>
          </p:cNvSpPr>
          <p:nvPr/>
        </p:nvSpPr>
        <p:spPr bwMode="auto">
          <a:xfrm flipH="1">
            <a:off x="6115448" y="1403685"/>
            <a:ext cx="4615" cy="372356"/>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8" name="Text Box 21"/>
          <p:cNvSpPr txBox="1">
            <a:spLocks noChangeArrowheads="1"/>
          </p:cNvSpPr>
          <p:nvPr/>
        </p:nvSpPr>
        <p:spPr bwMode="auto">
          <a:xfrm>
            <a:off x="5652120" y="1105096"/>
            <a:ext cx="12961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da-DK" altLang="da-DK" sz="1400" b="1" dirty="0">
                <a:solidFill>
                  <a:srgbClr val="FF0000"/>
                </a:solidFill>
              </a:rPr>
              <a:t>Filen åbnes</a:t>
            </a:r>
          </a:p>
        </p:txBody>
      </p:sp>
      <p:sp>
        <p:nvSpPr>
          <p:cNvPr id="9" name="Rectangle 28"/>
          <p:cNvSpPr>
            <a:spLocks noChangeArrowheads="1"/>
          </p:cNvSpPr>
          <p:nvPr/>
        </p:nvSpPr>
        <p:spPr bwMode="auto">
          <a:xfrm>
            <a:off x="4838459" y="1776041"/>
            <a:ext cx="2946453" cy="217373"/>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11" name="Line 22"/>
          <p:cNvSpPr>
            <a:spLocks noChangeShapeType="1"/>
          </p:cNvSpPr>
          <p:nvPr/>
        </p:nvSpPr>
        <p:spPr bwMode="auto">
          <a:xfrm>
            <a:off x="2051720" y="2615260"/>
            <a:ext cx="791651" cy="0"/>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12" name="Text Box 21"/>
          <p:cNvSpPr txBox="1">
            <a:spLocks noChangeArrowheads="1"/>
          </p:cNvSpPr>
          <p:nvPr/>
        </p:nvSpPr>
        <p:spPr bwMode="auto">
          <a:xfrm>
            <a:off x="740428" y="2012238"/>
            <a:ext cx="1719185"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da-DK" altLang="da-DK" sz="1400" b="1" dirty="0">
                <a:solidFill>
                  <a:srgbClr val="FF0000"/>
                </a:solidFill>
              </a:rPr>
              <a:t>Løkke hvori man skriver data ved hjælp af </a:t>
            </a:r>
            <a:r>
              <a:rPr lang="da-DK" altLang="da-DK" sz="1400" b="1" dirty="0" err="1">
                <a:solidFill>
                  <a:srgbClr val="FF0000"/>
                </a:solidFill>
              </a:rPr>
              <a:t>write</a:t>
            </a:r>
            <a:r>
              <a:rPr lang="da-DK" altLang="da-DK" sz="1400" b="1" dirty="0">
                <a:solidFill>
                  <a:srgbClr val="FF0000"/>
                </a:solidFill>
              </a:rPr>
              <a:t> metoden</a:t>
            </a:r>
          </a:p>
        </p:txBody>
      </p:sp>
      <p:sp>
        <p:nvSpPr>
          <p:cNvPr id="13" name="Rectangle 28"/>
          <p:cNvSpPr>
            <a:spLocks noChangeArrowheads="1"/>
          </p:cNvSpPr>
          <p:nvPr/>
        </p:nvSpPr>
        <p:spPr bwMode="auto">
          <a:xfrm>
            <a:off x="2719137" y="2068095"/>
            <a:ext cx="3920202" cy="1063173"/>
          </a:xfrm>
          <a:prstGeom prst="rect">
            <a:avLst/>
          </a:prstGeom>
          <a:noFill/>
          <a:ln w="25400">
            <a:solidFill>
              <a:srgbClr val="0000FF"/>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14" name="Line 22"/>
          <p:cNvSpPr>
            <a:spLocks noChangeShapeType="1"/>
          </p:cNvSpPr>
          <p:nvPr/>
        </p:nvSpPr>
        <p:spPr bwMode="auto">
          <a:xfrm>
            <a:off x="1907704" y="3294232"/>
            <a:ext cx="813125" cy="7295"/>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15" name="Text Box 21"/>
          <p:cNvSpPr txBox="1">
            <a:spLocks noChangeArrowheads="1"/>
          </p:cNvSpPr>
          <p:nvPr/>
        </p:nvSpPr>
        <p:spPr bwMode="auto">
          <a:xfrm>
            <a:off x="740428" y="3121988"/>
            <a:ext cx="121458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da-DK" altLang="da-DK" sz="1400" b="1" dirty="0">
                <a:solidFill>
                  <a:srgbClr val="FF0000"/>
                </a:solidFill>
              </a:rPr>
              <a:t>Filen lukkes</a:t>
            </a:r>
          </a:p>
        </p:txBody>
      </p:sp>
      <p:sp>
        <p:nvSpPr>
          <p:cNvPr id="16" name="Rectangle 28"/>
          <p:cNvSpPr>
            <a:spLocks noChangeArrowheads="1"/>
          </p:cNvSpPr>
          <p:nvPr/>
        </p:nvSpPr>
        <p:spPr bwMode="auto">
          <a:xfrm>
            <a:off x="2704787" y="3200525"/>
            <a:ext cx="1706792" cy="22924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17" name="Line 22"/>
          <p:cNvSpPr>
            <a:spLocks noChangeShapeType="1"/>
          </p:cNvSpPr>
          <p:nvPr/>
        </p:nvSpPr>
        <p:spPr bwMode="auto">
          <a:xfrm>
            <a:off x="2060019" y="3757652"/>
            <a:ext cx="399594" cy="0"/>
          </a:xfrm>
          <a:prstGeom prst="line">
            <a:avLst/>
          </a:prstGeom>
          <a:noFill/>
          <a:ln w="28575">
            <a:solidFill>
              <a:srgbClr val="008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18" name="Text Box 21"/>
          <p:cNvSpPr txBox="1">
            <a:spLocks noChangeArrowheads="1"/>
          </p:cNvSpPr>
          <p:nvPr/>
        </p:nvSpPr>
        <p:spPr bwMode="auto">
          <a:xfrm>
            <a:off x="723980" y="3601447"/>
            <a:ext cx="1480055" cy="674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ct val="50000"/>
              </a:spcBef>
              <a:buFontTx/>
              <a:buNone/>
            </a:pPr>
            <a:r>
              <a:rPr lang="da-DK" altLang="da-DK" sz="1400" b="1" dirty="0">
                <a:solidFill>
                  <a:srgbClr val="008000"/>
                </a:solidFill>
              </a:rPr>
              <a:t>Fejl håndteres ved at gribe </a:t>
            </a:r>
            <a:r>
              <a:rPr lang="da-DK" altLang="da-DK" sz="1400" b="1" dirty="0" err="1">
                <a:solidFill>
                  <a:srgbClr val="008000"/>
                </a:solidFill>
              </a:rPr>
              <a:t>IOExceptions</a:t>
            </a:r>
            <a:endParaRPr lang="da-DK" altLang="da-DK" sz="1400" b="1" dirty="0">
              <a:solidFill>
                <a:srgbClr val="008000"/>
              </a:solidFill>
            </a:endParaRPr>
          </a:p>
        </p:txBody>
      </p:sp>
      <p:sp>
        <p:nvSpPr>
          <p:cNvPr id="21" name="Rectangle 28"/>
          <p:cNvSpPr>
            <a:spLocks noChangeArrowheads="1"/>
          </p:cNvSpPr>
          <p:nvPr/>
        </p:nvSpPr>
        <p:spPr bwMode="auto">
          <a:xfrm>
            <a:off x="2903287" y="2518946"/>
            <a:ext cx="3643563" cy="217904"/>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22" name="Rectangle 28"/>
          <p:cNvSpPr>
            <a:spLocks noChangeArrowheads="1"/>
          </p:cNvSpPr>
          <p:nvPr/>
        </p:nvSpPr>
        <p:spPr bwMode="auto">
          <a:xfrm>
            <a:off x="3212787" y="3638550"/>
            <a:ext cx="1498913" cy="225899"/>
          </a:xfrm>
          <a:prstGeom prst="rect">
            <a:avLst/>
          </a:prstGeom>
          <a:noFill/>
          <a:ln w="25400">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solidFill>
                <a:srgbClr val="008000"/>
              </a:solidFill>
            </a:endParaRPr>
          </a:p>
        </p:txBody>
      </p:sp>
    </p:spTree>
    <p:extLst>
      <p:ext uri="{BB962C8B-B14F-4D97-AF65-F5344CB8AC3E}">
        <p14:creationId xmlns:p14="http://schemas.microsoft.com/office/powerpoint/2010/main" val="2848705576"/>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 Box 21"/>
          <p:cNvSpPr txBox="1">
            <a:spLocks noChangeArrowheads="1"/>
          </p:cNvSpPr>
          <p:nvPr/>
        </p:nvSpPr>
        <p:spPr bwMode="auto">
          <a:xfrm>
            <a:off x="158750" y="1591127"/>
            <a:ext cx="1900938" cy="919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ts val="400"/>
              </a:spcBef>
            </a:pPr>
            <a:r>
              <a:rPr lang="da-DK" altLang="da-DK" sz="1400" b="1" dirty="0">
                <a:solidFill>
                  <a:srgbClr val="FF0000"/>
                </a:solidFill>
              </a:rPr>
              <a:t>Karaktersæt</a:t>
            </a:r>
          </a:p>
          <a:p>
            <a:pPr>
              <a:lnSpc>
                <a:spcPct val="90000"/>
              </a:lnSpc>
              <a:spcBef>
                <a:spcPts val="400"/>
              </a:spcBef>
            </a:pPr>
            <a:r>
              <a:rPr lang="da-DK" altLang="da-DK" sz="1400" b="1" dirty="0">
                <a:solidFill>
                  <a:srgbClr val="FF0000"/>
                </a:solidFill>
              </a:rPr>
              <a:t>Filens sti</a:t>
            </a:r>
            <a:br>
              <a:rPr lang="da-DK" altLang="da-DK" sz="1400" b="1" dirty="0">
                <a:solidFill>
                  <a:srgbClr val="FF0000"/>
                </a:solidFill>
              </a:rPr>
            </a:br>
            <a:r>
              <a:rPr lang="da-DK" altLang="da-DK" sz="1400" b="1" spc="-60" dirty="0">
                <a:solidFill>
                  <a:srgbClr val="FF0000"/>
                </a:solidFill>
              </a:rPr>
              <a:t>(navn + placering</a:t>
            </a:r>
            <a:br>
              <a:rPr lang="da-DK" altLang="da-DK" sz="1400" b="1" spc="-60" dirty="0">
                <a:solidFill>
                  <a:srgbClr val="FF0000"/>
                </a:solidFill>
              </a:rPr>
            </a:br>
            <a:r>
              <a:rPr lang="da-DK" altLang="da-DK" sz="1400" b="1" spc="-60" dirty="0">
                <a:solidFill>
                  <a:srgbClr val="FF0000"/>
                </a:solidFill>
              </a:rPr>
              <a:t>i folder hierarkiet)</a:t>
            </a:r>
            <a:endParaRPr lang="da-DK" altLang="da-DK" sz="1400" b="1" dirty="0">
              <a:solidFill>
                <a:srgbClr val="FF0000"/>
              </a:solidFill>
            </a:endParaRPr>
          </a:p>
        </p:txBody>
      </p:sp>
      <p:sp>
        <p:nvSpPr>
          <p:cNvPr id="18434" name="Title 1"/>
          <p:cNvSpPr>
            <a:spLocks noGrp="1"/>
          </p:cNvSpPr>
          <p:nvPr>
            <p:ph type="title"/>
          </p:nvPr>
        </p:nvSpPr>
        <p:spPr>
          <a:xfrm>
            <a:off x="467544" y="260648"/>
            <a:ext cx="8568952" cy="682625"/>
          </a:xfrm>
        </p:spPr>
        <p:txBody>
          <a:bodyPr/>
          <a:lstStyle/>
          <a:p>
            <a:r>
              <a:rPr lang="da-DK" altLang="da-DK" sz="3200" dirty="0">
                <a:ea typeface="ＭＳ Ｐゴシック" pitchFamily="34" charset="-128"/>
              </a:rPr>
              <a:t>File input består af de samme tre skridt</a:t>
            </a:r>
          </a:p>
        </p:txBody>
      </p:sp>
      <p:sp>
        <p:nvSpPr>
          <p:cNvPr id="2" name="Slide Number Placeholder 1"/>
          <p:cNvSpPr>
            <a:spLocks noGrp="1"/>
          </p:cNvSpPr>
          <p:nvPr>
            <p:ph type="sldNum" sz="quarter" idx="4294967295"/>
          </p:nvPr>
        </p:nvSpPr>
        <p:spPr>
          <a:xfrm>
            <a:off x="8532440" y="6400800"/>
            <a:ext cx="611560" cy="457200"/>
          </a:xfrm>
          <a:prstGeom prst="rect">
            <a:avLst/>
          </a:prstGeom>
        </p:spPr>
        <p:txBody>
          <a:bodyPr/>
          <a:lstStyle/>
          <a:p>
            <a:pPr>
              <a:defRPr/>
            </a:pPr>
            <a:fld id="{2CA5836E-6711-417F-AF48-31ACC3CF4030}" type="slidenum">
              <a:rPr lang="da-DK" altLang="da-DK" smtClean="0"/>
              <a:pPr>
                <a:defRPr/>
              </a:pPr>
              <a:t>29</a:t>
            </a:fld>
            <a:endParaRPr lang="da-DK" altLang="da-DK" dirty="0"/>
          </a:p>
        </p:txBody>
      </p:sp>
      <p:sp>
        <p:nvSpPr>
          <p:cNvPr id="5" name="Text Box 4"/>
          <p:cNvSpPr txBox="1">
            <a:spLocks noChangeArrowheads="1"/>
          </p:cNvSpPr>
          <p:nvPr/>
        </p:nvSpPr>
        <p:spPr bwMode="auto">
          <a:xfrm>
            <a:off x="1762021" y="1556792"/>
            <a:ext cx="7274475" cy="3557534"/>
          </a:xfrm>
          <a:prstGeom prst="rect">
            <a:avLst/>
          </a:prstGeom>
          <a:solidFill>
            <a:srgbClr val="FFFFCC"/>
          </a:solidFill>
          <a:ln w="28575">
            <a:solidFill>
              <a:srgbClr val="0000FF"/>
            </a:solidFill>
            <a:miter lim="800000"/>
            <a:headEnd/>
            <a:tailEnd/>
          </a:ln>
        </p:spPr>
        <p:txBody>
          <a:bodyPr wrap="square" lIns="90000" tIns="90000" rIns="90000" bIns="46800">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eaLnBrk="1" hangingPunct="1"/>
            <a:r>
              <a:rPr lang="en-US" altLang="da-DK" sz="400" b="1" dirty="0">
                <a:solidFill>
                  <a:schemeClr val="tx1"/>
                </a:solidFill>
                <a:latin typeface="Courier New" pitchFamily="49" charset="0"/>
              </a:rPr>
              <a:t> </a:t>
            </a:r>
            <a:r>
              <a:rPr lang="en-US" altLang="da-DK" sz="1400" b="1" dirty="0">
                <a:solidFill>
                  <a:schemeClr val="tx1"/>
                </a:solidFill>
                <a:latin typeface="Courier New" pitchFamily="49" charset="0"/>
              </a:rPr>
              <a:t>Charset </a:t>
            </a:r>
            <a:r>
              <a:rPr lang="en-US" altLang="da-DK" sz="1400" b="1" dirty="0" err="1">
                <a:solidFill>
                  <a:schemeClr val="tx1"/>
                </a:solidFill>
                <a:latin typeface="Courier New" pitchFamily="49" charset="0"/>
              </a:rPr>
              <a:t>charset</a:t>
            </a:r>
            <a:r>
              <a:rPr lang="en-US" altLang="da-DK" sz="1400" b="1" dirty="0">
                <a:solidFill>
                  <a:schemeClr val="tx1"/>
                </a:solidFill>
                <a:latin typeface="Courier New" pitchFamily="49" charset="0"/>
              </a:rPr>
              <a:t> = </a:t>
            </a:r>
            <a:r>
              <a:rPr lang="en-US" altLang="da-DK" sz="1400" b="1" dirty="0" err="1">
                <a:solidFill>
                  <a:schemeClr val="tx1"/>
                </a:solidFill>
                <a:latin typeface="Courier New" pitchFamily="49" charset="0"/>
              </a:rPr>
              <a:t>Charset.forName</a:t>
            </a:r>
            <a:r>
              <a:rPr lang="en-US" altLang="da-DK" sz="1400" b="1" dirty="0">
                <a:solidFill>
                  <a:schemeClr val="tx1"/>
                </a:solidFill>
                <a:latin typeface="Courier New" pitchFamily="49" charset="0"/>
              </a:rPr>
              <a:t>(</a:t>
            </a:r>
            <a:r>
              <a:rPr lang="en-US" altLang="da-DK" sz="1400" b="1" dirty="0">
                <a:solidFill>
                  <a:srgbClr val="008000"/>
                </a:solidFill>
                <a:latin typeface="Courier New" pitchFamily="49" charset="0"/>
              </a:rPr>
              <a:t>"US-ASCII"</a:t>
            </a:r>
            <a:r>
              <a:rPr lang="en-US" altLang="da-DK" sz="1400" b="1" dirty="0">
                <a:solidFill>
                  <a:schemeClr val="tx1"/>
                </a:solidFill>
                <a:latin typeface="Courier New" pitchFamily="49" charset="0"/>
              </a:rPr>
              <a:t>);</a:t>
            </a:r>
          </a:p>
          <a:p>
            <a:pPr eaLnBrk="1" hangingPunct="1">
              <a:spcBef>
                <a:spcPts val="600"/>
              </a:spcBef>
            </a:pPr>
            <a:r>
              <a:rPr lang="en-US" altLang="da-DK" sz="1400" b="1" dirty="0">
                <a:solidFill>
                  <a:schemeClr val="tx1"/>
                </a:solidFill>
                <a:latin typeface="Courier New" pitchFamily="49" charset="0"/>
              </a:rPr>
              <a:t>Path </a:t>
            </a:r>
            <a:r>
              <a:rPr lang="en-US" altLang="da-DK" sz="1400" b="1" dirty="0" err="1">
                <a:solidFill>
                  <a:schemeClr val="tx1"/>
                </a:solidFill>
                <a:latin typeface="Courier New" pitchFamily="49" charset="0"/>
              </a:rPr>
              <a:t>path</a:t>
            </a:r>
            <a:r>
              <a:rPr lang="en-US" altLang="da-DK" sz="1400" b="1" dirty="0">
                <a:solidFill>
                  <a:schemeClr val="tx1"/>
                </a:solidFill>
                <a:latin typeface="Courier New" pitchFamily="49" charset="0"/>
              </a:rPr>
              <a:t> = </a:t>
            </a:r>
            <a:r>
              <a:rPr lang="en-US" altLang="da-DK" sz="1400" b="1" dirty="0" err="1">
                <a:solidFill>
                  <a:schemeClr val="tx1"/>
                </a:solidFill>
                <a:latin typeface="Courier New" pitchFamily="49" charset="0"/>
              </a:rPr>
              <a:t>Paths.get</a:t>
            </a:r>
            <a:r>
              <a:rPr lang="en-US" altLang="da-DK" sz="1400" b="1" dirty="0">
                <a:solidFill>
                  <a:schemeClr val="tx1"/>
                </a:solidFill>
                <a:latin typeface="Courier New" pitchFamily="49" charset="0"/>
              </a:rPr>
              <a:t>(</a:t>
            </a:r>
            <a:r>
              <a:rPr lang="en-US" altLang="da-DK" sz="1400" b="1" i="1" dirty="0">
                <a:solidFill>
                  <a:srgbClr val="FF0000"/>
                </a:solidFill>
                <a:latin typeface="Courier New" pitchFamily="49" charset="0"/>
              </a:rPr>
              <a:t>file name</a:t>
            </a:r>
            <a:r>
              <a:rPr lang="en-US" altLang="da-DK" sz="1400" b="1" dirty="0">
                <a:solidFill>
                  <a:schemeClr val="tx1"/>
                </a:solidFill>
                <a:latin typeface="Courier New" pitchFamily="49" charset="0"/>
              </a:rPr>
              <a:t>);</a:t>
            </a:r>
          </a:p>
          <a:p>
            <a:pPr eaLnBrk="1" hangingPunct="1">
              <a:spcBef>
                <a:spcPts val="600"/>
              </a:spcBef>
            </a:pPr>
            <a:r>
              <a:rPr lang="en-US" altLang="da-DK" sz="1400" b="1" dirty="0">
                <a:solidFill>
                  <a:srgbClr val="7030A0"/>
                </a:solidFill>
                <a:latin typeface="Courier New" pitchFamily="49" charset="0"/>
              </a:rPr>
              <a:t>try</a:t>
            </a:r>
            <a:r>
              <a:rPr lang="en-US" altLang="da-DK" sz="1400" b="1" dirty="0">
                <a:solidFill>
                  <a:srgbClr val="FF0000"/>
                </a:solidFill>
                <a:latin typeface="Courier New" pitchFamily="49" charset="0"/>
              </a:rPr>
              <a:t>(</a:t>
            </a:r>
            <a:r>
              <a:rPr lang="en-US" altLang="da-DK" sz="400" b="1" dirty="0">
                <a:solidFill>
                  <a:schemeClr val="tx1"/>
                </a:solidFill>
                <a:latin typeface="Courier New" pitchFamily="49" charset="0"/>
              </a:rPr>
              <a:t> </a:t>
            </a:r>
            <a:r>
              <a:rPr lang="en-US" altLang="da-DK" sz="1400" b="1" dirty="0">
                <a:solidFill>
                  <a:schemeClr val="tx1"/>
                </a:solidFill>
                <a:latin typeface="Courier New" pitchFamily="49" charset="0"/>
              </a:rPr>
              <a:t>BufferedReader</a:t>
            </a:r>
            <a:r>
              <a:rPr lang="en-US" altLang="da-DK" sz="1000" b="1" dirty="0">
                <a:solidFill>
                  <a:schemeClr val="tx1"/>
                </a:solidFill>
                <a:latin typeface="Courier New" pitchFamily="49" charset="0"/>
              </a:rPr>
              <a:t> </a:t>
            </a:r>
            <a:r>
              <a:rPr lang="en-US" altLang="da-DK" sz="1400" b="1" dirty="0">
                <a:solidFill>
                  <a:schemeClr val="tx1"/>
                </a:solidFill>
                <a:latin typeface="Courier New" pitchFamily="49" charset="0"/>
              </a:rPr>
              <a:t>reader</a:t>
            </a:r>
            <a:r>
              <a:rPr lang="en-US" altLang="da-DK" sz="1000" b="1" spc="-30" dirty="0">
                <a:solidFill>
                  <a:schemeClr val="tx1"/>
                </a:solidFill>
                <a:latin typeface="Courier New" pitchFamily="49" charset="0"/>
              </a:rPr>
              <a:t> </a:t>
            </a:r>
            <a:r>
              <a:rPr lang="en-US" altLang="da-DK" sz="1400" b="1" spc="-30" dirty="0">
                <a:solidFill>
                  <a:schemeClr val="tx1"/>
                </a:solidFill>
                <a:latin typeface="Courier New" pitchFamily="49" charset="0"/>
              </a:rPr>
              <a:t>=</a:t>
            </a:r>
            <a:r>
              <a:rPr lang="en-US" altLang="da-DK" sz="1000" b="1" spc="-30" dirty="0">
                <a:solidFill>
                  <a:schemeClr val="tx1"/>
                </a:solidFill>
                <a:latin typeface="Courier New" pitchFamily="49" charset="0"/>
              </a:rPr>
              <a:t> </a:t>
            </a:r>
            <a:r>
              <a:rPr lang="en-US" altLang="da-DK" sz="1400" b="1" spc="-30" dirty="0" err="1">
                <a:solidFill>
                  <a:schemeClr val="tx1"/>
                </a:solidFill>
                <a:latin typeface="Courier New" pitchFamily="49" charset="0"/>
              </a:rPr>
              <a:t>Files.newBufferedReader</a:t>
            </a:r>
            <a:r>
              <a:rPr lang="en-US" altLang="da-DK" sz="1400" b="1" dirty="0">
                <a:solidFill>
                  <a:schemeClr val="tx1"/>
                </a:solidFill>
                <a:latin typeface="Courier New" pitchFamily="49" charset="0"/>
              </a:rPr>
              <a:t>(path,</a:t>
            </a:r>
            <a:r>
              <a:rPr lang="en-US" altLang="da-DK" sz="800" b="1" dirty="0">
                <a:solidFill>
                  <a:schemeClr val="tx1"/>
                </a:solidFill>
                <a:latin typeface="Courier New" pitchFamily="49" charset="0"/>
              </a:rPr>
              <a:t> </a:t>
            </a:r>
            <a:r>
              <a:rPr lang="en-US" altLang="da-DK" sz="1400" b="1" dirty="0">
                <a:solidFill>
                  <a:schemeClr val="tx1"/>
                </a:solidFill>
                <a:latin typeface="Courier New" pitchFamily="49" charset="0"/>
              </a:rPr>
              <a:t>charset)</a:t>
            </a:r>
            <a:r>
              <a:rPr lang="en-US" altLang="da-DK" sz="1400" b="1" dirty="0">
                <a:solidFill>
                  <a:srgbClr val="FF0000"/>
                </a:solidFill>
                <a:latin typeface="Courier New" pitchFamily="49" charset="0"/>
              </a:rPr>
              <a:t>)</a:t>
            </a:r>
            <a:r>
              <a:rPr lang="en-US" altLang="da-DK" sz="800" b="1" dirty="0">
                <a:solidFill>
                  <a:schemeClr val="tx1"/>
                </a:solidFill>
                <a:latin typeface="Courier New" pitchFamily="49" charset="0"/>
              </a:rPr>
              <a:t> </a:t>
            </a:r>
            <a:r>
              <a:rPr lang="en-US" altLang="da-DK" sz="1400" b="1" dirty="0">
                <a:solidFill>
                  <a:schemeClr val="tx1"/>
                </a:solidFill>
                <a:latin typeface="Courier New" pitchFamily="49" charset="0"/>
              </a:rPr>
              <a:t>{</a:t>
            </a:r>
          </a:p>
          <a:p>
            <a:pPr eaLnBrk="1" hangingPunct="1">
              <a:spcBef>
                <a:spcPts val="600"/>
              </a:spcBef>
            </a:pPr>
            <a:r>
              <a:rPr lang="en-US" altLang="da-DK" sz="1400" b="1" dirty="0">
                <a:solidFill>
                  <a:schemeClr val="tx1"/>
                </a:solidFill>
                <a:latin typeface="Courier New" pitchFamily="49" charset="0"/>
              </a:rPr>
              <a:t>  String line = </a:t>
            </a:r>
            <a:r>
              <a:rPr lang="en-US" altLang="da-DK" sz="1400" b="1" dirty="0" err="1">
                <a:solidFill>
                  <a:schemeClr val="tx1"/>
                </a:solidFill>
                <a:latin typeface="Courier New" pitchFamily="49" charset="0"/>
              </a:rPr>
              <a:t>reader.readLine</a:t>
            </a:r>
            <a:r>
              <a:rPr lang="en-US" altLang="da-DK" sz="1400" b="1" dirty="0">
                <a:solidFill>
                  <a:schemeClr val="tx1"/>
                </a:solidFill>
                <a:latin typeface="Courier New" pitchFamily="49" charset="0"/>
              </a:rPr>
              <a:t>();</a:t>
            </a:r>
          </a:p>
          <a:p>
            <a:pPr eaLnBrk="1" hangingPunct="1"/>
            <a:r>
              <a:rPr lang="en-US" altLang="da-DK" sz="1400" b="1" dirty="0">
                <a:solidFill>
                  <a:schemeClr val="tx1"/>
                </a:solidFill>
                <a:latin typeface="Courier New" pitchFamily="49" charset="0"/>
              </a:rPr>
              <a:t>  </a:t>
            </a:r>
            <a:r>
              <a:rPr lang="en-US" altLang="da-DK" sz="1400" b="1" dirty="0">
                <a:solidFill>
                  <a:srgbClr val="7030A0"/>
                </a:solidFill>
                <a:latin typeface="Courier New" pitchFamily="49" charset="0"/>
              </a:rPr>
              <a:t>while</a:t>
            </a:r>
            <a:r>
              <a:rPr lang="en-US" altLang="da-DK" sz="1400" b="1" dirty="0">
                <a:solidFill>
                  <a:schemeClr val="tx1"/>
                </a:solidFill>
                <a:latin typeface="Courier New" pitchFamily="49" charset="0"/>
              </a:rPr>
              <a:t>(</a:t>
            </a:r>
            <a:r>
              <a:rPr lang="en-US" altLang="da-DK" sz="800" b="1" dirty="0">
                <a:solidFill>
                  <a:schemeClr val="tx1"/>
                </a:solidFill>
                <a:latin typeface="Courier New" pitchFamily="49" charset="0"/>
              </a:rPr>
              <a:t> </a:t>
            </a:r>
            <a:r>
              <a:rPr lang="en-US" altLang="da-DK" sz="1400" b="1" dirty="0">
                <a:solidFill>
                  <a:schemeClr val="tx1"/>
                </a:solidFill>
                <a:latin typeface="Courier New" pitchFamily="49" charset="0"/>
              </a:rPr>
              <a:t>line != </a:t>
            </a:r>
            <a:r>
              <a:rPr lang="en-US" altLang="da-DK" sz="1400" b="1" dirty="0">
                <a:solidFill>
                  <a:srgbClr val="0070C0"/>
                </a:solidFill>
                <a:latin typeface="Courier New" pitchFamily="49" charset="0"/>
              </a:rPr>
              <a:t>null</a:t>
            </a:r>
            <a:r>
              <a:rPr lang="en-US" altLang="da-DK" sz="800" b="1" dirty="0">
                <a:solidFill>
                  <a:schemeClr val="tx1"/>
                </a:solidFill>
                <a:latin typeface="Courier New" pitchFamily="49" charset="0"/>
              </a:rPr>
              <a:t> </a:t>
            </a:r>
            <a:r>
              <a:rPr lang="en-US" altLang="da-DK" sz="1400" b="1" dirty="0">
                <a:solidFill>
                  <a:schemeClr val="tx1"/>
                </a:solidFill>
                <a:latin typeface="Courier New" pitchFamily="49" charset="0"/>
              </a:rPr>
              <a:t>) {</a:t>
            </a:r>
          </a:p>
          <a:p>
            <a:pPr eaLnBrk="1" hangingPunct="1"/>
            <a:r>
              <a:rPr lang="en-US" altLang="da-DK" sz="1400" b="1" dirty="0">
                <a:solidFill>
                  <a:schemeClr val="tx1"/>
                </a:solidFill>
                <a:latin typeface="Courier New" pitchFamily="49" charset="0"/>
              </a:rPr>
              <a:t>    </a:t>
            </a:r>
            <a:r>
              <a:rPr lang="en-US" altLang="da-DK" sz="1400" b="1" i="1" dirty="0">
                <a:solidFill>
                  <a:srgbClr val="FF0000"/>
                </a:solidFill>
                <a:latin typeface="Courier New" pitchFamily="49" charset="0"/>
              </a:rPr>
              <a:t>do something with line</a:t>
            </a:r>
          </a:p>
          <a:p>
            <a:pPr eaLnBrk="1" hangingPunct="1"/>
            <a:r>
              <a:rPr lang="en-US" altLang="da-DK" sz="1400" b="1" dirty="0">
                <a:solidFill>
                  <a:schemeClr val="tx1"/>
                </a:solidFill>
                <a:latin typeface="Courier New" pitchFamily="49" charset="0"/>
              </a:rPr>
              <a:t>    line = </a:t>
            </a:r>
            <a:r>
              <a:rPr lang="en-US" altLang="da-DK" sz="1400" b="1" dirty="0" err="1">
                <a:solidFill>
                  <a:schemeClr val="tx1"/>
                </a:solidFill>
                <a:latin typeface="Courier New" pitchFamily="49" charset="0"/>
              </a:rPr>
              <a:t>reader.readLine</a:t>
            </a:r>
            <a:r>
              <a:rPr lang="en-US" altLang="da-DK" sz="1400" b="1" dirty="0">
                <a:solidFill>
                  <a:schemeClr val="tx1"/>
                </a:solidFill>
                <a:latin typeface="Courier New" pitchFamily="49" charset="0"/>
              </a:rPr>
              <a:t>();</a:t>
            </a:r>
            <a:endParaRPr lang="en-US" altLang="da-DK" sz="1400" b="1" i="1" dirty="0">
              <a:solidFill>
                <a:schemeClr val="tx1"/>
              </a:solidFill>
              <a:latin typeface="Courier New" pitchFamily="49" charset="0"/>
            </a:endParaRPr>
          </a:p>
          <a:p>
            <a:pPr eaLnBrk="1" hangingPunct="1"/>
            <a:r>
              <a:rPr lang="en-US" altLang="da-DK" sz="1400" b="1" dirty="0">
                <a:solidFill>
                  <a:schemeClr val="tx1"/>
                </a:solidFill>
                <a:latin typeface="Courier New" pitchFamily="49" charset="0"/>
              </a:rPr>
              <a:t>  }</a:t>
            </a:r>
          </a:p>
          <a:p>
            <a:pPr eaLnBrk="1" hangingPunct="1"/>
            <a:r>
              <a:rPr lang="en-US" altLang="da-DK" sz="1400" b="1" dirty="0">
                <a:solidFill>
                  <a:schemeClr val="tx1"/>
                </a:solidFill>
                <a:latin typeface="Courier New" pitchFamily="49" charset="0"/>
              </a:rPr>
              <a:t>}</a:t>
            </a:r>
          </a:p>
          <a:p>
            <a:pPr eaLnBrk="1" hangingPunct="1">
              <a:spcBef>
                <a:spcPts val="0"/>
              </a:spcBef>
            </a:pPr>
            <a:r>
              <a:rPr lang="en-US" altLang="da-DK" sz="1400" b="1" dirty="0">
                <a:solidFill>
                  <a:srgbClr val="7030A0"/>
                </a:solidFill>
                <a:latin typeface="Courier New" pitchFamily="49" charset="0"/>
              </a:rPr>
              <a:t>catch</a:t>
            </a:r>
            <a:r>
              <a:rPr lang="en-US" altLang="da-DK" sz="1400" b="1" dirty="0">
                <a:solidFill>
                  <a:schemeClr val="tx1"/>
                </a:solidFill>
                <a:latin typeface="Courier New" pitchFamily="49" charset="0"/>
              </a:rPr>
              <a:t>(</a:t>
            </a:r>
            <a:r>
              <a:rPr lang="en-US" altLang="da-DK" sz="1400" b="1" dirty="0" err="1">
                <a:solidFill>
                  <a:schemeClr val="tx1"/>
                </a:solidFill>
                <a:latin typeface="Courier New" pitchFamily="49" charset="0"/>
              </a:rPr>
              <a:t>FileNotFoundException</a:t>
            </a:r>
            <a:r>
              <a:rPr lang="en-US" altLang="da-DK" sz="1400" b="1" dirty="0">
                <a:solidFill>
                  <a:schemeClr val="tx1"/>
                </a:solidFill>
                <a:latin typeface="Courier New" pitchFamily="49" charset="0"/>
              </a:rPr>
              <a:t> e) {</a:t>
            </a:r>
          </a:p>
          <a:p>
            <a:pPr eaLnBrk="1" hangingPunct="1"/>
            <a:r>
              <a:rPr lang="en-US" altLang="da-DK" sz="1400" b="1" dirty="0">
                <a:solidFill>
                  <a:schemeClr val="tx1"/>
                </a:solidFill>
                <a:latin typeface="Courier New" pitchFamily="49" charset="0"/>
              </a:rPr>
              <a:t>  </a:t>
            </a:r>
            <a:r>
              <a:rPr lang="en-US" altLang="da-DK" sz="1400" b="1" i="1" dirty="0">
                <a:solidFill>
                  <a:srgbClr val="FF0000"/>
                </a:solidFill>
                <a:latin typeface="Courier New" pitchFamily="49" charset="0"/>
              </a:rPr>
              <a:t>deal with FNF exceptions</a:t>
            </a:r>
          </a:p>
          <a:p>
            <a:pPr eaLnBrk="1" hangingPunct="1"/>
            <a:r>
              <a:rPr lang="en-US" altLang="da-DK" sz="1400" b="1" dirty="0">
                <a:solidFill>
                  <a:schemeClr val="tx1"/>
                </a:solidFill>
                <a:latin typeface="Courier New" pitchFamily="49" charset="0"/>
              </a:rPr>
              <a:t>}</a:t>
            </a:r>
          </a:p>
          <a:p>
            <a:pPr eaLnBrk="1" hangingPunct="1"/>
            <a:r>
              <a:rPr lang="en-US" altLang="da-DK" sz="1400" b="1" dirty="0">
                <a:solidFill>
                  <a:srgbClr val="7030A0"/>
                </a:solidFill>
                <a:latin typeface="Courier New" pitchFamily="49" charset="0"/>
              </a:rPr>
              <a:t>catch</a:t>
            </a:r>
            <a:r>
              <a:rPr lang="en-US" altLang="da-DK" sz="1400" b="1" dirty="0">
                <a:solidFill>
                  <a:schemeClr val="tx1"/>
                </a:solidFill>
                <a:latin typeface="Courier New" pitchFamily="49" charset="0"/>
              </a:rPr>
              <a:t>(</a:t>
            </a:r>
            <a:r>
              <a:rPr lang="en-US" altLang="da-DK" sz="1400" b="1" dirty="0" err="1">
                <a:solidFill>
                  <a:schemeClr val="tx1"/>
                </a:solidFill>
                <a:latin typeface="Courier New" pitchFamily="49" charset="0"/>
              </a:rPr>
              <a:t>IOException</a:t>
            </a:r>
            <a:r>
              <a:rPr lang="en-US" altLang="da-DK" sz="1400" b="1" dirty="0">
                <a:solidFill>
                  <a:schemeClr val="tx1"/>
                </a:solidFill>
                <a:latin typeface="Courier New" pitchFamily="49" charset="0"/>
              </a:rPr>
              <a:t> e) {</a:t>
            </a:r>
          </a:p>
          <a:p>
            <a:pPr eaLnBrk="1" hangingPunct="1"/>
            <a:r>
              <a:rPr lang="en-US" altLang="da-DK" sz="1400" b="1" dirty="0">
                <a:solidFill>
                  <a:schemeClr val="tx1"/>
                </a:solidFill>
                <a:latin typeface="Courier New" pitchFamily="49" charset="0"/>
              </a:rPr>
              <a:t>  </a:t>
            </a:r>
            <a:r>
              <a:rPr lang="en-US" altLang="da-DK" sz="1400" b="1" i="1" dirty="0">
                <a:solidFill>
                  <a:srgbClr val="FF0000"/>
                </a:solidFill>
                <a:latin typeface="Courier New" pitchFamily="49" charset="0"/>
              </a:rPr>
              <a:t>deal with other </a:t>
            </a:r>
            <a:r>
              <a:rPr lang="en-US" altLang="da-DK" sz="1400" b="1" i="1" dirty="0" err="1">
                <a:solidFill>
                  <a:srgbClr val="FF0000"/>
                </a:solidFill>
                <a:latin typeface="Courier New" pitchFamily="49" charset="0"/>
              </a:rPr>
              <a:t>IOexceptions</a:t>
            </a:r>
            <a:endParaRPr lang="en-US" altLang="da-DK" sz="1400" b="1" i="1" dirty="0">
              <a:solidFill>
                <a:srgbClr val="FF0000"/>
              </a:solidFill>
              <a:latin typeface="Courier New" pitchFamily="49" charset="0"/>
            </a:endParaRPr>
          </a:p>
          <a:p>
            <a:pPr eaLnBrk="1" hangingPunct="1">
              <a:lnSpc>
                <a:spcPct val="80000"/>
              </a:lnSpc>
            </a:pPr>
            <a:r>
              <a:rPr lang="en-US" altLang="da-DK" sz="1400" b="1" dirty="0">
                <a:solidFill>
                  <a:schemeClr val="tx1"/>
                </a:solidFill>
                <a:latin typeface="Courier New" pitchFamily="49" charset="0"/>
              </a:rPr>
              <a:t>}</a:t>
            </a:r>
          </a:p>
        </p:txBody>
      </p:sp>
      <p:sp>
        <p:nvSpPr>
          <p:cNvPr id="8" name="Text Box 21"/>
          <p:cNvSpPr txBox="1">
            <a:spLocks noChangeArrowheads="1"/>
          </p:cNvSpPr>
          <p:nvPr/>
        </p:nvSpPr>
        <p:spPr bwMode="auto">
          <a:xfrm>
            <a:off x="5986854" y="3237786"/>
            <a:ext cx="2783276"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ts val="600"/>
              </a:spcBef>
              <a:buFontTx/>
              <a:buNone/>
            </a:pPr>
            <a:r>
              <a:rPr lang="da-DK" altLang="da-DK" sz="1400" b="1" dirty="0">
                <a:solidFill>
                  <a:srgbClr val="FF0000"/>
                </a:solidFill>
              </a:rPr>
              <a:t>Ved at placere åbningen i en parentes efter nøgleordet try, sikrer man, at filen </a:t>
            </a:r>
            <a:r>
              <a:rPr lang="da-DK" altLang="da-DK" sz="1400" b="1" dirty="0">
                <a:solidFill>
                  <a:srgbClr val="008000"/>
                </a:solidFill>
              </a:rPr>
              <a:t>automatisk</a:t>
            </a:r>
            <a:r>
              <a:rPr lang="da-DK" altLang="da-DK" sz="1400" b="1" dirty="0">
                <a:solidFill>
                  <a:srgbClr val="FF0000"/>
                </a:solidFill>
              </a:rPr>
              <a:t> lukkes efter læsningen (så det behøver vi ikke selv at gøre)</a:t>
            </a:r>
          </a:p>
        </p:txBody>
      </p:sp>
      <p:sp>
        <p:nvSpPr>
          <p:cNvPr id="9" name="Rectangle 28"/>
          <p:cNvSpPr>
            <a:spLocks noChangeArrowheads="1"/>
          </p:cNvSpPr>
          <p:nvPr/>
        </p:nvSpPr>
        <p:spPr bwMode="auto">
          <a:xfrm>
            <a:off x="2292935" y="2215775"/>
            <a:ext cx="6355148" cy="223294"/>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11" name="Line 22"/>
          <p:cNvSpPr>
            <a:spLocks noChangeShapeType="1"/>
          </p:cNvSpPr>
          <p:nvPr/>
        </p:nvSpPr>
        <p:spPr bwMode="auto">
          <a:xfrm flipV="1">
            <a:off x="1476554" y="3259521"/>
            <a:ext cx="691283" cy="1344"/>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13" name="Rectangle 28"/>
          <p:cNvSpPr>
            <a:spLocks noChangeArrowheads="1"/>
          </p:cNvSpPr>
          <p:nvPr/>
        </p:nvSpPr>
        <p:spPr bwMode="auto">
          <a:xfrm>
            <a:off x="2015823" y="2519751"/>
            <a:ext cx="3561504" cy="1079114"/>
          </a:xfrm>
          <a:prstGeom prst="rect">
            <a:avLst/>
          </a:prstGeom>
          <a:noFill/>
          <a:ln w="25400">
            <a:solidFill>
              <a:srgbClr val="0000FF"/>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14" name="Line 22"/>
          <p:cNvSpPr>
            <a:spLocks noChangeShapeType="1"/>
          </p:cNvSpPr>
          <p:nvPr/>
        </p:nvSpPr>
        <p:spPr bwMode="auto">
          <a:xfrm flipV="1">
            <a:off x="1526900" y="4116854"/>
            <a:ext cx="471509" cy="182761"/>
          </a:xfrm>
          <a:prstGeom prst="line">
            <a:avLst/>
          </a:prstGeom>
          <a:noFill/>
          <a:ln w="28575">
            <a:solidFill>
              <a:srgbClr val="008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16" name="Rectangle 28"/>
          <p:cNvSpPr>
            <a:spLocks noChangeArrowheads="1"/>
          </p:cNvSpPr>
          <p:nvPr/>
        </p:nvSpPr>
        <p:spPr bwMode="auto">
          <a:xfrm>
            <a:off x="2004683" y="4012721"/>
            <a:ext cx="2685065" cy="208269"/>
          </a:xfrm>
          <a:prstGeom prst="rect">
            <a:avLst/>
          </a:prstGeom>
          <a:noFill/>
          <a:ln w="25400">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17" name="Line 22"/>
          <p:cNvSpPr>
            <a:spLocks noChangeShapeType="1"/>
          </p:cNvSpPr>
          <p:nvPr/>
        </p:nvSpPr>
        <p:spPr bwMode="auto">
          <a:xfrm>
            <a:off x="1526901" y="4581128"/>
            <a:ext cx="471507" cy="160483"/>
          </a:xfrm>
          <a:prstGeom prst="line">
            <a:avLst/>
          </a:prstGeom>
          <a:noFill/>
          <a:ln w="28575">
            <a:solidFill>
              <a:srgbClr val="008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18" name="Text Box 21"/>
          <p:cNvSpPr txBox="1">
            <a:spLocks noChangeArrowheads="1"/>
          </p:cNvSpPr>
          <p:nvPr/>
        </p:nvSpPr>
        <p:spPr bwMode="auto">
          <a:xfrm>
            <a:off x="223532" y="4010901"/>
            <a:ext cx="1414187" cy="867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ct val="50000"/>
              </a:spcBef>
              <a:buFontTx/>
              <a:buNone/>
            </a:pPr>
            <a:r>
              <a:rPr lang="da-DK" altLang="da-DK" sz="1400" b="1" dirty="0">
                <a:solidFill>
                  <a:srgbClr val="008000"/>
                </a:solidFill>
              </a:rPr>
              <a:t>Fejl håndteres ved at gribe </a:t>
            </a:r>
            <a:r>
              <a:rPr lang="da-DK" altLang="da-DK" sz="1400" b="1" spc="-50" dirty="0">
                <a:solidFill>
                  <a:srgbClr val="008000"/>
                </a:solidFill>
              </a:rPr>
              <a:t>exceptions af </a:t>
            </a:r>
            <a:r>
              <a:rPr lang="da-DK" altLang="da-DK" sz="1400" b="1" dirty="0">
                <a:solidFill>
                  <a:srgbClr val="008000"/>
                </a:solidFill>
              </a:rPr>
              <a:t>forskellig type</a:t>
            </a:r>
          </a:p>
        </p:txBody>
      </p:sp>
      <p:sp>
        <p:nvSpPr>
          <p:cNvPr id="19" name="Rectangle 28"/>
          <p:cNvSpPr>
            <a:spLocks noChangeArrowheads="1"/>
          </p:cNvSpPr>
          <p:nvPr/>
        </p:nvSpPr>
        <p:spPr bwMode="auto">
          <a:xfrm>
            <a:off x="2020090" y="4649753"/>
            <a:ext cx="3151796" cy="211317"/>
          </a:xfrm>
          <a:prstGeom prst="rect">
            <a:avLst/>
          </a:prstGeom>
          <a:noFill/>
          <a:ln w="25400">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20" name="Line 22"/>
          <p:cNvSpPr>
            <a:spLocks noChangeShapeType="1"/>
          </p:cNvSpPr>
          <p:nvPr/>
        </p:nvSpPr>
        <p:spPr bwMode="auto">
          <a:xfrm flipH="1" flipV="1">
            <a:off x="6686930" y="2445022"/>
            <a:ext cx="0" cy="312519"/>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21" name="Text Box 21"/>
          <p:cNvSpPr txBox="1">
            <a:spLocks noChangeArrowheads="1"/>
          </p:cNvSpPr>
          <p:nvPr/>
        </p:nvSpPr>
        <p:spPr bwMode="auto">
          <a:xfrm>
            <a:off x="5966850" y="2710409"/>
            <a:ext cx="287965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ct val="50000"/>
              </a:spcBef>
              <a:buFontTx/>
              <a:buNone/>
            </a:pPr>
            <a:r>
              <a:rPr lang="da-DK" altLang="da-DK" sz="1400" b="1" dirty="0">
                <a:solidFill>
                  <a:srgbClr val="FF0000"/>
                </a:solidFill>
              </a:rPr>
              <a:t>Filen åbnes ved hjælp af en klassemetode i Files klassen</a:t>
            </a:r>
          </a:p>
        </p:txBody>
      </p:sp>
      <p:sp>
        <p:nvSpPr>
          <p:cNvPr id="22" name="Rectangle 28"/>
          <p:cNvSpPr>
            <a:spLocks noChangeArrowheads="1"/>
          </p:cNvSpPr>
          <p:nvPr/>
        </p:nvSpPr>
        <p:spPr bwMode="auto">
          <a:xfrm>
            <a:off x="1828156" y="1644768"/>
            <a:ext cx="5030775" cy="23018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23" name="Line 22"/>
          <p:cNvSpPr>
            <a:spLocks noChangeShapeType="1"/>
          </p:cNvSpPr>
          <p:nvPr/>
        </p:nvSpPr>
        <p:spPr bwMode="auto">
          <a:xfrm flipV="1">
            <a:off x="1473249" y="1742925"/>
            <a:ext cx="359046" cy="0"/>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25" name="Rectangle 28"/>
          <p:cNvSpPr>
            <a:spLocks noChangeArrowheads="1"/>
          </p:cNvSpPr>
          <p:nvPr/>
        </p:nvSpPr>
        <p:spPr bwMode="auto">
          <a:xfrm>
            <a:off x="1826569" y="1929350"/>
            <a:ext cx="3784247" cy="23215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28" name="Line 22"/>
          <p:cNvSpPr>
            <a:spLocks noChangeShapeType="1"/>
          </p:cNvSpPr>
          <p:nvPr/>
        </p:nvSpPr>
        <p:spPr bwMode="auto">
          <a:xfrm flipV="1">
            <a:off x="1270851" y="1997716"/>
            <a:ext cx="559862" cy="0"/>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26" name="Rectangle 3"/>
          <p:cNvSpPr txBox="1">
            <a:spLocks noChangeArrowheads="1"/>
          </p:cNvSpPr>
          <p:nvPr/>
        </p:nvSpPr>
        <p:spPr bwMode="auto">
          <a:xfrm>
            <a:off x="413672" y="1092972"/>
            <a:ext cx="8478808" cy="423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pPr marL="342900" lvl="1" indent="-342900">
              <a:spcBef>
                <a:spcPts val="1200"/>
              </a:spcBef>
              <a:buChar char="•"/>
            </a:pPr>
            <a:r>
              <a:rPr lang="da-DK" altLang="da-DK" b="1" dirty="0">
                <a:solidFill>
                  <a:srgbClr val="A50021"/>
                </a:solidFill>
                <a:ea typeface="ＭＳ Ｐゴシック" pitchFamily="34" charset="-128"/>
              </a:rPr>
              <a:t>Nu beskrevet i lidt større detaljer med brug af faciliteter fra </a:t>
            </a:r>
            <a:r>
              <a:rPr lang="da-DK" altLang="da-DK" b="1" dirty="0" err="1">
                <a:solidFill>
                  <a:srgbClr val="A50021"/>
                </a:solidFill>
                <a:ea typeface="ＭＳ Ｐゴシック" pitchFamily="34" charset="-128"/>
              </a:rPr>
              <a:t>nio</a:t>
            </a:r>
            <a:endParaRPr lang="da-DK" altLang="da-DK" b="1" dirty="0">
              <a:solidFill>
                <a:srgbClr val="A50021"/>
              </a:solidFill>
              <a:ea typeface="ＭＳ Ｐゴシック" pitchFamily="34" charset="-128"/>
            </a:endParaRPr>
          </a:p>
        </p:txBody>
      </p:sp>
      <p:sp>
        <p:nvSpPr>
          <p:cNvPr id="27" name="Text Box 21"/>
          <p:cNvSpPr txBox="1">
            <a:spLocks noChangeArrowheads="1"/>
          </p:cNvSpPr>
          <p:nvPr/>
        </p:nvSpPr>
        <p:spPr bwMode="auto">
          <a:xfrm>
            <a:off x="187862" y="2675158"/>
            <a:ext cx="1619413"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da-DK" altLang="da-DK" sz="1400" b="1" dirty="0">
                <a:solidFill>
                  <a:srgbClr val="FF0000"/>
                </a:solidFill>
              </a:rPr>
              <a:t>Løkke hvori </a:t>
            </a:r>
            <a:br>
              <a:rPr lang="da-DK" altLang="da-DK" sz="1400" b="1" dirty="0">
                <a:solidFill>
                  <a:srgbClr val="FF0000"/>
                </a:solidFill>
              </a:rPr>
            </a:br>
            <a:r>
              <a:rPr lang="da-DK" altLang="da-DK" sz="1400" b="1" spc="-60" dirty="0">
                <a:solidFill>
                  <a:srgbClr val="FF0000"/>
                </a:solidFill>
              </a:rPr>
              <a:t>man læser data ved hjælp af </a:t>
            </a:r>
            <a:r>
              <a:rPr lang="da-DK" altLang="da-DK" sz="1400" b="1" spc="-60" dirty="0" err="1">
                <a:solidFill>
                  <a:srgbClr val="FF0000"/>
                </a:solidFill>
              </a:rPr>
              <a:t>readLine</a:t>
            </a:r>
            <a:r>
              <a:rPr lang="da-DK" altLang="da-DK" sz="1400" b="1" spc="-60" dirty="0">
                <a:solidFill>
                  <a:srgbClr val="FF0000"/>
                </a:solidFill>
              </a:rPr>
              <a:t> metoden</a:t>
            </a:r>
          </a:p>
        </p:txBody>
      </p:sp>
      <p:sp>
        <p:nvSpPr>
          <p:cNvPr id="29" name="Rectangle 3"/>
          <p:cNvSpPr txBox="1">
            <a:spLocks noChangeArrowheads="1"/>
          </p:cNvSpPr>
          <p:nvPr/>
        </p:nvSpPr>
        <p:spPr bwMode="auto">
          <a:xfrm>
            <a:off x="484932" y="5229200"/>
            <a:ext cx="7728766" cy="1389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pPr marL="342900" lvl="1" indent="-342900">
              <a:spcBef>
                <a:spcPts val="1200"/>
              </a:spcBef>
              <a:buChar char="•"/>
            </a:pPr>
            <a:r>
              <a:rPr lang="da-DK" altLang="da-DK" b="1" dirty="0">
                <a:solidFill>
                  <a:srgbClr val="A50021"/>
                </a:solidFill>
                <a:ea typeface="ＭＳ Ｐゴシック" pitchFamily="34" charset="-128"/>
              </a:rPr>
              <a:t>Alle tre skridt kan fejle – af forskellige grunde</a:t>
            </a:r>
          </a:p>
          <a:p>
            <a:pPr lvl="1">
              <a:spcBef>
                <a:spcPts val="400"/>
              </a:spcBef>
            </a:pPr>
            <a:r>
              <a:rPr lang="da-DK" altLang="da-DK" sz="1800" dirty="0">
                <a:ea typeface="ＭＳ Ｐゴシック" pitchFamily="34" charset="-128"/>
              </a:rPr>
              <a:t>Mange af disse er fuldstændig udenfor programmørens kontrol</a:t>
            </a:r>
          </a:p>
          <a:p>
            <a:pPr lvl="1">
              <a:spcBef>
                <a:spcPts val="400"/>
              </a:spcBef>
            </a:pPr>
            <a:r>
              <a:rPr lang="da-DK" altLang="da-DK" sz="1800" dirty="0">
                <a:ea typeface="ＭＳ Ｐゴシック" pitchFamily="34" charset="-128"/>
              </a:rPr>
              <a:t>Fejl håndteres ved hjælp af </a:t>
            </a:r>
            <a:r>
              <a:rPr lang="da-DK" altLang="da-DK" sz="1800" dirty="0" err="1">
                <a:ea typeface="ＭＳ Ｐゴシック" pitchFamily="34" charset="-128"/>
              </a:rPr>
              <a:t>IOException</a:t>
            </a:r>
            <a:r>
              <a:rPr lang="da-DK" altLang="da-DK" sz="1800" dirty="0">
                <a:ea typeface="ＭＳ Ｐゴシック" pitchFamily="34" charset="-128"/>
              </a:rPr>
              <a:t> (og dens subklasser)</a:t>
            </a:r>
          </a:p>
          <a:p>
            <a:pPr lvl="1">
              <a:spcBef>
                <a:spcPts val="400"/>
              </a:spcBef>
            </a:pPr>
            <a:r>
              <a:rPr lang="da-DK" altLang="da-DK" sz="1800" dirty="0">
                <a:ea typeface="ＭＳ Ｐゴシック" pitchFamily="34" charset="-128"/>
              </a:rPr>
              <a:t>Læs detaljer i BlueJ bogen (de egner sig ikke til en forelæsning)</a:t>
            </a:r>
          </a:p>
        </p:txBody>
      </p:sp>
      <p:sp>
        <p:nvSpPr>
          <p:cNvPr id="30" name="Rectangle 28"/>
          <p:cNvSpPr>
            <a:spLocks noChangeArrowheads="1"/>
          </p:cNvSpPr>
          <p:nvPr/>
        </p:nvSpPr>
        <p:spPr bwMode="auto">
          <a:xfrm>
            <a:off x="2231723" y="3161101"/>
            <a:ext cx="2759823" cy="210749"/>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Tree>
    <p:extLst>
      <p:ext uri="{BB962C8B-B14F-4D97-AF65-F5344CB8AC3E}">
        <p14:creationId xmlns:p14="http://schemas.microsoft.com/office/powerpoint/2010/main" val="225234036"/>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72698" y="260648"/>
            <a:ext cx="8491790" cy="682625"/>
          </a:xfrm>
        </p:spPr>
        <p:txBody>
          <a:bodyPr/>
          <a:lstStyle/>
          <a:p>
            <a:r>
              <a:rPr lang="da-DK" altLang="da-DK" sz="2800" spc="-100" dirty="0">
                <a:ea typeface="ＭＳ Ｐゴシック" pitchFamily="34" charset="-128"/>
              </a:rPr>
              <a:t>Files klassen (</a:t>
            </a:r>
            <a:r>
              <a:rPr lang="da-DK" altLang="da-DK" sz="2800" spc="-100" dirty="0" err="1">
                <a:ea typeface="ＭＳ Ｐゴシック" pitchFamily="34" charset="-128"/>
              </a:rPr>
              <a:t>java.nio</a:t>
            </a:r>
            <a:r>
              <a:rPr lang="da-DK" altLang="da-DK" sz="2800" spc="-100" dirty="0">
                <a:ea typeface="ＭＳ Ｐゴシック" pitchFamily="34" charset="-128"/>
              </a:rPr>
              <a:t>) og Scanner klassen (</a:t>
            </a:r>
            <a:r>
              <a:rPr lang="da-DK" altLang="da-DK" sz="2800" spc="-100" dirty="0" err="1">
                <a:ea typeface="ＭＳ Ｐゴシック" pitchFamily="34" charset="-128"/>
              </a:rPr>
              <a:t>java.util</a:t>
            </a:r>
            <a:r>
              <a:rPr lang="da-DK" altLang="da-DK" sz="2800" spc="-100" dirty="0">
                <a:ea typeface="ＭＳ Ｐゴシック" pitchFamily="34" charset="-128"/>
              </a:rPr>
              <a:t>)</a:t>
            </a:r>
          </a:p>
        </p:txBody>
      </p:sp>
      <p:sp>
        <p:nvSpPr>
          <p:cNvPr id="2" name="Slide Number Placeholder 1"/>
          <p:cNvSpPr>
            <a:spLocks noGrp="1"/>
          </p:cNvSpPr>
          <p:nvPr>
            <p:ph type="sldNum" sz="quarter" idx="4294967295"/>
          </p:nvPr>
        </p:nvSpPr>
        <p:spPr>
          <a:xfrm>
            <a:off x="8532440" y="6400800"/>
            <a:ext cx="611560" cy="457200"/>
          </a:xfrm>
          <a:prstGeom prst="rect">
            <a:avLst/>
          </a:prstGeom>
        </p:spPr>
        <p:txBody>
          <a:bodyPr/>
          <a:lstStyle/>
          <a:p>
            <a:pPr>
              <a:defRPr/>
            </a:pPr>
            <a:fld id="{2CA5836E-6711-417F-AF48-31ACC3CF4030}" type="slidenum">
              <a:rPr lang="da-DK" altLang="da-DK" smtClean="0"/>
              <a:pPr>
                <a:defRPr/>
              </a:pPr>
              <a:t>30</a:t>
            </a:fld>
            <a:endParaRPr lang="da-DK" altLang="da-DK" dirty="0"/>
          </a:p>
        </p:txBody>
      </p:sp>
      <p:sp>
        <p:nvSpPr>
          <p:cNvPr id="10" name="Rectangle 3"/>
          <p:cNvSpPr txBox="1">
            <a:spLocks noChangeArrowheads="1"/>
          </p:cNvSpPr>
          <p:nvPr/>
        </p:nvSpPr>
        <p:spPr bwMode="auto">
          <a:xfrm>
            <a:off x="340078" y="1052736"/>
            <a:ext cx="8696418" cy="5348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pPr marL="342900" lvl="1" indent="-342900" eaLnBrk="1" hangingPunct="1">
              <a:spcBef>
                <a:spcPts val="1800"/>
              </a:spcBef>
              <a:buFontTx/>
              <a:buChar char="•"/>
            </a:pPr>
            <a:r>
              <a:rPr lang="da-DK" altLang="da-DK" b="1" dirty="0">
                <a:solidFill>
                  <a:srgbClr val="008000"/>
                </a:solidFill>
                <a:latin typeface="Arial" pitchFamily="34" charset="0"/>
                <a:ea typeface="ＭＳ Ｐゴシック" pitchFamily="34" charset="-128"/>
              </a:rPr>
              <a:t>Files</a:t>
            </a:r>
            <a:r>
              <a:rPr lang="da-DK" altLang="da-DK" b="1" dirty="0">
                <a:solidFill>
                  <a:srgbClr val="A50021"/>
                </a:solidFill>
                <a:latin typeface="Arial" pitchFamily="34" charset="0"/>
                <a:ea typeface="ＭＳ Ｐゴシック" pitchFamily="34" charset="-128"/>
              </a:rPr>
              <a:t> klassen indeholder klassemetoden </a:t>
            </a:r>
            <a:r>
              <a:rPr lang="da-DK" altLang="da-DK" b="1" dirty="0">
                <a:solidFill>
                  <a:srgbClr val="008000"/>
                </a:solidFill>
                <a:latin typeface="Arial" pitchFamily="34" charset="0"/>
                <a:ea typeface="ＭＳ Ｐゴシック" pitchFamily="34" charset="-128"/>
              </a:rPr>
              <a:t>lines</a:t>
            </a:r>
          </a:p>
          <a:p>
            <a:pPr lvl="1">
              <a:spcBef>
                <a:spcPts val="600"/>
              </a:spcBef>
            </a:pPr>
            <a:r>
              <a:rPr lang="da-DK" altLang="da-DK" sz="1800" dirty="0">
                <a:ea typeface="ＭＳ Ｐゴシック" pitchFamily="34" charset="-128"/>
              </a:rPr>
              <a:t>Ved at bruge den kan man helt undgå at bruge klassen BufferedReader</a:t>
            </a:r>
          </a:p>
          <a:p>
            <a:pPr lvl="1">
              <a:spcBef>
                <a:spcPts val="600"/>
              </a:spcBef>
            </a:pPr>
            <a:r>
              <a:rPr lang="da-DK" altLang="da-DK" sz="1800" dirty="0">
                <a:ea typeface="ＭＳ Ｐゴシック" pitchFamily="34" charset="-128"/>
              </a:rPr>
              <a:t>Metoden tager en parameter af typen Path og returnerer en Stream&lt;String&gt;</a:t>
            </a:r>
            <a:br>
              <a:rPr lang="da-DK" altLang="da-DK" sz="1800" dirty="0">
                <a:ea typeface="ＭＳ Ｐゴシック" pitchFamily="34" charset="-128"/>
              </a:rPr>
            </a:br>
            <a:r>
              <a:rPr lang="da-DK" altLang="da-DK" sz="1800" dirty="0">
                <a:ea typeface="ＭＳ Ｐゴシック" pitchFamily="34" charset="-128"/>
              </a:rPr>
              <a:t>(som kendt fra afsnittet om funktionel programmering)</a:t>
            </a:r>
          </a:p>
          <a:p>
            <a:pPr lvl="1">
              <a:spcBef>
                <a:spcPts val="600"/>
              </a:spcBef>
            </a:pPr>
            <a:endParaRPr lang="da-DK" altLang="da-DK" sz="1800" dirty="0">
              <a:ea typeface="ＭＳ Ｐゴシック" pitchFamily="34" charset="-128"/>
            </a:endParaRPr>
          </a:p>
          <a:p>
            <a:pPr lvl="1">
              <a:spcBef>
                <a:spcPts val="1800"/>
              </a:spcBef>
            </a:pPr>
            <a:r>
              <a:rPr lang="da-DK" altLang="da-DK" sz="1800" dirty="0">
                <a:ea typeface="ＭＳ Ｐゴシック" pitchFamily="34" charset="-128"/>
              </a:rPr>
              <a:t>Den skabte stream kan behandles via funktionel programmering eller konverteres til et array eller en arrayliste</a:t>
            </a:r>
          </a:p>
          <a:p>
            <a:pPr marL="342900" lvl="1" indent="-342900">
              <a:spcBef>
                <a:spcPts val="2400"/>
              </a:spcBef>
              <a:buChar char="•"/>
            </a:pPr>
            <a:r>
              <a:rPr lang="da-DK" altLang="da-DK" b="1" dirty="0">
                <a:solidFill>
                  <a:srgbClr val="008000"/>
                </a:solidFill>
                <a:ea typeface="ＭＳ Ｐゴシック" pitchFamily="34" charset="-128"/>
              </a:rPr>
              <a:t>Scanner</a:t>
            </a:r>
            <a:r>
              <a:rPr lang="da-DK" altLang="da-DK" b="1" dirty="0">
                <a:solidFill>
                  <a:srgbClr val="A50021"/>
                </a:solidFill>
                <a:ea typeface="ＭＳ Ｐゴシック" pitchFamily="34" charset="-128"/>
              </a:rPr>
              <a:t> klassen indeholder metoder til at opbryde teksten fra en fil i delkomponenter</a:t>
            </a:r>
          </a:p>
          <a:p>
            <a:pPr lvl="1">
              <a:spcBef>
                <a:spcPts val="600"/>
              </a:spcBef>
            </a:pPr>
            <a:r>
              <a:rPr lang="da-DK" altLang="da-DK" sz="1800" dirty="0">
                <a:ea typeface="ＭＳ Ｐゴシック" pitchFamily="34" charset="-128"/>
              </a:rPr>
              <a:t>F.eks. returnerer </a:t>
            </a:r>
            <a:r>
              <a:rPr lang="da-DK" altLang="da-DK" sz="1800" dirty="0" err="1">
                <a:ea typeface="ＭＳ Ｐゴシック" pitchFamily="34" charset="-128"/>
              </a:rPr>
              <a:t>nextInt</a:t>
            </a:r>
            <a:r>
              <a:rPr lang="da-DK" altLang="da-DK" sz="1800" dirty="0">
                <a:ea typeface="ＭＳ Ｐゴシック" pitchFamily="34" charset="-128"/>
              </a:rPr>
              <a:t> et heltal ved at læse de næste tegn på filen</a:t>
            </a:r>
          </a:p>
          <a:p>
            <a:pPr lvl="1">
              <a:spcBef>
                <a:spcPts val="600"/>
              </a:spcBef>
            </a:pPr>
            <a:r>
              <a:rPr lang="da-DK" altLang="da-DK" sz="1800" dirty="0">
                <a:ea typeface="ＭＳ Ｐゴシック" pitchFamily="34" charset="-128"/>
              </a:rPr>
              <a:t>Ved at kalde </a:t>
            </a:r>
            <a:r>
              <a:rPr lang="da-DK" altLang="da-DK" sz="1800" dirty="0" err="1">
                <a:ea typeface="ＭＳ Ｐゴシック" pitchFamily="34" charset="-128"/>
              </a:rPr>
              <a:t>hasNextInt</a:t>
            </a:r>
            <a:r>
              <a:rPr lang="da-DK" altLang="da-DK" sz="1800" dirty="0">
                <a:ea typeface="ＭＳ Ｐゴシック" pitchFamily="34" charset="-128"/>
              </a:rPr>
              <a:t> før kaldet af nextInt, kan man undgå, at der kastes en exception, hvis de næste tegn ikke udgør et heltal</a:t>
            </a:r>
          </a:p>
          <a:p>
            <a:pPr lvl="1">
              <a:spcBef>
                <a:spcPts val="600"/>
              </a:spcBef>
            </a:pPr>
            <a:r>
              <a:rPr lang="da-DK" altLang="da-DK" sz="1800" dirty="0">
                <a:ea typeface="ＭＳ Ｐゴシック" pitchFamily="34" charset="-128"/>
              </a:rPr>
              <a:t>Der er analoge metoder for de andre typer, f.eks.:</a:t>
            </a:r>
          </a:p>
          <a:p>
            <a:pPr marL="1255713" lvl="1" indent="-184150">
              <a:spcBef>
                <a:spcPts val="400"/>
              </a:spcBef>
            </a:pPr>
            <a:r>
              <a:rPr lang="da-DK" altLang="da-DK" sz="1800" dirty="0" err="1">
                <a:ea typeface="ＭＳ Ｐゴシック" pitchFamily="34" charset="-128"/>
              </a:rPr>
              <a:t>nextLine</a:t>
            </a:r>
            <a:r>
              <a:rPr lang="da-DK" altLang="da-DK" sz="1800" dirty="0">
                <a:ea typeface="ＭＳ Ｐゴシック" pitchFamily="34" charset="-128"/>
              </a:rPr>
              <a:t>, </a:t>
            </a:r>
            <a:r>
              <a:rPr lang="da-DK" altLang="da-DK" sz="1800" dirty="0" err="1">
                <a:ea typeface="ＭＳ Ｐゴシック" pitchFamily="34" charset="-128"/>
              </a:rPr>
              <a:t>nextDouble</a:t>
            </a:r>
            <a:r>
              <a:rPr lang="da-DK" altLang="da-DK" sz="1800" dirty="0">
                <a:ea typeface="ＭＳ Ｐゴシック" pitchFamily="34" charset="-128"/>
              </a:rPr>
              <a:t>, </a:t>
            </a:r>
            <a:r>
              <a:rPr lang="da-DK" altLang="da-DK" sz="1800" dirty="0" err="1">
                <a:ea typeface="ＭＳ Ｐゴシック" pitchFamily="34" charset="-128"/>
              </a:rPr>
              <a:t>nextBoolean</a:t>
            </a:r>
            <a:r>
              <a:rPr lang="da-DK" altLang="da-DK" sz="1800" dirty="0">
                <a:ea typeface="ＭＳ Ｐゴシック" pitchFamily="34" charset="-128"/>
              </a:rPr>
              <a:t> og </a:t>
            </a:r>
            <a:r>
              <a:rPr lang="da-DK" altLang="da-DK" sz="1800" dirty="0" err="1">
                <a:ea typeface="ＭＳ Ｐゴシック" pitchFamily="34" charset="-128"/>
              </a:rPr>
              <a:t>nextByte</a:t>
            </a:r>
            <a:endParaRPr lang="da-DK" altLang="da-DK" sz="1800" dirty="0">
              <a:ea typeface="ＭＳ Ｐゴシック" pitchFamily="34" charset="-128"/>
            </a:endParaRPr>
          </a:p>
          <a:p>
            <a:pPr marL="1255713" lvl="1" indent="-184150">
              <a:spcBef>
                <a:spcPts val="400"/>
              </a:spcBef>
            </a:pPr>
            <a:r>
              <a:rPr lang="da-DK" altLang="da-DK" sz="1800" dirty="0" err="1">
                <a:ea typeface="ＭＳ Ｐゴシック" pitchFamily="34" charset="-128"/>
              </a:rPr>
              <a:t>hasNextLine</a:t>
            </a:r>
            <a:r>
              <a:rPr lang="da-DK" altLang="da-DK" sz="1800" dirty="0">
                <a:ea typeface="ＭＳ Ｐゴシック" pitchFamily="34" charset="-128"/>
              </a:rPr>
              <a:t>, </a:t>
            </a:r>
            <a:r>
              <a:rPr lang="da-DK" altLang="da-DK" sz="1800" dirty="0" err="1">
                <a:ea typeface="ＭＳ Ｐゴシック" pitchFamily="34" charset="-128"/>
              </a:rPr>
              <a:t>hasNextDouble</a:t>
            </a:r>
            <a:r>
              <a:rPr lang="da-DK" altLang="da-DK" sz="1800" dirty="0">
                <a:ea typeface="ＭＳ Ｐゴシック" pitchFamily="34" charset="-128"/>
              </a:rPr>
              <a:t>, </a:t>
            </a:r>
            <a:r>
              <a:rPr lang="da-DK" altLang="da-DK" sz="1800" dirty="0" err="1">
                <a:ea typeface="ＭＳ Ｐゴシック" pitchFamily="34" charset="-128"/>
              </a:rPr>
              <a:t>hasNextBoolean</a:t>
            </a:r>
            <a:r>
              <a:rPr lang="da-DK" altLang="da-DK" sz="1800" dirty="0">
                <a:ea typeface="ＭＳ Ｐゴシック" pitchFamily="34" charset="-128"/>
              </a:rPr>
              <a:t> og </a:t>
            </a:r>
            <a:r>
              <a:rPr lang="da-DK" altLang="da-DK" sz="1800" dirty="0" err="1">
                <a:ea typeface="ＭＳ Ｐゴシック" pitchFamily="34" charset="-128"/>
              </a:rPr>
              <a:t>hasNextByte</a:t>
            </a:r>
            <a:endParaRPr lang="da-DK" altLang="da-DK" sz="1800" dirty="0">
              <a:ea typeface="ＭＳ Ｐゴシック" pitchFamily="34" charset="-128"/>
            </a:endParaRPr>
          </a:p>
        </p:txBody>
      </p:sp>
      <p:sp>
        <p:nvSpPr>
          <p:cNvPr id="5" name="Text Box 4"/>
          <p:cNvSpPr txBox="1">
            <a:spLocks noChangeArrowheads="1"/>
          </p:cNvSpPr>
          <p:nvPr/>
        </p:nvSpPr>
        <p:spPr bwMode="auto">
          <a:xfrm>
            <a:off x="1196090" y="2480734"/>
            <a:ext cx="5680166" cy="384357"/>
          </a:xfrm>
          <a:prstGeom prst="rect">
            <a:avLst/>
          </a:prstGeom>
          <a:solidFill>
            <a:srgbClr val="FFFFCC"/>
          </a:solidFill>
          <a:ln w="28575">
            <a:solidFill>
              <a:srgbClr val="0000FF"/>
            </a:solidFill>
            <a:miter lim="800000"/>
            <a:headEnd/>
            <a:tailEnd/>
          </a:ln>
        </p:spPr>
        <p:txBody>
          <a:bodyPr wrap="square" lIns="90000" tIns="90000" rIns="90000" bIns="46800">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eaLnBrk="1" hangingPunct="1"/>
            <a:r>
              <a:rPr lang="en-US" altLang="da-DK" sz="500" b="1" dirty="0">
                <a:solidFill>
                  <a:schemeClr val="tx1"/>
                </a:solidFill>
                <a:latin typeface="Courier New" pitchFamily="49" charset="0"/>
              </a:rPr>
              <a:t> </a:t>
            </a:r>
            <a:r>
              <a:rPr lang="en-US" altLang="da-DK" sz="1600" b="1" dirty="0">
                <a:solidFill>
                  <a:schemeClr val="tx1"/>
                </a:solidFill>
                <a:latin typeface="Courier New" pitchFamily="49" charset="0"/>
              </a:rPr>
              <a:t>Stream&lt;String&gt; </a:t>
            </a:r>
            <a:r>
              <a:rPr lang="en-US" altLang="da-DK" sz="1600" b="1" dirty="0" err="1">
                <a:solidFill>
                  <a:schemeClr val="tx1"/>
                </a:solidFill>
                <a:latin typeface="Courier New" pitchFamily="49" charset="0"/>
              </a:rPr>
              <a:t>myStream</a:t>
            </a:r>
            <a:r>
              <a:rPr lang="en-US" altLang="da-DK" sz="1600" b="1" dirty="0">
                <a:solidFill>
                  <a:schemeClr val="tx1"/>
                </a:solidFill>
                <a:latin typeface="Courier New" pitchFamily="49" charset="0"/>
              </a:rPr>
              <a:t> = </a:t>
            </a:r>
            <a:r>
              <a:rPr lang="en-US" altLang="da-DK" sz="1600" b="1" dirty="0" err="1">
                <a:solidFill>
                  <a:schemeClr val="tx1"/>
                </a:solidFill>
                <a:latin typeface="Courier New" pitchFamily="49" charset="0"/>
              </a:rPr>
              <a:t>Files.lines</a:t>
            </a:r>
            <a:r>
              <a:rPr lang="en-US" altLang="da-DK" sz="1600" b="1" dirty="0">
                <a:solidFill>
                  <a:schemeClr val="tx1"/>
                </a:solidFill>
                <a:latin typeface="Courier New" pitchFamily="49" charset="0"/>
              </a:rPr>
              <a:t>(path);</a:t>
            </a:r>
          </a:p>
        </p:txBody>
      </p:sp>
    </p:spTree>
    <p:extLst>
      <p:ext uri="{BB962C8B-B14F-4D97-AF65-F5344CB8AC3E}">
        <p14:creationId xmlns:p14="http://schemas.microsoft.com/office/powerpoint/2010/main" val="3974522989"/>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67544" y="260648"/>
            <a:ext cx="8568952" cy="682625"/>
          </a:xfrm>
        </p:spPr>
        <p:txBody>
          <a:bodyPr/>
          <a:lstStyle/>
          <a:p>
            <a:r>
              <a:rPr lang="da-DK" altLang="da-DK" sz="3200" dirty="0">
                <a:ea typeface="ＭＳ Ｐゴシック" pitchFamily="34" charset="-128"/>
              </a:rPr>
              <a:t>System klassen</a:t>
            </a:r>
          </a:p>
        </p:txBody>
      </p:sp>
      <p:sp>
        <p:nvSpPr>
          <p:cNvPr id="2" name="Slide Number Placeholder 1"/>
          <p:cNvSpPr>
            <a:spLocks noGrp="1"/>
          </p:cNvSpPr>
          <p:nvPr>
            <p:ph type="sldNum" sz="quarter" idx="4294967295"/>
          </p:nvPr>
        </p:nvSpPr>
        <p:spPr>
          <a:xfrm>
            <a:off x="8532440" y="6400800"/>
            <a:ext cx="611560" cy="457200"/>
          </a:xfrm>
          <a:prstGeom prst="rect">
            <a:avLst/>
          </a:prstGeom>
        </p:spPr>
        <p:txBody>
          <a:bodyPr/>
          <a:lstStyle/>
          <a:p>
            <a:pPr>
              <a:defRPr/>
            </a:pPr>
            <a:fld id="{2CA5836E-6711-417F-AF48-31ACC3CF4030}" type="slidenum">
              <a:rPr lang="da-DK" altLang="da-DK" smtClean="0"/>
              <a:pPr>
                <a:defRPr/>
              </a:pPr>
              <a:t>31</a:t>
            </a:fld>
            <a:endParaRPr lang="da-DK" altLang="da-DK" dirty="0"/>
          </a:p>
        </p:txBody>
      </p:sp>
      <p:sp>
        <p:nvSpPr>
          <p:cNvPr id="10" name="Rectangle 3"/>
          <p:cNvSpPr txBox="1">
            <a:spLocks noChangeArrowheads="1"/>
          </p:cNvSpPr>
          <p:nvPr/>
        </p:nvSpPr>
        <p:spPr bwMode="auto">
          <a:xfrm>
            <a:off x="340078" y="1052736"/>
            <a:ext cx="8480394" cy="1584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pPr marL="342900" lvl="1" indent="-342900">
              <a:spcBef>
                <a:spcPts val="1800"/>
              </a:spcBef>
              <a:buChar char="•"/>
            </a:pPr>
            <a:r>
              <a:rPr lang="da-DK" altLang="da-DK" b="1" dirty="0">
                <a:solidFill>
                  <a:srgbClr val="008000"/>
                </a:solidFill>
                <a:ea typeface="ＭＳ Ｐゴシック" pitchFamily="34" charset="-128"/>
              </a:rPr>
              <a:t>System</a:t>
            </a:r>
            <a:r>
              <a:rPr lang="da-DK" altLang="da-DK" b="1" dirty="0">
                <a:solidFill>
                  <a:srgbClr val="A50021"/>
                </a:solidFill>
                <a:ea typeface="ＭＳ Ｐゴシック" pitchFamily="34" charset="-128"/>
              </a:rPr>
              <a:t> klassen indeholder tre klassevariabler</a:t>
            </a:r>
          </a:p>
          <a:p>
            <a:pPr lvl="1">
              <a:spcBef>
                <a:spcPts val="400"/>
              </a:spcBef>
              <a:tabLst>
                <a:tab pos="3584575" algn="l"/>
              </a:tabLst>
            </a:pPr>
            <a:r>
              <a:rPr lang="da-DK" altLang="da-DK" sz="1800" b="1" dirty="0">
                <a:solidFill>
                  <a:srgbClr val="008000"/>
                </a:solidFill>
                <a:ea typeface="ＭＳ Ｐゴシック" pitchFamily="34" charset="-128"/>
              </a:rPr>
              <a:t>in</a:t>
            </a:r>
            <a:r>
              <a:rPr lang="da-DK" altLang="da-DK" sz="1800" dirty="0">
                <a:solidFill>
                  <a:srgbClr val="008000"/>
                </a:solidFill>
                <a:ea typeface="ＭＳ Ｐゴシック" pitchFamily="34" charset="-128"/>
              </a:rPr>
              <a:t> </a:t>
            </a:r>
            <a:r>
              <a:rPr lang="da-DK" altLang="da-DK" sz="1800" dirty="0">
                <a:ea typeface="ＭＳ Ｐゴシック" pitchFamily="34" charset="-128"/>
              </a:rPr>
              <a:t>af typen </a:t>
            </a:r>
            <a:r>
              <a:rPr lang="da-DK" altLang="da-DK" sz="1800" b="1" dirty="0">
                <a:solidFill>
                  <a:srgbClr val="008000"/>
                </a:solidFill>
                <a:ea typeface="ＭＳ Ｐゴシック" pitchFamily="34" charset="-128"/>
              </a:rPr>
              <a:t>InputStream</a:t>
            </a:r>
            <a:r>
              <a:rPr lang="da-DK" altLang="da-DK" sz="1800" dirty="0">
                <a:ea typeface="ＭＳ Ｐゴシック" pitchFamily="34" charset="-128"/>
              </a:rPr>
              <a:t>	standard input stream</a:t>
            </a:r>
          </a:p>
          <a:p>
            <a:pPr lvl="1">
              <a:spcBef>
                <a:spcPts val="400"/>
              </a:spcBef>
              <a:tabLst>
                <a:tab pos="3584575" algn="l"/>
              </a:tabLst>
            </a:pPr>
            <a:r>
              <a:rPr lang="da-DK" altLang="da-DK" sz="1800" b="1" dirty="0">
                <a:solidFill>
                  <a:srgbClr val="008000"/>
                </a:solidFill>
                <a:ea typeface="ＭＳ Ｐゴシック" pitchFamily="34" charset="-128"/>
              </a:rPr>
              <a:t>out</a:t>
            </a:r>
            <a:r>
              <a:rPr lang="da-DK" altLang="da-DK" sz="1800" dirty="0">
                <a:ea typeface="ＭＳ Ｐゴシック" pitchFamily="34" charset="-128"/>
              </a:rPr>
              <a:t> af type </a:t>
            </a:r>
            <a:r>
              <a:rPr lang="da-DK" altLang="da-DK" sz="1800" b="1" dirty="0">
                <a:solidFill>
                  <a:srgbClr val="008000"/>
                </a:solidFill>
                <a:ea typeface="ＭＳ Ｐゴシック" pitchFamily="34" charset="-128"/>
              </a:rPr>
              <a:t>PrintStream</a:t>
            </a:r>
            <a:r>
              <a:rPr lang="da-DK" altLang="da-DK" sz="1800" dirty="0">
                <a:ea typeface="ＭＳ Ｐゴシック" pitchFamily="34" charset="-128"/>
              </a:rPr>
              <a:t>	standard output stream</a:t>
            </a:r>
          </a:p>
          <a:p>
            <a:pPr lvl="1">
              <a:spcBef>
                <a:spcPts val="400"/>
              </a:spcBef>
              <a:tabLst>
                <a:tab pos="3584575" algn="l"/>
              </a:tabLst>
            </a:pPr>
            <a:r>
              <a:rPr lang="da-DK" altLang="da-DK" sz="1800" b="1" dirty="0" err="1">
                <a:solidFill>
                  <a:srgbClr val="008000"/>
                </a:solidFill>
                <a:ea typeface="ＭＳ Ｐゴシック" pitchFamily="34" charset="-128"/>
              </a:rPr>
              <a:t>err</a:t>
            </a:r>
            <a:r>
              <a:rPr lang="da-DK" altLang="da-DK" sz="1800" dirty="0">
                <a:ea typeface="ＭＳ Ｐゴシック" pitchFamily="34" charset="-128"/>
              </a:rPr>
              <a:t> af type </a:t>
            </a:r>
            <a:r>
              <a:rPr lang="da-DK" altLang="da-DK" sz="1800" b="1" dirty="0">
                <a:solidFill>
                  <a:srgbClr val="008000"/>
                </a:solidFill>
                <a:ea typeface="ＭＳ Ｐゴシック" pitchFamily="34" charset="-128"/>
              </a:rPr>
              <a:t>PrintStream</a:t>
            </a:r>
            <a:r>
              <a:rPr lang="da-DK" altLang="da-DK" sz="1800" dirty="0">
                <a:ea typeface="ＭＳ Ｐゴシック" pitchFamily="34" charset="-128"/>
              </a:rPr>
              <a:t>	standard </a:t>
            </a:r>
            <a:r>
              <a:rPr lang="da-DK" altLang="da-DK" sz="1800" dirty="0" err="1">
                <a:ea typeface="ＭＳ Ｐゴシック" pitchFamily="34" charset="-128"/>
              </a:rPr>
              <a:t>error</a:t>
            </a:r>
            <a:r>
              <a:rPr lang="da-DK" altLang="da-DK" sz="1800" dirty="0">
                <a:ea typeface="ＭＳ Ｐゴシック" pitchFamily="34" charset="-128"/>
              </a:rPr>
              <a:t> output stream</a:t>
            </a:r>
          </a:p>
          <a:p>
            <a:pPr marL="342900" lvl="1" indent="-342900">
              <a:spcBef>
                <a:spcPts val="1800"/>
              </a:spcBef>
              <a:buChar char="•"/>
            </a:pPr>
            <a:r>
              <a:rPr lang="da-DK" altLang="da-DK" sz="1800" b="1" dirty="0">
                <a:solidFill>
                  <a:srgbClr val="A50021"/>
                </a:solidFill>
                <a:ea typeface="ＭＳ Ｐゴシック" pitchFamily="34" charset="-128"/>
              </a:rPr>
              <a:t>I BlueJ er alle tre knyttet</a:t>
            </a:r>
            <a:br>
              <a:rPr lang="da-DK" altLang="da-DK" sz="1800" b="1" dirty="0">
                <a:solidFill>
                  <a:srgbClr val="A50021"/>
                </a:solidFill>
                <a:ea typeface="ＭＳ Ｐゴシック" pitchFamily="34" charset="-128"/>
              </a:rPr>
            </a:br>
            <a:r>
              <a:rPr lang="da-DK" altLang="da-DK" sz="1800" b="1" dirty="0">
                <a:solidFill>
                  <a:srgbClr val="A50021"/>
                </a:solidFill>
                <a:ea typeface="ＭＳ Ｐゴシック" pitchFamily="34" charset="-128"/>
              </a:rPr>
              <a:t>til terminalvinduet</a:t>
            </a:r>
          </a:p>
        </p:txBody>
      </p:sp>
      <p:grpSp>
        <p:nvGrpSpPr>
          <p:cNvPr id="3" name="Group 2"/>
          <p:cNvGrpSpPr/>
          <p:nvPr/>
        </p:nvGrpSpPr>
        <p:grpSpPr>
          <a:xfrm>
            <a:off x="3779912" y="2492896"/>
            <a:ext cx="4896544" cy="3744416"/>
            <a:chOff x="3419872" y="2753652"/>
            <a:chExt cx="4896544" cy="3987716"/>
          </a:xfrm>
        </p:grpSpPr>
        <p:grpSp>
          <p:nvGrpSpPr>
            <p:cNvPr id="30" name="Group 29"/>
            <p:cNvGrpSpPr/>
            <p:nvPr/>
          </p:nvGrpSpPr>
          <p:grpSpPr>
            <a:xfrm>
              <a:off x="3419872" y="2753652"/>
              <a:ext cx="4896544" cy="3987716"/>
              <a:chOff x="2483768" y="2276872"/>
              <a:chExt cx="5429250" cy="4371975"/>
            </a:xfrm>
          </p:grpSpPr>
          <p:pic>
            <p:nvPicPr>
              <p:cNvPr id="3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3768" y="2276872"/>
                <a:ext cx="5429250" cy="4371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38532" y="2387587"/>
                <a:ext cx="1323976" cy="2000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33" name="Text Box 21"/>
            <p:cNvSpPr txBox="1">
              <a:spLocks noChangeArrowheads="1"/>
            </p:cNvSpPr>
            <p:nvPr/>
          </p:nvSpPr>
          <p:spPr bwMode="auto">
            <a:xfrm>
              <a:off x="3593282" y="3284983"/>
              <a:ext cx="4320480" cy="2720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en-US" altLang="da-DK" sz="1000" dirty="0">
                  <a:solidFill>
                    <a:schemeClr val="tx1"/>
                  </a:solidFill>
                </a:rPr>
                <a:t>Welcome to the </a:t>
              </a:r>
              <a:r>
                <a:rPr lang="en-US" altLang="da-DK" sz="1000" dirty="0" err="1">
                  <a:solidFill>
                    <a:schemeClr val="tx1"/>
                  </a:solidFill>
                </a:rPr>
                <a:t>DodgySoft</a:t>
              </a:r>
              <a:r>
                <a:rPr lang="en-US" altLang="da-DK" sz="1000" dirty="0">
                  <a:solidFill>
                    <a:schemeClr val="tx1"/>
                  </a:solidFill>
                </a:rPr>
                <a:t> Technical Support System.</a:t>
              </a:r>
            </a:p>
            <a:p>
              <a:pPr eaLnBrk="1" hangingPunct="1">
                <a:spcBef>
                  <a:spcPct val="50000"/>
                </a:spcBef>
                <a:buFontTx/>
                <a:buNone/>
              </a:pPr>
              <a:r>
                <a:rPr lang="en-US" altLang="da-DK" sz="1000" dirty="0">
                  <a:solidFill>
                    <a:schemeClr val="tx1"/>
                  </a:solidFill>
                </a:rPr>
                <a:t>Please tell us about your problem.</a:t>
              </a:r>
            </a:p>
            <a:p>
              <a:pPr eaLnBrk="1" hangingPunct="1">
                <a:spcBef>
                  <a:spcPct val="50000"/>
                </a:spcBef>
                <a:buFontTx/>
                <a:buNone/>
              </a:pPr>
              <a:r>
                <a:rPr lang="en-US" altLang="da-DK" sz="1000" dirty="0">
                  <a:solidFill>
                    <a:schemeClr val="tx1"/>
                  </a:solidFill>
                </a:rPr>
                <a:t>We will assist you with any problem you might have.</a:t>
              </a:r>
            </a:p>
            <a:p>
              <a:pPr eaLnBrk="1" hangingPunct="1">
                <a:spcBef>
                  <a:spcPct val="50000"/>
                </a:spcBef>
                <a:buFontTx/>
                <a:buNone/>
              </a:pPr>
              <a:r>
                <a:rPr lang="en-US" altLang="da-DK" sz="1000" dirty="0">
                  <a:solidFill>
                    <a:schemeClr val="tx1"/>
                  </a:solidFill>
                </a:rPr>
                <a:t>Please type 'bye' to exit our system.</a:t>
              </a:r>
            </a:p>
            <a:p>
              <a:pPr eaLnBrk="1" hangingPunct="1">
                <a:spcBef>
                  <a:spcPct val="50000"/>
                </a:spcBef>
                <a:buFontTx/>
                <a:buNone/>
              </a:pPr>
              <a:r>
                <a:rPr lang="en-US" altLang="da-DK" sz="1000" dirty="0">
                  <a:solidFill>
                    <a:schemeClr val="tx1"/>
                  </a:solidFill>
                </a:rPr>
                <a:t>&gt; My web browser crashes each morning</a:t>
              </a:r>
            </a:p>
            <a:p>
              <a:pPr eaLnBrk="1" hangingPunct="1">
                <a:spcBef>
                  <a:spcPct val="50000"/>
                </a:spcBef>
                <a:buFontTx/>
                <a:buNone/>
              </a:pPr>
              <a:r>
                <a:rPr lang="en-US" altLang="da-DK" sz="1000" dirty="0">
                  <a:solidFill>
                    <a:schemeClr val="tx1"/>
                  </a:solidFill>
                </a:rPr>
                <a:t>Well, it never crashes on our system. It must have something</a:t>
              </a:r>
            </a:p>
            <a:p>
              <a:pPr eaLnBrk="1" hangingPunct="1">
                <a:spcBef>
                  <a:spcPct val="50000"/>
                </a:spcBef>
                <a:buFontTx/>
                <a:buNone/>
              </a:pPr>
              <a:r>
                <a:rPr lang="en-US" altLang="da-DK" sz="1000" dirty="0">
                  <a:solidFill>
                    <a:schemeClr val="tx1"/>
                  </a:solidFill>
                </a:rPr>
                <a:t>to do with your system. Tell me more about your configuration.</a:t>
              </a:r>
            </a:p>
            <a:p>
              <a:pPr eaLnBrk="1" hangingPunct="1">
                <a:spcBef>
                  <a:spcPct val="50000"/>
                </a:spcBef>
                <a:buFontTx/>
                <a:buNone/>
              </a:pPr>
              <a:r>
                <a:rPr lang="en-US" altLang="da-DK" sz="1000" dirty="0">
                  <a:solidFill>
                    <a:schemeClr val="tx1"/>
                  </a:solidFill>
                </a:rPr>
                <a:t>&gt; Windows 7</a:t>
              </a:r>
            </a:p>
            <a:p>
              <a:pPr eaLnBrk="1" hangingPunct="1">
                <a:spcBef>
                  <a:spcPct val="50000"/>
                </a:spcBef>
                <a:buFontTx/>
                <a:buNone/>
              </a:pPr>
              <a:r>
                <a:rPr lang="en-US" altLang="da-DK" sz="1000" dirty="0">
                  <a:solidFill>
                    <a:schemeClr val="tx1"/>
                  </a:solidFill>
                </a:rPr>
                <a:t>This is a known bug to do with the Windows operating system. Please</a:t>
              </a:r>
            </a:p>
            <a:p>
              <a:pPr eaLnBrk="1" hangingPunct="1">
                <a:spcBef>
                  <a:spcPct val="50000"/>
                </a:spcBef>
                <a:buFontTx/>
                <a:buNone/>
              </a:pPr>
              <a:r>
                <a:rPr lang="en-US" altLang="da-DK" sz="1000" dirty="0">
                  <a:solidFill>
                    <a:schemeClr val="tx1"/>
                  </a:solidFill>
                </a:rPr>
                <a:t>report it to Microsoft. There is nothing we can do about this.</a:t>
              </a:r>
            </a:p>
            <a:p>
              <a:pPr eaLnBrk="1" hangingPunct="1">
                <a:spcBef>
                  <a:spcPct val="50000"/>
                </a:spcBef>
                <a:buFontTx/>
                <a:buNone/>
              </a:pPr>
              <a:r>
                <a:rPr lang="en-US" altLang="da-DK" sz="1000" dirty="0">
                  <a:solidFill>
                    <a:schemeClr val="tx1"/>
                  </a:solidFill>
                </a:rPr>
                <a:t>&gt; </a:t>
              </a:r>
              <a:endParaRPr lang="da-DK" altLang="da-DK" sz="1000" dirty="0">
                <a:solidFill>
                  <a:schemeClr val="tx1"/>
                </a:solidFill>
              </a:endParaRPr>
            </a:p>
          </p:txBody>
        </p:sp>
        <p:sp>
          <p:nvSpPr>
            <p:cNvPr id="34" name="Text Box 21"/>
            <p:cNvSpPr txBox="1">
              <a:spLocks noChangeArrowheads="1"/>
            </p:cNvSpPr>
            <p:nvPr/>
          </p:nvSpPr>
          <p:spPr bwMode="auto">
            <a:xfrm>
              <a:off x="3601705" y="6094884"/>
              <a:ext cx="274885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en-US" altLang="da-DK" sz="1000" dirty="0">
                  <a:solidFill>
                    <a:srgbClr val="FF0000"/>
                  </a:solidFill>
                </a:rPr>
                <a:t>Errors written to </a:t>
              </a:r>
              <a:r>
                <a:rPr lang="en-US" altLang="da-DK" sz="1000" dirty="0" err="1">
                  <a:solidFill>
                    <a:srgbClr val="FF0000"/>
                  </a:solidFill>
                </a:rPr>
                <a:t>System.err</a:t>
              </a:r>
              <a:r>
                <a:rPr lang="en-US" altLang="da-DK" sz="1000" dirty="0">
                  <a:solidFill>
                    <a:srgbClr val="FF0000"/>
                  </a:solidFill>
                </a:rPr>
                <a:t> is shown here</a:t>
              </a:r>
              <a:endParaRPr lang="da-DK" altLang="da-DK" sz="1000" dirty="0">
                <a:solidFill>
                  <a:srgbClr val="FF0000"/>
                </a:solidFill>
              </a:endParaRPr>
            </a:p>
          </p:txBody>
        </p:sp>
      </p:grpSp>
      <p:sp>
        <p:nvSpPr>
          <p:cNvPr id="11" name="Line 22"/>
          <p:cNvSpPr>
            <a:spLocks noChangeShapeType="1"/>
          </p:cNvSpPr>
          <p:nvPr/>
        </p:nvSpPr>
        <p:spPr bwMode="auto">
          <a:xfrm flipV="1">
            <a:off x="3146136" y="3990576"/>
            <a:ext cx="517771" cy="1344"/>
          </a:xfrm>
          <a:prstGeom prst="line">
            <a:avLst/>
          </a:prstGeom>
          <a:noFill/>
          <a:ln w="28575">
            <a:solidFill>
              <a:srgbClr val="0000FF"/>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12" name="Text Box 21"/>
          <p:cNvSpPr txBox="1">
            <a:spLocks noChangeArrowheads="1"/>
          </p:cNvSpPr>
          <p:nvPr/>
        </p:nvSpPr>
        <p:spPr bwMode="auto">
          <a:xfrm>
            <a:off x="768522" y="3837806"/>
            <a:ext cx="2319425" cy="587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algn="r" eaLnBrk="1" hangingPunct="1">
              <a:lnSpc>
                <a:spcPct val="90000"/>
              </a:lnSpc>
              <a:spcBef>
                <a:spcPct val="50000"/>
              </a:spcBef>
              <a:buFontTx/>
              <a:buNone/>
            </a:pPr>
            <a:r>
              <a:rPr lang="da-DK" altLang="da-DK" sz="1400" b="1" dirty="0">
                <a:solidFill>
                  <a:srgbClr val="0000FF"/>
                </a:solidFill>
              </a:rPr>
              <a:t>Input via System.in</a:t>
            </a:r>
          </a:p>
          <a:p>
            <a:pPr algn="r" eaLnBrk="1" hangingPunct="1">
              <a:lnSpc>
                <a:spcPct val="90000"/>
              </a:lnSpc>
              <a:spcBef>
                <a:spcPct val="50000"/>
              </a:spcBef>
              <a:buFontTx/>
              <a:buNone/>
            </a:pPr>
            <a:r>
              <a:rPr lang="da-DK" altLang="da-DK" sz="1400" b="1" dirty="0">
                <a:solidFill>
                  <a:schemeClr val="tx1"/>
                </a:solidFill>
              </a:rPr>
              <a:t>Output via </a:t>
            </a:r>
            <a:r>
              <a:rPr lang="da-DK" altLang="da-DK" sz="1400" b="1" dirty="0" err="1">
                <a:solidFill>
                  <a:schemeClr val="tx1"/>
                </a:solidFill>
              </a:rPr>
              <a:t>System.out</a:t>
            </a:r>
            <a:endParaRPr lang="da-DK" altLang="da-DK" sz="1400" b="1" dirty="0">
              <a:solidFill>
                <a:schemeClr val="tx1"/>
              </a:solidFill>
            </a:endParaRPr>
          </a:p>
        </p:txBody>
      </p:sp>
      <p:sp>
        <p:nvSpPr>
          <p:cNvPr id="13" name="Line 22"/>
          <p:cNvSpPr>
            <a:spLocks noChangeShapeType="1"/>
          </p:cNvSpPr>
          <p:nvPr/>
        </p:nvSpPr>
        <p:spPr bwMode="auto">
          <a:xfrm flipV="1">
            <a:off x="3177187" y="5741783"/>
            <a:ext cx="428531" cy="4087"/>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14" name="Text Box 21"/>
          <p:cNvSpPr txBox="1">
            <a:spLocks noChangeArrowheads="1"/>
          </p:cNvSpPr>
          <p:nvPr/>
        </p:nvSpPr>
        <p:spPr bwMode="auto">
          <a:xfrm>
            <a:off x="857762" y="5589240"/>
            <a:ext cx="2319425" cy="286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algn="r" eaLnBrk="1" hangingPunct="1">
              <a:lnSpc>
                <a:spcPct val="90000"/>
              </a:lnSpc>
              <a:spcBef>
                <a:spcPct val="50000"/>
              </a:spcBef>
              <a:buFontTx/>
              <a:buNone/>
            </a:pPr>
            <a:r>
              <a:rPr lang="da-DK" altLang="da-DK" sz="1400" b="1" dirty="0">
                <a:solidFill>
                  <a:srgbClr val="FF0000"/>
                </a:solidFill>
              </a:rPr>
              <a:t>Errors via </a:t>
            </a:r>
            <a:r>
              <a:rPr lang="da-DK" altLang="da-DK" sz="1400" b="1" dirty="0" err="1">
                <a:solidFill>
                  <a:srgbClr val="FF0000"/>
                </a:solidFill>
              </a:rPr>
              <a:t>System.err</a:t>
            </a:r>
            <a:endParaRPr lang="da-DK" altLang="da-DK" sz="1400" b="1" dirty="0">
              <a:solidFill>
                <a:srgbClr val="FF0000"/>
              </a:solidFill>
            </a:endParaRPr>
          </a:p>
        </p:txBody>
      </p:sp>
      <p:sp>
        <p:nvSpPr>
          <p:cNvPr id="15" name="Text Box 21"/>
          <p:cNvSpPr txBox="1">
            <a:spLocks noChangeArrowheads="1"/>
          </p:cNvSpPr>
          <p:nvPr/>
        </p:nvSpPr>
        <p:spPr bwMode="auto">
          <a:xfrm>
            <a:off x="1192705" y="5877272"/>
            <a:ext cx="2299175" cy="674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ct val="50000"/>
              </a:spcBef>
              <a:buFontTx/>
              <a:buNone/>
            </a:pPr>
            <a:r>
              <a:rPr lang="da-DK" altLang="da-DK" sz="1400" b="1" dirty="0">
                <a:solidFill>
                  <a:srgbClr val="FF0000"/>
                </a:solidFill>
              </a:rPr>
              <a:t>I kan skrive i denne del af terminalvinduet via </a:t>
            </a:r>
            <a:r>
              <a:rPr lang="da-DK" altLang="da-DK" sz="1400" b="1" dirty="0" err="1">
                <a:solidFill>
                  <a:srgbClr val="FF0000"/>
                </a:solidFill>
              </a:rPr>
              <a:t>System.err.println</a:t>
            </a:r>
            <a:r>
              <a:rPr lang="da-DK" altLang="da-DK" sz="1400" b="1" dirty="0">
                <a:solidFill>
                  <a:srgbClr val="FF0000"/>
                </a:solidFill>
              </a:rPr>
              <a:t>("…")</a:t>
            </a:r>
          </a:p>
        </p:txBody>
      </p:sp>
      <p:sp>
        <p:nvSpPr>
          <p:cNvPr id="17" name="Rectangle 28"/>
          <p:cNvSpPr>
            <a:spLocks noChangeArrowheads="1"/>
          </p:cNvSpPr>
          <p:nvPr/>
        </p:nvSpPr>
        <p:spPr bwMode="auto">
          <a:xfrm>
            <a:off x="4123577" y="3950883"/>
            <a:ext cx="2328023" cy="180850"/>
          </a:xfrm>
          <a:prstGeom prst="rect">
            <a:avLst/>
          </a:prstGeom>
          <a:noFill/>
          <a:ln w="254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18" name="Rectangle 28"/>
          <p:cNvSpPr>
            <a:spLocks noChangeArrowheads="1"/>
          </p:cNvSpPr>
          <p:nvPr/>
        </p:nvSpPr>
        <p:spPr bwMode="auto">
          <a:xfrm>
            <a:off x="4132044" y="4619750"/>
            <a:ext cx="727824" cy="172383"/>
          </a:xfrm>
          <a:prstGeom prst="rect">
            <a:avLst/>
          </a:prstGeom>
          <a:noFill/>
          <a:ln w="254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19" name="Line 22"/>
          <p:cNvSpPr>
            <a:spLocks noChangeShapeType="1"/>
          </p:cNvSpPr>
          <p:nvPr/>
        </p:nvSpPr>
        <p:spPr bwMode="auto">
          <a:xfrm flipV="1">
            <a:off x="3137823" y="4292421"/>
            <a:ext cx="517772" cy="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Tree>
    <p:extLst>
      <p:ext uri="{BB962C8B-B14F-4D97-AF65-F5344CB8AC3E}">
        <p14:creationId xmlns:p14="http://schemas.microsoft.com/office/powerpoint/2010/main" val="142333767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13" grpId="0" animBg="1"/>
      <p:bldP spid="14" grpId="0"/>
      <p:bldP spid="15" grpId="0"/>
      <p:bldP spid="17" grpId="0" animBg="1"/>
      <p:bldP spid="18" grpId="0" animBg="1"/>
      <p:bldP spid="1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67544" y="260648"/>
            <a:ext cx="8568952" cy="682625"/>
          </a:xfrm>
        </p:spPr>
        <p:txBody>
          <a:bodyPr/>
          <a:lstStyle/>
          <a:p>
            <a:r>
              <a:rPr lang="da-DK" altLang="da-DK" sz="3200" dirty="0">
                <a:solidFill>
                  <a:srgbClr val="C00000"/>
                </a:solidFill>
                <a:cs typeface="Arial"/>
              </a:rPr>
              <a:t>●</a:t>
            </a:r>
            <a:r>
              <a:rPr lang="da-DK" altLang="da-DK" sz="3200" dirty="0">
                <a:cs typeface="Arial"/>
              </a:rPr>
              <a:t> Afleveringsopgave: </a:t>
            </a:r>
            <a:r>
              <a:rPr lang="da-DK" altLang="da-DK" sz="3200" dirty="0">
                <a:ea typeface="ＭＳ Ｐゴシック" pitchFamily="34" charset="-128"/>
              </a:rPr>
              <a:t>Computerspil 4</a:t>
            </a:r>
          </a:p>
        </p:txBody>
      </p:sp>
      <p:sp>
        <p:nvSpPr>
          <p:cNvPr id="2" name="Slide Number Placeholder 1"/>
          <p:cNvSpPr>
            <a:spLocks noGrp="1"/>
          </p:cNvSpPr>
          <p:nvPr>
            <p:ph type="sldNum" sz="quarter" idx="4294967295"/>
          </p:nvPr>
        </p:nvSpPr>
        <p:spPr>
          <a:xfrm>
            <a:off x="8532440" y="6400800"/>
            <a:ext cx="611560" cy="457200"/>
          </a:xfrm>
          <a:prstGeom prst="rect">
            <a:avLst/>
          </a:prstGeom>
        </p:spPr>
        <p:txBody>
          <a:bodyPr/>
          <a:lstStyle/>
          <a:p>
            <a:pPr>
              <a:defRPr/>
            </a:pPr>
            <a:fld id="{2CA5836E-6711-417F-AF48-31ACC3CF4030}" type="slidenum">
              <a:rPr lang="da-DK" altLang="da-DK" smtClean="0"/>
              <a:pPr>
                <a:defRPr/>
              </a:pPr>
              <a:t>32</a:t>
            </a:fld>
            <a:endParaRPr lang="da-DK" altLang="da-DK" dirty="0"/>
          </a:p>
        </p:txBody>
      </p:sp>
      <p:sp>
        <p:nvSpPr>
          <p:cNvPr id="7" name="Rectangle 3"/>
          <p:cNvSpPr txBox="1">
            <a:spLocks noChangeArrowheads="1"/>
          </p:cNvSpPr>
          <p:nvPr/>
        </p:nvSpPr>
        <p:spPr bwMode="auto">
          <a:xfrm>
            <a:off x="411643" y="1014801"/>
            <a:ext cx="8410624" cy="1220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r>
              <a:rPr lang="da-DK" sz="2000" dirty="0"/>
              <a:t>I den fjerde delaflevering skal I bruge nogle af de ting, som I har lært om grafiske brugergrænseflader</a:t>
            </a:r>
          </a:p>
          <a:p>
            <a:pPr marL="342900" lvl="1" indent="-342900">
              <a:spcBef>
                <a:spcPts val="1800"/>
              </a:spcBef>
              <a:buChar char="•"/>
            </a:pPr>
            <a:r>
              <a:rPr lang="da-DK" b="1" dirty="0">
                <a:solidFill>
                  <a:srgbClr val="A50021"/>
                </a:solidFill>
                <a:ea typeface="ＭＳ Ｐゴシック" pitchFamily="-106" charset="-128"/>
                <a:cs typeface="ＭＳ Ｐゴシック" pitchFamily="-106" charset="-128"/>
              </a:rPr>
              <a:t>Først skal I tilføje to ekstra knapper til panelet nederst i vinduet</a:t>
            </a:r>
          </a:p>
        </p:txBody>
      </p:sp>
      <p:pic>
        <p:nvPicPr>
          <p:cNvPr id="20" name="Picture 19"/>
          <p:cNvPicPr>
            <a:picLocks noChangeAspect="1"/>
          </p:cNvPicPr>
          <p:nvPr/>
        </p:nvPicPr>
        <p:blipFill>
          <a:blip r:embed="rId3"/>
          <a:stretch>
            <a:fillRect/>
          </a:stretch>
        </p:blipFill>
        <p:spPr>
          <a:xfrm>
            <a:off x="1251981" y="3481176"/>
            <a:ext cx="3922357" cy="3030110"/>
          </a:xfrm>
          <a:prstGeom prst="rect">
            <a:avLst/>
          </a:prstGeom>
        </p:spPr>
      </p:pic>
      <p:pic>
        <p:nvPicPr>
          <p:cNvPr id="21" name="Picture 20"/>
          <p:cNvPicPr/>
          <p:nvPr/>
        </p:nvPicPr>
        <p:blipFill>
          <a:blip r:embed="rId4"/>
          <a:stretch>
            <a:fillRect/>
          </a:stretch>
        </p:blipFill>
        <p:spPr>
          <a:xfrm>
            <a:off x="1259839" y="2285834"/>
            <a:ext cx="4824329" cy="495094"/>
          </a:xfrm>
          <a:prstGeom prst="rect">
            <a:avLst/>
          </a:prstGeom>
        </p:spPr>
      </p:pic>
      <p:sp>
        <p:nvSpPr>
          <p:cNvPr id="22" name="Rectangle 28"/>
          <p:cNvSpPr>
            <a:spLocks noChangeArrowheads="1"/>
          </p:cNvSpPr>
          <p:nvPr/>
        </p:nvSpPr>
        <p:spPr bwMode="auto">
          <a:xfrm>
            <a:off x="2870922" y="2544143"/>
            <a:ext cx="3182745" cy="215989"/>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23" name="Rectangle 28"/>
          <p:cNvSpPr>
            <a:spLocks noChangeArrowheads="1"/>
          </p:cNvSpPr>
          <p:nvPr/>
        </p:nvSpPr>
        <p:spPr bwMode="auto">
          <a:xfrm>
            <a:off x="1319630" y="5261569"/>
            <a:ext cx="3142303" cy="460498"/>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11" name="Rectangle 3"/>
          <p:cNvSpPr txBox="1">
            <a:spLocks noChangeArrowheads="1"/>
          </p:cNvSpPr>
          <p:nvPr/>
        </p:nvSpPr>
        <p:spPr bwMode="auto">
          <a:xfrm>
            <a:off x="411643" y="2996952"/>
            <a:ext cx="8264813" cy="844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pPr marL="342900" lvl="1" indent="-342900">
              <a:buChar char="•"/>
            </a:pPr>
            <a:r>
              <a:rPr lang="da-DK" b="1" spc="-60" dirty="0">
                <a:solidFill>
                  <a:srgbClr val="A50021"/>
                </a:solidFill>
                <a:ea typeface="ＭＳ Ｐゴシック" pitchFamily="-106" charset="-128"/>
                <a:cs typeface="ＭＳ Ｐゴシック" pitchFamily="-106" charset="-128"/>
              </a:rPr>
              <a:t>Dernæst skal I udvide Options dialogboksen, med nogle ekstra valg </a:t>
            </a:r>
          </a:p>
        </p:txBody>
      </p:sp>
      <p:sp>
        <p:nvSpPr>
          <p:cNvPr id="10" name="Text Box 21"/>
          <p:cNvSpPr txBox="1">
            <a:spLocks noChangeArrowheads="1"/>
          </p:cNvSpPr>
          <p:nvPr/>
        </p:nvSpPr>
        <p:spPr bwMode="auto">
          <a:xfrm>
            <a:off x="5508105" y="4423054"/>
            <a:ext cx="3168351" cy="954107"/>
          </a:xfrm>
          <a:prstGeom prst="rect">
            <a:avLst/>
          </a:prstGeom>
          <a:solidFill>
            <a:srgbClr val="CCECFF"/>
          </a:solidFill>
          <a:ln w="28575">
            <a:solidFill>
              <a:srgbClr val="0000FF"/>
            </a:solidFill>
          </a:ln>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pPr>
            <a:r>
              <a:rPr lang="da-DK" altLang="da-DK" sz="1400" b="1" dirty="0">
                <a:solidFill>
                  <a:srgbClr val="0000FF"/>
                </a:solidFill>
              </a:rPr>
              <a:t>I begge tilfælde kan I se, hvordan koden for de eksisterende knapper/ valg ser ud, og derefter kopiere denne med oplagte småændringer</a:t>
            </a:r>
            <a:endParaRPr lang="da-DK" altLang="da-DK" sz="1400" b="1" dirty="0">
              <a:solidFill>
                <a:srgbClr val="008000"/>
              </a:solidFill>
            </a:endParaRPr>
          </a:p>
        </p:txBody>
      </p:sp>
    </p:spTree>
    <p:extLst>
      <p:ext uri="{BB962C8B-B14F-4D97-AF65-F5344CB8AC3E}">
        <p14:creationId xmlns:p14="http://schemas.microsoft.com/office/powerpoint/2010/main" val="3624873439"/>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2561099" y="1412776"/>
            <a:ext cx="3379053" cy="2531675"/>
            <a:chOff x="2216798" y="1401633"/>
            <a:chExt cx="3379053" cy="2531675"/>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6798" y="1401633"/>
              <a:ext cx="3379053" cy="2531675"/>
            </a:xfrm>
            <a:prstGeom prst="rect">
              <a:avLst/>
            </a:prstGeom>
          </p:spPr>
        </p:pic>
        <p:sp>
          <p:nvSpPr>
            <p:cNvPr id="22" name="Rectangle 28"/>
            <p:cNvSpPr>
              <a:spLocks noChangeArrowheads="1"/>
            </p:cNvSpPr>
            <p:nvPr/>
          </p:nvSpPr>
          <p:spPr bwMode="auto">
            <a:xfrm>
              <a:off x="4831745" y="2863611"/>
              <a:ext cx="352575" cy="826645"/>
            </a:xfrm>
            <a:prstGeom prst="rect">
              <a:avLst/>
            </a:prstGeom>
            <a:noFill/>
            <a:ln w="254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23" name="Rectangle 28"/>
            <p:cNvSpPr>
              <a:spLocks noChangeArrowheads="1"/>
            </p:cNvSpPr>
            <p:nvPr/>
          </p:nvSpPr>
          <p:spPr bwMode="auto">
            <a:xfrm>
              <a:off x="4302555" y="2822423"/>
              <a:ext cx="987902" cy="924984"/>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13" name="Rectangle 28"/>
            <p:cNvSpPr>
              <a:spLocks noChangeArrowheads="1"/>
            </p:cNvSpPr>
            <p:nvPr/>
          </p:nvSpPr>
          <p:spPr bwMode="auto">
            <a:xfrm>
              <a:off x="3575956" y="1946702"/>
              <a:ext cx="661307" cy="820991"/>
            </a:xfrm>
            <a:prstGeom prst="rect">
              <a:avLst/>
            </a:prstGeom>
            <a:noFill/>
            <a:ln w="254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24" name="Rectangle 28"/>
            <p:cNvSpPr>
              <a:spLocks noChangeArrowheads="1"/>
            </p:cNvSpPr>
            <p:nvPr/>
          </p:nvSpPr>
          <p:spPr bwMode="auto">
            <a:xfrm>
              <a:off x="2216798" y="1691531"/>
              <a:ext cx="812152" cy="169926"/>
            </a:xfrm>
            <a:prstGeom prst="rect">
              <a:avLst/>
            </a:prstGeom>
            <a:noFill/>
            <a:ln w="25400">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20" name="Rectangle 28"/>
            <p:cNvSpPr>
              <a:spLocks noChangeArrowheads="1"/>
            </p:cNvSpPr>
            <p:nvPr/>
          </p:nvSpPr>
          <p:spPr bwMode="auto">
            <a:xfrm>
              <a:off x="2226104" y="2844194"/>
              <a:ext cx="2043817" cy="201085"/>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grpSp>
      <p:sp>
        <p:nvSpPr>
          <p:cNvPr id="18434" name="Title 1"/>
          <p:cNvSpPr>
            <a:spLocks noGrp="1"/>
          </p:cNvSpPr>
          <p:nvPr>
            <p:ph type="title"/>
          </p:nvPr>
        </p:nvSpPr>
        <p:spPr>
          <a:xfrm>
            <a:off x="467544" y="260648"/>
            <a:ext cx="8568952" cy="682625"/>
          </a:xfrm>
        </p:spPr>
        <p:txBody>
          <a:bodyPr/>
          <a:lstStyle/>
          <a:p>
            <a:r>
              <a:rPr lang="da-DK" altLang="da-DK" sz="3200" dirty="0">
                <a:ea typeface="ＭＳ Ｐゴシック" pitchFamily="34" charset="-128"/>
              </a:rPr>
              <a:t>Computerspil 4 (fortsat)</a:t>
            </a:r>
          </a:p>
        </p:txBody>
      </p:sp>
      <p:sp>
        <p:nvSpPr>
          <p:cNvPr id="2" name="Slide Number Placeholder 1"/>
          <p:cNvSpPr>
            <a:spLocks noGrp="1"/>
          </p:cNvSpPr>
          <p:nvPr>
            <p:ph type="sldNum" sz="quarter" idx="4294967295"/>
          </p:nvPr>
        </p:nvSpPr>
        <p:spPr>
          <a:xfrm>
            <a:off x="8532440" y="6400800"/>
            <a:ext cx="611560" cy="457200"/>
          </a:xfrm>
          <a:prstGeom prst="rect">
            <a:avLst/>
          </a:prstGeom>
        </p:spPr>
        <p:txBody>
          <a:bodyPr/>
          <a:lstStyle/>
          <a:p>
            <a:pPr>
              <a:defRPr/>
            </a:pPr>
            <a:fld id="{2CA5836E-6711-417F-AF48-31ACC3CF4030}" type="slidenum">
              <a:rPr lang="da-DK" altLang="da-DK" smtClean="0"/>
              <a:pPr>
                <a:defRPr/>
              </a:pPr>
              <a:t>33</a:t>
            </a:fld>
            <a:endParaRPr lang="da-DK" altLang="da-DK" dirty="0"/>
          </a:p>
        </p:txBody>
      </p:sp>
      <p:sp>
        <p:nvSpPr>
          <p:cNvPr id="7" name="Rectangle 3"/>
          <p:cNvSpPr txBox="1">
            <a:spLocks noChangeArrowheads="1"/>
          </p:cNvSpPr>
          <p:nvPr/>
        </p:nvSpPr>
        <p:spPr bwMode="auto">
          <a:xfrm>
            <a:off x="467544" y="1016105"/>
            <a:ext cx="8064896" cy="440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r>
              <a:rPr lang="da-DK" sz="2000" dirty="0"/>
              <a:t>Til sidst skal I tilføje en menubar samt nogle tastaturgenveje</a:t>
            </a:r>
          </a:p>
        </p:txBody>
      </p:sp>
      <p:sp>
        <p:nvSpPr>
          <p:cNvPr id="14" name="Line 22"/>
          <p:cNvSpPr>
            <a:spLocks noChangeShapeType="1"/>
          </p:cNvSpPr>
          <p:nvPr/>
        </p:nvSpPr>
        <p:spPr bwMode="auto">
          <a:xfrm flipV="1">
            <a:off x="2051720" y="2940105"/>
            <a:ext cx="484818" cy="228179"/>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15" name="Text Box 21"/>
          <p:cNvSpPr txBox="1">
            <a:spLocks noChangeArrowheads="1"/>
          </p:cNvSpPr>
          <p:nvPr/>
        </p:nvSpPr>
        <p:spPr bwMode="auto">
          <a:xfrm>
            <a:off x="202216" y="2978182"/>
            <a:ext cx="2044577" cy="867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ct val="50000"/>
              </a:spcBef>
              <a:buFontTx/>
              <a:buNone/>
            </a:pPr>
            <a:r>
              <a:rPr lang="da-DK" altLang="da-DK" sz="1400" b="1" dirty="0">
                <a:solidFill>
                  <a:srgbClr val="FF0000"/>
                </a:solidFill>
              </a:rPr>
              <a:t>Game menuen er hierarkisk, idet en af </a:t>
            </a:r>
            <a:r>
              <a:rPr lang="da-DK" altLang="da-DK" sz="1400" b="1" dirty="0" err="1">
                <a:solidFill>
                  <a:srgbClr val="FF0000"/>
                </a:solidFill>
              </a:rPr>
              <a:t>menuindgangene</a:t>
            </a:r>
            <a:r>
              <a:rPr lang="da-DK" altLang="da-DK" sz="1400" b="1" dirty="0">
                <a:solidFill>
                  <a:srgbClr val="FF0000"/>
                </a:solidFill>
              </a:rPr>
              <a:t> selv er en menu</a:t>
            </a:r>
          </a:p>
        </p:txBody>
      </p:sp>
      <p:sp>
        <p:nvSpPr>
          <p:cNvPr id="16" name="Line 22"/>
          <p:cNvSpPr>
            <a:spLocks noChangeShapeType="1"/>
          </p:cNvSpPr>
          <p:nvPr/>
        </p:nvSpPr>
        <p:spPr bwMode="auto">
          <a:xfrm flipH="1">
            <a:off x="4651099" y="2247489"/>
            <a:ext cx="484222" cy="283368"/>
          </a:xfrm>
          <a:prstGeom prst="line">
            <a:avLst/>
          </a:prstGeom>
          <a:noFill/>
          <a:ln w="28575">
            <a:solidFill>
              <a:srgbClr val="0000FF"/>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18" name="Line 22"/>
          <p:cNvSpPr>
            <a:spLocks noChangeShapeType="1"/>
          </p:cNvSpPr>
          <p:nvPr/>
        </p:nvSpPr>
        <p:spPr bwMode="auto">
          <a:xfrm flipH="1">
            <a:off x="5376144" y="2313177"/>
            <a:ext cx="121909" cy="539759"/>
          </a:xfrm>
          <a:prstGeom prst="line">
            <a:avLst/>
          </a:prstGeom>
          <a:noFill/>
          <a:ln w="28575">
            <a:solidFill>
              <a:srgbClr val="0000FF"/>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19" name="Text Box 21"/>
          <p:cNvSpPr txBox="1">
            <a:spLocks noChangeArrowheads="1"/>
          </p:cNvSpPr>
          <p:nvPr/>
        </p:nvSpPr>
        <p:spPr bwMode="auto">
          <a:xfrm>
            <a:off x="5127157" y="2026945"/>
            <a:ext cx="1533075" cy="286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ct val="50000"/>
              </a:spcBef>
              <a:buFontTx/>
              <a:buNone/>
            </a:pPr>
            <a:r>
              <a:rPr lang="da-DK" altLang="da-DK" sz="1400" b="1" dirty="0">
                <a:solidFill>
                  <a:srgbClr val="0000FF"/>
                </a:solidFill>
              </a:rPr>
              <a:t>Tastaturgenveje</a:t>
            </a:r>
          </a:p>
        </p:txBody>
      </p:sp>
      <p:sp>
        <p:nvSpPr>
          <p:cNvPr id="25" name="Line 22"/>
          <p:cNvSpPr>
            <a:spLocks noChangeShapeType="1"/>
          </p:cNvSpPr>
          <p:nvPr/>
        </p:nvSpPr>
        <p:spPr bwMode="auto">
          <a:xfrm>
            <a:off x="2195736" y="1800574"/>
            <a:ext cx="349256" cy="0"/>
          </a:xfrm>
          <a:prstGeom prst="line">
            <a:avLst/>
          </a:prstGeom>
          <a:noFill/>
          <a:ln w="28575">
            <a:solidFill>
              <a:srgbClr val="008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26" name="Text Box 21"/>
          <p:cNvSpPr txBox="1">
            <a:spLocks noChangeArrowheads="1"/>
          </p:cNvSpPr>
          <p:nvPr/>
        </p:nvSpPr>
        <p:spPr bwMode="auto">
          <a:xfrm>
            <a:off x="1266773" y="1658020"/>
            <a:ext cx="944050" cy="286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ct val="50000"/>
              </a:spcBef>
              <a:buFontTx/>
              <a:buNone/>
            </a:pPr>
            <a:r>
              <a:rPr lang="da-DK" altLang="da-DK" sz="1400" b="1" dirty="0">
                <a:solidFill>
                  <a:srgbClr val="008000"/>
                </a:solidFill>
              </a:rPr>
              <a:t>Menubar</a:t>
            </a:r>
          </a:p>
        </p:txBody>
      </p:sp>
      <p:sp>
        <p:nvSpPr>
          <p:cNvPr id="21" name="Rectangle 3"/>
          <p:cNvSpPr txBox="1">
            <a:spLocks noChangeArrowheads="1"/>
          </p:cNvSpPr>
          <p:nvPr/>
        </p:nvSpPr>
        <p:spPr bwMode="auto">
          <a:xfrm>
            <a:off x="467544" y="4033724"/>
            <a:ext cx="5029908" cy="440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r>
              <a:rPr lang="da-DK" sz="2000" spc="-50" dirty="0"/>
              <a:t>Kode for menuindgangen </a:t>
            </a:r>
            <a:r>
              <a:rPr lang="da-DK" sz="2000" spc="-50" dirty="0">
                <a:solidFill>
                  <a:srgbClr val="008000"/>
                </a:solidFill>
              </a:rPr>
              <a:t>New game</a:t>
            </a:r>
            <a:endParaRPr lang="da-DK" sz="2000" spc="-50" dirty="0"/>
          </a:p>
        </p:txBody>
      </p:sp>
      <p:sp>
        <p:nvSpPr>
          <p:cNvPr id="27" name="Rectangle 26"/>
          <p:cNvSpPr/>
          <p:nvPr/>
        </p:nvSpPr>
        <p:spPr bwMode="auto">
          <a:xfrm>
            <a:off x="2604112" y="4557805"/>
            <a:ext cx="6392932" cy="1422397"/>
          </a:xfrm>
          <a:prstGeom prst="rect">
            <a:avLst/>
          </a:prstGeom>
          <a:solidFill>
            <a:srgbClr val="FFFFCC"/>
          </a:solidFill>
          <a:ln w="28575" cap="flat" cmpd="sng" algn="ctr">
            <a:solidFill>
              <a:srgbClr val="0000FF"/>
            </a:solidFill>
            <a:prstDash val="solid"/>
            <a:round/>
            <a:headEnd type="none" w="med" len="med"/>
            <a:tailEnd type="triangle" w="med" len="med"/>
          </a:ln>
          <a:effectLst/>
        </p:spPr>
        <p:txBody>
          <a:bodyPr vert="horz" wrap="square" lIns="90000" tIns="46800" rIns="90000" bIns="46800" numCol="1" rtlCol="0" anchor="t" anchorCtr="0" compatLnSpc="1">
            <a:prstTxWarp prst="textNoShape">
              <a:avLst/>
            </a:prstTxWarp>
          </a:bodyPr>
          <a:lstStyle/>
          <a:p>
            <a:pPr eaLnBrk="1" hangingPunct="1"/>
            <a:r>
              <a:rPr lang="en-US" altLang="da-DK" sz="1400" b="1" dirty="0" err="1">
                <a:solidFill>
                  <a:schemeClr val="tx1"/>
                </a:solidFill>
                <a:latin typeface="Courier New" pitchFamily="49" charset="0"/>
              </a:rPr>
              <a:t>JMenuItem</a:t>
            </a:r>
            <a:r>
              <a:rPr lang="en-US" altLang="da-DK" sz="1400" b="1" dirty="0">
                <a:solidFill>
                  <a:schemeClr val="tx1"/>
                </a:solidFill>
                <a:latin typeface="Courier New" pitchFamily="49" charset="0"/>
              </a:rPr>
              <a:t> </a:t>
            </a:r>
            <a:r>
              <a:rPr lang="en-US" altLang="da-DK" sz="1400" b="1" dirty="0" err="1">
                <a:solidFill>
                  <a:schemeClr val="tx1"/>
                </a:solidFill>
                <a:latin typeface="Courier New" pitchFamily="49" charset="0"/>
              </a:rPr>
              <a:t>newGameItem</a:t>
            </a:r>
            <a:r>
              <a:rPr lang="en-US" altLang="da-DK" sz="1400" b="1" dirty="0">
                <a:solidFill>
                  <a:schemeClr val="tx1"/>
                </a:solidFill>
                <a:latin typeface="Courier New" pitchFamily="49" charset="0"/>
              </a:rPr>
              <a:t> = </a:t>
            </a:r>
            <a:r>
              <a:rPr lang="en-US" altLang="da-DK" sz="1400" b="1" dirty="0">
                <a:solidFill>
                  <a:srgbClr val="7030A0"/>
                </a:solidFill>
                <a:latin typeface="Courier New" pitchFamily="49" charset="0"/>
              </a:rPr>
              <a:t>new</a:t>
            </a:r>
            <a:r>
              <a:rPr lang="en-US" altLang="da-DK" sz="1400" b="1" dirty="0">
                <a:solidFill>
                  <a:schemeClr val="tx1"/>
                </a:solidFill>
                <a:latin typeface="Courier New" pitchFamily="49" charset="0"/>
              </a:rPr>
              <a:t> </a:t>
            </a:r>
            <a:r>
              <a:rPr lang="en-US" altLang="da-DK" sz="1400" b="1" dirty="0" err="1">
                <a:solidFill>
                  <a:schemeClr val="tx1"/>
                </a:solidFill>
                <a:latin typeface="Courier New" pitchFamily="49" charset="0"/>
              </a:rPr>
              <a:t>JMenuItem</a:t>
            </a:r>
            <a:r>
              <a:rPr lang="en-US" altLang="da-DK" sz="1400" b="1" dirty="0">
                <a:solidFill>
                  <a:schemeClr val="tx1"/>
                </a:solidFill>
                <a:latin typeface="Courier New" pitchFamily="49" charset="0"/>
              </a:rPr>
              <a:t>(</a:t>
            </a:r>
            <a:r>
              <a:rPr lang="en-US" altLang="da-DK" sz="1400" b="1" dirty="0">
                <a:solidFill>
                  <a:srgbClr val="008000"/>
                </a:solidFill>
                <a:latin typeface="Courier New" pitchFamily="49" charset="0"/>
              </a:rPr>
              <a:t>"New game"</a:t>
            </a:r>
            <a:r>
              <a:rPr lang="en-US" altLang="da-DK" sz="1400" b="1" dirty="0">
                <a:solidFill>
                  <a:schemeClr val="tx1"/>
                </a:solidFill>
                <a:latin typeface="Courier New" pitchFamily="49" charset="0"/>
              </a:rPr>
              <a:t>);</a:t>
            </a:r>
          </a:p>
          <a:p>
            <a:pPr>
              <a:spcBef>
                <a:spcPts val="0"/>
              </a:spcBef>
            </a:pPr>
            <a:r>
              <a:rPr lang="en-US" altLang="da-DK" sz="1400" b="1" dirty="0" err="1">
                <a:solidFill>
                  <a:schemeClr val="tx1"/>
                </a:solidFill>
                <a:latin typeface="Courier New" pitchFamily="49" charset="0"/>
              </a:rPr>
              <a:t>gameMenu.add</a:t>
            </a:r>
            <a:r>
              <a:rPr lang="en-US" altLang="da-DK" sz="1400" b="1" dirty="0">
                <a:solidFill>
                  <a:schemeClr val="tx1"/>
                </a:solidFill>
                <a:latin typeface="Courier New" pitchFamily="49" charset="0"/>
              </a:rPr>
              <a:t>(</a:t>
            </a:r>
            <a:r>
              <a:rPr lang="en-US" altLang="da-DK" sz="1400" b="1" dirty="0" err="1">
                <a:solidFill>
                  <a:schemeClr val="tx1"/>
                </a:solidFill>
                <a:latin typeface="Courier New" pitchFamily="49" charset="0"/>
              </a:rPr>
              <a:t>newGameItem</a:t>
            </a:r>
            <a:r>
              <a:rPr lang="en-US" altLang="da-DK" sz="1400" b="1" dirty="0">
                <a:solidFill>
                  <a:schemeClr val="tx1"/>
                </a:solidFill>
                <a:latin typeface="Courier New" pitchFamily="49" charset="0"/>
              </a:rPr>
              <a:t>);</a:t>
            </a:r>
          </a:p>
          <a:p>
            <a:pPr eaLnBrk="1" hangingPunct="1">
              <a:spcBef>
                <a:spcPts val="600"/>
              </a:spcBef>
            </a:pPr>
            <a:r>
              <a:rPr lang="en-US" altLang="da-DK" sz="1400" b="1" dirty="0" err="1">
                <a:solidFill>
                  <a:schemeClr val="tx1"/>
                </a:solidFill>
                <a:latin typeface="Courier New" pitchFamily="49" charset="0"/>
              </a:rPr>
              <a:t>newGameItem.setAccelerator</a:t>
            </a:r>
            <a:r>
              <a:rPr lang="en-US" altLang="da-DK" sz="1400" b="1" dirty="0">
                <a:solidFill>
                  <a:schemeClr val="tx1"/>
                </a:solidFill>
                <a:latin typeface="Courier New" pitchFamily="49" charset="0"/>
              </a:rPr>
              <a:t>(</a:t>
            </a:r>
            <a:r>
              <a:rPr lang="en-US" altLang="da-DK" sz="1400" b="1" dirty="0" err="1">
                <a:solidFill>
                  <a:schemeClr val="tx1"/>
                </a:solidFill>
                <a:latin typeface="Courier New" pitchFamily="49" charset="0"/>
              </a:rPr>
              <a:t>KeyStroke.getKeyStroke</a:t>
            </a:r>
            <a:r>
              <a:rPr lang="en-US" altLang="da-DK" sz="1400" b="1" dirty="0">
                <a:solidFill>
                  <a:schemeClr val="tx1"/>
                </a:solidFill>
                <a:latin typeface="Courier New" pitchFamily="49" charset="0"/>
              </a:rPr>
              <a:t>(</a:t>
            </a:r>
          </a:p>
          <a:p>
            <a:pPr eaLnBrk="1" hangingPunct="1">
              <a:spcBef>
                <a:spcPts val="0"/>
              </a:spcBef>
            </a:pPr>
            <a:r>
              <a:rPr lang="en-US" altLang="da-DK" sz="1400" b="1" dirty="0">
                <a:solidFill>
                  <a:schemeClr val="tx1"/>
                </a:solidFill>
                <a:latin typeface="Courier New" pitchFamily="49" charset="0"/>
              </a:rPr>
              <a:t>                           </a:t>
            </a:r>
            <a:r>
              <a:rPr lang="en-US" altLang="da-DK" sz="1400" b="1" dirty="0" err="1">
                <a:solidFill>
                  <a:schemeClr val="tx1"/>
                </a:solidFill>
                <a:latin typeface="Courier New" pitchFamily="49" charset="0"/>
              </a:rPr>
              <a:t>KeyEvent.VK_N</a:t>
            </a:r>
            <a:r>
              <a:rPr lang="en-US" altLang="da-DK" sz="1400" b="1" dirty="0">
                <a:solidFill>
                  <a:schemeClr val="tx1"/>
                </a:solidFill>
                <a:latin typeface="Courier New" pitchFamily="49" charset="0"/>
              </a:rPr>
              <a:t>,</a:t>
            </a:r>
            <a:r>
              <a:rPr lang="en-US" altLang="da-DK" sz="800" b="1" dirty="0">
                <a:solidFill>
                  <a:schemeClr val="tx1"/>
                </a:solidFill>
                <a:latin typeface="Courier New" pitchFamily="49" charset="0"/>
              </a:rPr>
              <a:t> </a:t>
            </a:r>
            <a:r>
              <a:rPr lang="en-US" altLang="da-DK" sz="1400" b="1" dirty="0">
                <a:solidFill>
                  <a:schemeClr val="tx1"/>
                </a:solidFill>
                <a:latin typeface="Courier New" pitchFamily="49" charset="0"/>
              </a:rPr>
              <a:t>CTRL_SHIFT</a:t>
            </a:r>
            <a:r>
              <a:rPr lang="en-US" altLang="da-DK" sz="800" b="1" dirty="0">
                <a:solidFill>
                  <a:schemeClr val="tx1"/>
                </a:solidFill>
                <a:latin typeface="Courier New" pitchFamily="49" charset="0"/>
              </a:rPr>
              <a:t> </a:t>
            </a:r>
            <a:r>
              <a:rPr lang="en-US" altLang="da-DK" sz="1400" b="1" dirty="0">
                <a:solidFill>
                  <a:schemeClr val="tx1"/>
                </a:solidFill>
                <a:latin typeface="Courier New" pitchFamily="49" charset="0"/>
              </a:rPr>
              <a:t>));</a:t>
            </a:r>
          </a:p>
          <a:p>
            <a:pPr eaLnBrk="1" hangingPunct="1">
              <a:spcBef>
                <a:spcPts val="600"/>
              </a:spcBef>
            </a:pPr>
            <a:r>
              <a:rPr lang="en-US" altLang="da-DK" sz="1400" b="1" dirty="0" err="1">
                <a:solidFill>
                  <a:schemeClr val="tx1"/>
                </a:solidFill>
                <a:latin typeface="Courier New" pitchFamily="49" charset="0"/>
              </a:rPr>
              <a:t>newGameItem.addActionListener</a:t>
            </a:r>
            <a:r>
              <a:rPr lang="en-US" altLang="da-DK" sz="1400" b="1" dirty="0">
                <a:solidFill>
                  <a:schemeClr val="tx1"/>
                </a:solidFill>
                <a:latin typeface="Courier New" pitchFamily="49" charset="0"/>
              </a:rPr>
              <a:t>(</a:t>
            </a:r>
            <a:r>
              <a:rPr lang="en-US" altLang="da-DK" sz="800" b="1" dirty="0">
                <a:solidFill>
                  <a:schemeClr val="tx1"/>
                </a:solidFill>
                <a:latin typeface="Courier New" pitchFamily="49" charset="0"/>
              </a:rPr>
              <a:t> </a:t>
            </a:r>
            <a:r>
              <a:rPr lang="en-US" altLang="da-DK" sz="1400" b="1" spc="-50" dirty="0">
                <a:solidFill>
                  <a:schemeClr val="tx1"/>
                </a:solidFill>
                <a:latin typeface="Courier New" pitchFamily="49" charset="0"/>
              </a:rPr>
              <a:t>e</a:t>
            </a:r>
            <a:r>
              <a:rPr lang="en-US" altLang="da-DK" sz="1000" b="1" spc="-50" dirty="0">
                <a:solidFill>
                  <a:schemeClr val="tx1"/>
                </a:solidFill>
                <a:latin typeface="Courier New" pitchFamily="49" charset="0"/>
              </a:rPr>
              <a:t> </a:t>
            </a:r>
            <a:r>
              <a:rPr lang="en-US" altLang="da-DK" sz="1400" b="1" spc="-50" dirty="0">
                <a:solidFill>
                  <a:schemeClr val="tx1"/>
                </a:solidFill>
                <a:latin typeface="Courier New" pitchFamily="49" charset="0"/>
              </a:rPr>
              <a:t>-&gt;</a:t>
            </a:r>
            <a:r>
              <a:rPr lang="en-US" altLang="da-DK" sz="1000" b="1" spc="-50" dirty="0">
                <a:solidFill>
                  <a:schemeClr val="tx1"/>
                </a:solidFill>
                <a:latin typeface="Courier New" pitchFamily="49" charset="0"/>
              </a:rPr>
              <a:t> </a:t>
            </a:r>
            <a:r>
              <a:rPr lang="en-US" altLang="da-DK" sz="1400" b="1" spc="-50" dirty="0" err="1">
                <a:solidFill>
                  <a:schemeClr val="tx1"/>
                </a:solidFill>
                <a:latin typeface="Courier New" pitchFamily="49" charset="0"/>
              </a:rPr>
              <a:t>newGameButton.doClick</a:t>
            </a:r>
            <a:r>
              <a:rPr lang="en-US" altLang="da-DK" sz="1400" b="1" spc="-50" dirty="0">
                <a:solidFill>
                  <a:schemeClr val="tx1"/>
                </a:solidFill>
                <a:latin typeface="Courier New" pitchFamily="49" charset="0"/>
              </a:rPr>
              <a:t>());</a:t>
            </a:r>
          </a:p>
        </p:txBody>
      </p:sp>
      <p:sp>
        <p:nvSpPr>
          <p:cNvPr id="28" name="Line 22"/>
          <p:cNvSpPr>
            <a:spLocks noChangeShapeType="1"/>
          </p:cNvSpPr>
          <p:nvPr/>
        </p:nvSpPr>
        <p:spPr bwMode="auto">
          <a:xfrm>
            <a:off x="2267745" y="4696042"/>
            <a:ext cx="312178" cy="0"/>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29" name="Text Box 21"/>
          <p:cNvSpPr txBox="1">
            <a:spLocks noChangeArrowheads="1"/>
          </p:cNvSpPr>
          <p:nvPr/>
        </p:nvSpPr>
        <p:spPr bwMode="auto">
          <a:xfrm>
            <a:off x="140808" y="4547288"/>
            <a:ext cx="233992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a:lnSpc>
                <a:spcPct val="90000"/>
              </a:lnSpc>
              <a:spcBef>
                <a:spcPct val="50000"/>
              </a:spcBef>
            </a:pPr>
            <a:r>
              <a:rPr lang="da-DK" altLang="da-DK" sz="1400" b="1" dirty="0">
                <a:solidFill>
                  <a:srgbClr val="FF0000"/>
                </a:solidFill>
              </a:rPr>
              <a:t>Skab menuindgang og </a:t>
            </a:r>
            <a:r>
              <a:rPr lang="da-DK" altLang="da-DK" sz="1400" b="1" spc="-50" dirty="0">
                <a:solidFill>
                  <a:srgbClr val="FF0000"/>
                </a:solidFill>
              </a:rPr>
              <a:t>tilføj den </a:t>
            </a:r>
            <a:r>
              <a:rPr lang="da-DK" altLang="da-DK" sz="1400" b="1" dirty="0">
                <a:solidFill>
                  <a:srgbClr val="FF0000"/>
                </a:solidFill>
              </a:rPr>
              <a:t>til Game menuen</a:t>
            </a:r>
          </a:p>
        </p:txBody>
      </p:sp>
      <p:sp>
        <p:nvSpPr>
          <p:cNvPr id="31" name="Line 22"/>
          <p:cNvSpPr>
            <a:spLocks noChangeShapeType="1"/>
          </p:cNvSpPr>
          <p:nvPr/>
        </p:nvSpPr>
        <p:spPr bwMode="auto">
          <a:xfrm flipV="1">
            <a:off x="2122420" y="5228602"/>
            <a:ext cx="451756" cy="964"/>
          </a:xfrm>
          <a:prstGeom prst="line">
            <a:avLst/>
          </a:prstGeom>
          <a:noFill/>
          <a:ln w="28575">
            <a:solidFill>
              <a:srgbClr val="0000FF"/>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32" name="Line 22"/>
          <p:cNvSpPr>
            <a:spLocks noChangeShapeType="1"/>
          </p:cNvSpPr>
          <p:nvPr/>
        </p:nvSpPr>
        <p:spPr bwMode="auto">
          <a:xfrm flipV="1">
            <a:off x="2183644" y="5729859"/>
            <a:ext cx="387813" cy="1"/>
          </a:xfrm>
          <a:prstGeom prst="line">
            <a:avLst/>
          </a:prstGeom>
          <a:noFill/>
          <a:ln w="28575">
            <a:solidFill>
              <a:srgbClr val="008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34" name="Text Box 21"/>
          <p:cNvSpPr txBox="1">
            <a:spLocks noChangeArrowheads="1"/>
          </p:cNvSpPr>
          <p:nvPr/>
        </p:nvSpPr>
        <p:spPr bwMode="auto">
          <a:xfrm>
            <a:off x="132833" y="5079102"/>
            <a:ext cx="2214191"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ct val="50000"/>
              </a:spcBef>
              <a:buFontTx/>
              <a:buNone/>
            </a:pPr>
            <a:r>
              <a:rPr lang="da-DK" altLang="da-DK" sz="1400" b="1" dirty="0">
                <a:solidFill>
                  <a:srgbClr val="0000FF"/>
                </a:solidFill>
              </a:rPr>
              <a:t>Tilføj tastaturgenvej</a:t>
            </a:r>
            <a:br>
              <a:rPr lang="da-DK" altLang="da-DK" sz="1400" b="1" dirty="0">
                <a:solidFill>
                  <a:srgbClr val="0000FF"/>
                </a:solidFill>
              </a:rPr>
            </a:br>
            <a:r>
              <a:rPr lang="da-DK" altLang="da-DK" sz="1400" b="1" dirty="0">
                <a:solidFill>
                  <a:srgbClr val="0000FF"/>
                </a:solidFill>
              </a:rPr>
              <a:t>via metode i </a:t>
            </a:r>
            <a:r>
              <a:rPr lang="da-DK" altLang="da-DK" sz="1400" b="1" dirty="0" err="1">
                <a:solidFill>
                  <a:srgbClr val="0000FF"/>
                </a:solidFill>
              </a:rPr>
              <a:t>JMenuItem</a:t>
            </a:r>
            <a:endParaRPr lang="da-DK" altLang="da-DK" sz="1400" b="1" dirty="0">
              <a:solidFill>
                <a:srgbClr val="0000FF"/>
              </a:solidFill>
            </a:endParaRPr>
          </a:p>
        </p:txBody>
      </p:sp>
      <p:sp>
        <p:nvSpPr>
          <p:cNvPr id="35" name="Text Box 21"/>
          <p:cNvSpPr txBox="1">
            <a:spLocks noChangeArrowheads="1"/>
          </p:cNvSpPr>
          <p:nvPr/>
        </p:nvSpPr>
        <p:spPr bwMode="auto">
          <a:xfrm>
            <a:off x="152073" y="5583361"/>
            <a:ext cx="2023104" cy="286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ct val="50000"/>
              </a:spcBef>
              <a:buFontTx/>
              <a:buNone/>
            </a:pPr>
            <a:r>
              <a:rPr lang="da-DK" altLang="da-DK" sz="1400" b="1" dirty="0">
                <a:solidFill>
                  <a:srgbClr val="008000"/>
                </a:solidFill>
              </a:rPr>
              <a:t>Håndtering af  events</a:t>
            </a:r>
          </a:p>
        </p:txBody>
      </p:sp>
      <p:sp>
        <p:nvSpPr>
          <p:cNvPr id="37" name="Rectangle 28"/>
          <p:cNvSpPr>
            <a:spLocks noChangeArrowheads="1"/>
          </p:cNvSpPr>
          <p:nvPr/>
        </p:nvSpPr>
        <p:spPr bwMode="auto">
          <a:xfrm>
            <a:off x="5895887" y="5618279"/>
            <a:ext cx="2768599" cy="221618"/>
          </a:xfrm>
          <a:prstGeom prst="rect">
            <a:avLst/>
          </a:prstGeom>
          <a:noFill/>
          <a:ln w="25400">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38" name="Line 22"/>
          <p:cNvSpPr>
            <a:spLocks noChangeShapeType="1"/>
          </p:cNvSpPr>
          <p:nvPr/>
        </p:nvSpPr>
        <p:spPr bwMode="auto">
          <a:xfrm flipH="1" flipV="1">
            <a:off x="6795432" y="5841616"/>
            <a:ext cx="3302" cy="276158"/>
          </a:xfrm>
          <a:prstGeom prst="line">
            <a:avLst/>
          </a:prstGeom>
          <a:noFill/>
          <a:ln w="28575">
            <a:solidFill>
              <a:srgbClr val="008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39" name="Text Box 21"/>
          <p:cNvSpPr txBox="1">
            <a:spLocks noChangeArrowheads="1"/>
          </p:cNvSpPr>
          <p:nvPr/>
        </p:nvSpPr>
        <p:spPr bwMode="auto">
          <a:xfrm>
            <a:off x="4217610" y="6067337"/>
            <a:ext cx="4572293" cy="674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ct val="50000"/>
              </a:spcBef>
              <a:buFontTx/>
              <a:buNone/>
            </a:pPr>
            <a:r>
              <a:rPr lang="da-DK" altLang="da-DK" sz="1400" b="1" dirty="0">
                <a:solidFill>
                  <a:srgbClr val="008000"/>
                </a:solidFill>
              </a:rPr>
              <a:t>Når der modtages et event, skal der ske det samme, som når brugeren trykker på New game knappen</a:t>
            </a:r>
            <a:br>
              <a:rPr lang="da-DK" altLang="da-DK" sz="1400" b="1" dirty="0">
                <a:solidFill>
                  <a:srgbClr val="008000"/>
                </a:solidFill>
              </a:rPr>
            </a:br>
            <a:r>
              <a:rPr lang="da-DK" altLang="da-DK" sz="1400" b="1" dirty="0">
                <a:solidFill>
                  <a:srgbClr val="008000"/>
                </a:solidFill>
              </a:rPr>
              <a:t>(</a:t>
            </a:r>
            <a:r>
              <a:rPr lang="da-DK" altLang="da-DK" sz="1400" b="1" dirty="0" err="1">
                <a:solidFill>
                  <a:srgbClr val="008000"/>
                </a:solidFill>
              </a:rPr>
              <a:t>doClick</a:t>
            </a:r>
            <a:r>
              <a:rPr lang="da-DK" altLang="da-DK" sz="1400" b="1" dirty="0">
                <a:solidFill>
                  <a:srgbClr val="008000"/>
                </a:solidFill>
              </a:rPr>
              <a:t> er en metode i </a:t>
            </a:r>
            <a:r>
              <a:rPr lang="da-DK" altLang="da-DK" sz="1400" b="1" dirty="0" err="1">
                <a:solidFill>
                  <a:srgbClr val="008000"/>
                </a:solidFill>
              </a:rPr>
              <a:t>AbstractButton</a:t>
            </a:r>
            <a:r>
              <a:rPr lang="da-DK" altLang="da-DK" sz="1400" b="1" dirty="0">
                <a:solidFill>
                  <a:srgbClr val="008000"/>
                </a:solidFill>
              </a:rPr>
              <a:t>)</a:t>
            </a:r>
          </a:p>
        </p:txBody>
      </p:sp>
      <p:sp>
        <p:nvSpPr>
          <p:cNvPr id="41" name="Rectangle 28"/>
          <p:cNvSpPr>
            <a:spLocks noChangeArrowheads="1"/>
          </p:cNvSpPr>
          <p:nvPr/>
        </p:nvSpPr>
        <p:spPr bwMode="auto">
          <a:xfrm>
            <a:off x="7062531" y="5323122"/>
            <a:ext cx="1144014" cy="237496"/>
          </a:xfrm>
          <a:prstGeom prst="rect">
            <a:avLst/>
          </a:prstGeom>
          <a:noFill/>
          <a:ln w="254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43" name="Text Box 21"/>
          <p:cNvSpPr txBox="1">
            <a:spLocks noChangeArrowheads="1"/>
          </p:cNvSpPr>
          <p:nvPr/>
        </p:nvSpPr>
        <p:spPr bwMode="auto">
          <a:xfrm>
            <a:off x="6308386" y="3674176"/>
            <a:ext cx="2602941" cy="674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ct val="50000"/>
              </a:spcBef>
              <a:buFontTx/>
              <a:buNone/>
            </a:pPr>
            <a:r>
              <a:rPr lang="da-DK" altLang="da-DK" sz="1400" b="1" dirty="0">
                <a:solidFill>
                  <a:srgbClr val="0000FF"/>
                </a:solidFill>
              </a:rPr>
              <a:t>For </a:t>
            </a:r>
            <a:r>
              <a:rPr lang="da-DK" altLang="da-DK" sz="1400" b="1" dirty="0" err="1">
                <a:solidFill>
                  <a:srgbClr val="0000FF"/>
                </a:solidFill>
              </a:rPr>
              <a:t>Slow</a:t>
            </a:r>
            <a:r>
              <a:rPr lang="da-DK" altLang="da-DK" sz="1400" b="1" dirty="0">
                <a:solidFill>
                  <a:srgbClr val="0000FF"/>
                </a:solidFill>
              </a:rPr>
              <a:t>, Medium, Fast og </a:t>
            </a:r>
            <a:r>
              <a:rPr lang="da-DK" altLang="da-DK" sz="1400" b="1" dirty="0" err="1">
                <a:solidFill>
                  <a:srgbClr val="0000FF"/>
                </a:solidFill>
              </a:rPr>
              <a:t>Sonic</a:t>
            </a:r>
            <a:r>
              <a:rPr lang="da-DK" altLang="da-DK" sz="1400" b="1" dirty="0">
                <a:solidFill>
                  <a:srgbClr val="0000FF"/>
                </a:solidFill>
              </a:rPr>
              <a:t> skal man skrive CTRL i stedet for CTRL_SHIFT</a:t>
            </a:r>
          </a:p>
        </p:txBody>
      </p:sp>
      <p:sp>
        <p:nvSpPr>
          <p:cNvPr id="44" name="Rectangle 28"/>
          <p:cNvSpPr>
            <a:spLocks noChangeArrowheads="1"/>
          </p:cNvSpPr>
          <p:nvPr/>
        </p:nvSpPr>
        <p:spPr bwMode="auto">
          <a:xfrm>
            <a:off x="6819116" y="5326826"/>
            <a:ext cx="137840" cy="237496"/>
          </a:xfrm>
          <a:prstGeom prst="rect">
            <a:avLst/>
          </a:prstGeom>
          <a:noFill/>
          <a:ln w="254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46" name="Rectangle 28"/>
          <p:cNvSpPr>
            <a:spLocks noChangeArrowheads="1"/>
          </p:cNvSpPr>
          <p:nvPr/>
        </p:nvSpPr>
        <p:spPr bwMode="auto">
          <a:xfrm>
            <a:off x="3965170" y="5110279"/>
            <a:ext cx="1504297" cy="208852"/>
          </a:xfrm>
          <a:prstGeom prst="rect">
            <a:avLst/>
          </a:prstGeom>
          <a:noFill/>
          <a:ln w="254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36" name="Text Box 21"/>
          <p:cNvSpPr txBox="1">
            <a:spLocks noChangeArrowheads="1"/>
          </p:cNvSpPr>
          <p:nvPr/>
        </p:nvSpPr>
        <p:spPr bwMode="auto">
          <a:xfrm>
            <a:off x="179512" y="2086806"/>
            <a:ext cx="2244882" cy="674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ts val="400"/>
              </a:spcBef>
              <a:buFontTx/>
              <a:buNone/>
            </a:pPr>
            <a:r>
              <a:rPr lang="da-DK" altLang="da-DK" sz="1400" b="1" dirty="0">
                <a:solidFill>
                  <a:srgbClr val="008000"/>
                </a:solidFill>
              </a:rPr>
              <a:t>Log menuen indeholder to indgange Play log… og Save log…</a:t>
            </a:r>
          </a:p>
        </p:txBody>
      </p:sp>
      <p:pic>
        <p:nvPicPr>
          <p:cNvPr id="40" name="Picture 39"/>
          <p:cNvPicPr/>
          <p:nvPr/>
        </p:nvPicPr>
        <p:blipFill>
          <a:blip r:embed="rId4"/>
          <a:stretch>
            <a:fillRect/>
          </a:stretch>
        </p:blipFill>
        <p:spPr>
          <a:xfrm>
            <a:off x="294386" y="6137308"/>
            <a:ext cx="3844824" cy="489265"/>
          </a:xfrm>
          <a:prstGeom prst="rect">
            <a:avLst/>
          </a:prstGeom>
        </p:spPr>
      </p:pic>
      <p:sp>
        <p:nvSpPr>
          <p:cNvPr id="42" name="Rectangle 28"/>
          <p:cNvSpPr>
            <a:spLocks noChangeArrowheads="1"/>
          </p:cNvSpPr>
          <p:nvPr/>
        </p:nvSpPr>
        <p:spPr bwMode="auto">
          <a:xfrm>
            <a:off x="316353" y="6185546"/>
            <a:ext cx="1258447" cy="221618"/>
          </a:xfrm>
          <a:prstGeom prst="rect">
            <a:avLst/>
          </a:prstGeom>
          <a:noFill/>
          <a:ln w="25400">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45" name="Line 22"/>
          <p:cNvSpPr>
            <a:spLocks noChangeShapeType="1"/>
          </p:cNvSpPr>
          <p:nvPr/>
        </p:nvSpPr>
        <p:spPr bwMode="auto">
          <a:xfrm flipH="1">
            <a:off x="8100392" y="4336345"/>
            <a:ext cx="0" cy="982786"/>
          </a:xfrm>
          <a:prstGeom prst="line">
            <a:avLst/>
          </a:prstGeom>
          <a:noFill/>
          <a:ln w="28575">
            <a:solidFill>
              <a:srgbClr val="0000FF"/>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Tree>
    <p:extLst>
      <p:ext uri="{BB962C8B-B14F-4D97-AF65-F5344CB8AC3E}">
        <p14:creationId xmlns:p14="http://schemas.microsoft.com/office/powerpoint/2010/main" val="302131095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31"/>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34"/>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41"/>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44"/>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46"/>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43"/>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2"/>
                                        </p:tgtEl>
                                        <p:attrNameLst>
                                          <p:attrName>style.visibility</p:attrName>
                                        </p:attrNameLst>
                                      </p:cBhvr>
                                      <p:to>
                                        <p:strVal val="visible"/>
                                      </p:to>
                                    </p:set>
                                  </p:childTnLst>
                                </p:cTn>
                              </p:par>
                            </p:childTnLst>
                          </p:cTn>
                        </p:par>
                        <p:par>
                          <p:cTn id="39" fill="hold">
                            <p:stCondLst>
                              <p:cond delay="0"/>
                            </p:stCondLst>
                            <p:childTnLst>
                              <p:par>
                                <p:cTn id="40" presetID="1" presetClass="entr" presetSubtype="0" fill="hold" nodeType="afterEffect">
                                  <p:stCondLst>
                                    <p:cond delay="0"/>
                                  </p:stCondLst>
                                  <p:childTnLst>
                                    <p:set>
                                      <p:cBhvr>
                                        <p:cTn id="41" dur="1" fill="hold">
                                          <p:stCondLst>
                                            <p:cond delay="0"/>
                                          </p:stCondLst>
                                        </p:cTn>
                                        <p:tgtEl>
                                          <p:spTgt spid="40"/>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7" grpId="0" animBg="1"/>
      <p:bldP spid="28" grpId="0" animBg="1"/>
      <p:bldP spid="29" grpId="0"/>
      <p:bldP spid="31" grpId="0" animBg="1"/>
      <p:bldP spid="32" grpId="0" animBg="1"/>
      <p:bldP spid="34" grpId="0"/>
      <p:bldP spid="35" grpId="0"/>
      <p:bldP spid="37" grpId="0" animBg="1"/>
      <p:bldP spid="38" grpId="0" animBg="1"/>
      <p:bldP spid="39" grpId="0"/>
      <p:bldP spid="41" grpId="0" animBg="1"/>
      <p:bldP spid="43" grpId="0"/>
      <p:bldP spid="44" grpId="0" animBg="1"/>
      <p:bldP spid="46" grpId="0" animBg="1"/>
      <p:bldP spid="42" grpId="0" animBg="1"/>
      <p:bldP spid="4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467544" y="332656"/>
            <a:ext cx="8676456"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b="1">
                <a:solidFill>
                  <a:srgbClr val="000066"/>
                </a:solidFill>
                <a:latin typeface="+mj-lt"/>
                <a:ea typeface="ＭＳ Ｐゴシック" charset="-128"/>
                <a:cs typeface="ＭＳ Ｐゴシック" charset="-128"/>
              </a:defRPr>
            </a:lvl1pPr>
            <a:lvl2pPr algn="l" rtl="0" eaLnBrk="0" fontAlgn="base" hangingPunct="0">
              <a:spcBef>
                <a:spcPct val="0"/>
              </a:spcBef>
              <a:spcAft>
                <a:spcPct val="0"/>
              </a:spcAft>
              <a:defRPr sz="3600" b="1">
                <a:solidFill>
                  <a:srgbClr val="000066"/>
                </a:solidFill>
                <a:latin typeface="Arial" pitchFamily="-105" charset="0"/>
                <a:ea typeface="ＭＳ Ｐゴシック" charset="-128"/>
                <a:cs typeface="ＭＳ Ｐゴシック" charset="-128"/>
              </a:defRPr>
            </a:lvl2pPr>
            <a:lvl3pPr algn="l" rtl="0" eaLnBrk="0" fontAlgn="base" hangingPunct="0">
              <a:spcBef>
                <a:spcPct val="0"/>
              </a:spcBef>
              <a:spcAft>
                <a:spcPct val="0"/>
              </a:spcAft>
              <a:defRPr sz="3600" b="1">
                <a:solidFill>
                  <a:srgbClr val="000066"/>
                </a:solidFill>
                <a:latin typeface="Arial" pitchFamily="-105" charset="0"/>
                <a:ea typeface="ＭＳ Ｐゴシック" charset="-128"/>
                <a:cs typeface="ＭＳ Ｐゴシック" charset="-128"/>
              </a:defRPr>
            </a:lvl3pPr>
            <a:lvl4pPr algn="l" rtl="0" eaLnBrk="0" fontAlgn="base" hangingPunct="0">
              <a:spcBef>
                <a:spcPct val="0"/>
              </a:spcBef>
              <a:spcAft>
                <a:spcPct val="0"/>
              </a:spcAft>
              <a:defRPr sz="3600" b="1">
                <a:solidFill>
                  <a:srgbClr val="000066"/>
                </a:solidFill>
                <a:latin typeface="Arial" pitchFamily="-105" charset="0"/>
                <a:ea typeface="ＭＳ Ｐゴシック" charset="-128"/>
                <a:cs typeface="ＭＳ Ｐゴシック" charset="-128"/>
              </a:defRPr>
            </a:lvl4pPr>
            <a:lvl5pPr algn="l" rtl="0" eaLnBrk="0" fontAlgn="base" hangingPunct="0">
              <a:spcBef>
                <a:spcPct val="0"/>
              </a:spcBef>
              <a:spcAft>
                <a:spcPct val="0"/>
              </a:spcAft>
              <a:defRPr sz="3600" b="1">
                <a:solidFill>
                  <a:srgbClr val="000066"/>
                </a:solidFill>
                <a:latin typeface="Arial" pitchFamily="-105" charset="0"/>
                <a:ea typeface="ＭＳ Ｐゴシック" charset="-128"/>
                <a:cs typeface="ＭＳ Ｐゴシック" charset="-128"/>
              </a:defRPr>
            </a:lvl5pPr>
            <a:lvl6pPr marL="457200" algn="l" rtl="0" fontAlgn="base">
              <a:spcBef>
                <a:spcPct val="0"/>
              </a:spcBef>
              <a:spcAft>
                <a:spcPct val="0"/>
              </a:spcAft>
              <a:defRPr sz="3600" b="1">
                <a:solidFill>
                  <a:srgbClr val="000066"/>
                </a:solidFill>
                <a:latin typeface="Arial" pitchFamily="-105" charset="0"/>
              </a:defRPr>
            </a:lvl6pPr>
            <a:lvl7pPr marL="914400" algn="l" rtl="0" fontAlgn="base">
              <a:spcBef>
                <a:spcPct val="0"/>
              </a:spcBef>
              <a:spcAft>
                <a:spcPct val="0"/>
              </a:spcAft>
              <a:defRPr sz="3600" b="1">
                <a:solidFill>
                  <a:srgbClr val="000066"/>
                </a:solidFill>
                <a:latin typeface="Arial" pitchFamily="-105" charset="0"/>
              </a:defRPr>
            </a:lvl7pPr>
            <a:lvl8pPr marL="1371600" algn="l" rtl="0" fontAlgn="base">
              <a:spcBef>
                <a:spcPct val="0"/>
              </a:spcBef>
              <a:spcAft>
                <a:spcPct val="0"/>
              </a:spcAft>
              <a:defRPr sz="3600" b="1">
                <a:solidFill>
                  <a:srgbClr val="000066"/>
                </a:solidFill>
                <a:latin typeface="Arial" pitchFamily="-105" charset="0"/>
              </a:defRPr>
            </a:lvl8pPr>
            <a:lvl9pPr marL="1828800" algn="l" rtl="0" fontAlgn="base">
              <a:spcBef>
                <a:spcPct val="0"/>
              </a:spcBef>
              <a:spcAft>
                <a:spcPct val="0"/>
              </a:spcAft>
              <a:defRPr sz="3600" b="1">
                <a:solidFill>
                  <a:srgbClr val="000066"/>
                </a:solidFill>
                <a:latin typeface="Arial" pitchFamily="-105" charset="0"/>
              </a:defRPr>
            </a:lvl9pPr>
          </a:lstStyle>
          <a:p>
            <a:pPr eaLnBrk="1" hangingPunct="1"/>
            <a:r>
              <a:rPr lang="da-DK" altLang="da-DK" sz="3200" kern="0" dirty="0">
                <a:ea typeface="ＭＳ Ｐゴシック" pitchFamily="34" charset="-128"/>
              </a:rPr>
              <a:t>StringBuilder klassen (fra </a:t>
            </a:r>
            <a:r>
              <a:rPr lang="da-DK" altLang="da-DK" sz="3200" kern="0" dirty="0" err="1">
                <a:ea typeface="ＭＳ Ｐゴシック" pitchFamily="34" charset="-128"/>
              </a:rPr>
              <a:t>java.lang</a:t>
            </a:r>
            <a:r>
              <a:rPr lang="da-DK" altLang="da-DK" sz="3200" kern="0" dirty="0">
                <a:ea typeface="ＭＳ Ｐゴシック" pitchFamily="34" charset="-128"/>
              </a:rPr>
              <a:t>)</a:t>
            </a:r>
          </a:p>
        </p:txBody>
      </p:sp>
      <p:sp>
        <p:nvSpPr>
          <p:cNvPr id="6" name="Rectangle 3"/>
          <p:cNvSpPr txBox="1">
            <a:spLocks noChangeArrowheads="1"/>
          </p:cNvSpPr>
          <p:nvPr/>
        </p:nvSpPr>
        <p:spPr bwMode="auto">
          <a:xfrm>
            <a:off x="467544" y="1011870"/>
            <a:ext cx="8439737" cy="1266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800">
                <a:solidFill>
                  <a:srgbClr val="000066"/>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pPr>
              <a:spcBef>
                <a:spcPts val="1200"/>
              </a:spcBef>
            </a:pPr>
            <a:r>
              <a:rPr lang="da-DK" altLang="da-DK" sz="2000" kern="0" dirty="0"/>
              <a:t>I opgave 3 skal fejl rapporteres til brugeren via en dialogboks</a:t>
            </a:r>
          </a:p>
          <a:p>
            <a:pPr lvl="1">
              <a:spcBef>
                <a:spcPts val="400"/>
              </a:spcBef>
              <a:buFont typeface="Arial" panose="020B0604020202020204" pitchFamily="34" charset="0"/>
              <a:buChar char="–"/>
            </a:pPr>
            <a:r>
              <a:rPr lang="da-DK" altLang="da-DK" sz="1800" kern="0" dirty="0">
                <a:ea typeface="ＭＳ Ｐゴシック" pitchFamily="34" charset="-128"/>
              </a:rPr>
              <a:t>Fejlene opsamles via </a:t>
            </a:r>
            <a:r>
              <a:rPr lang="da-DK" altLang="da-DK" sz="1800" b="1" kern="0" dirty="0">
                <a:solidFill>
                  <a:srgbClr val="008000"/>
                </a:solidFill>
                <a:ea typeface="ＭＳ Ｐゴシック" pitchFamily="34" charset="-128"/>
              </a:rPr>
              <a:t>StringBuilder</a:t>
            </a:r>
            <a:r>
              <a:rPr lang="da-DK" altLang="da-DK" sz="1800" kern="0" dirty="0">
                <a:ea typeface="ＭＳ Ｐゴシック" pitchFamily="34" charset="-128"/>
              </a:rPr>
              <a:t> klassen</a:t>
            </a:r>
          </a:p>
          <a:p>
            <a:pPr lvl="1">
              <a:lnSpc>
                <a:spcPct val="90000"/>
              </a:lnSpc>
              <a:spcBef>
                <a:spcPts val="600"/>
              </a:spcBef>
              <a:buFont typeface="Arial" panose="020B0604020202020204" pitchFamily="34" charset="0"/>
              <a:buChar char="–"/>
            </a:pPr>
            <a:r>
              <a:rPr lang="da-DK" altLang="da-DK" sz="1800" kern="0" dirty="0"/>
              <a:t>Herunder illustreres brugen af </a:t>
            </a:r>
            <a:r>
              <a:rPr lang="da-DK" altLang="da-DK" sz="1800" kern="0" dirty="0" err="1"/>
              <a:t>StringBuilder</a:t>
            </a:r>
            <a:r>
              <a:rPr lang="da-DK" altLang="da-DK" sz="1800" kern="0" dirty="0"/>
              <a:t> ved at lave en toString metode for Post klassen i Network projektet fra kapitel 11</a:t>
            </a:r>
          </a:p>
          <a:p>
            <a:pPr lvl="1">
              <a:spcBef>
                <a:spcPts val="200"/>
              </a:spcBef>
              <a:buFont typeface="Arial" panose="020B0604020202020204" pitchFamily="34" charset="0"/>
              <a:buChar char="–"/>
            </a:pPr>
            <a:endParaRPr lang="da-DK" altLang="da-DK" sz="1800" kern="0" dirty="0"/>
          </a:p>
          <a:p>
            <a:pPr lvl="1">
              <a:spcBef>
                <a:spcPts val="1200"/>
              </a:spcBef>
            </a:pPr>
            <a:endParaRPr lang="da-DK" sz="1800" kern="0" dirty="0"/>
          </a:p>
          <a:p>
            <a:pPr lvl="1">
              <a:spcBef>
                <a:spcPts val="200"/>
              </a:spcBef>
            </a:pPr>
            <a:endParaRPr lang="da-DK" sz="1800" kern="0" dirty="0"/>
          </a:p>
        </p:txBody>
      </p:sp>
      <p:sp>
        <p:nvSpPr>
          <p:cNvPr id="18" name="Rectangle 17"/>
          <p:cNvSpPr/>
          <p:nvPr/>
        </p:nvSpPr>
        <p:spPr bwMode="auto">
          <a:xfrm>
            <a:off x="2438267" y="2410140"/>
            <a:ext cx="6310197" cy="3794491"/>
          </a:xfrm>
          <a:prstGeom prst="rect">
            <a:avLst/>
          </a:prstGeom>
          <a:solidFill>
            <a:srgbClr val="FFFFCC"/>
          </a:solidFill>
          <a:ln w="28575" cap="flat" cmpd="sng" algn="ctr">
            <a:solidFill>
              <a:srgbClr val="0000FF"/>
            </a:solidFill>
            <a:prstDash val="solid"/>
            <a:round/>
            <a:headEnd type="none" w="med" len="med"/>
            <a:tailEnd type="triangle" w="med" len="med"/>
          </a:ln>
          <a:effectLst/>
        </p:spPr>
        <p:txBody>
          <a:bodyPr vert="horz" wrap="square" lIns="90000" tIns="46800" rIns="90000" bIns="46800" numCol="1" rtlCol="0" anchor="t" anchorCtr="0" compatLnSpc="1">
            <a:prstTxWarp prst="textNoShape">
              <a:avLst/>
            </a:prstTxWarp>
          </a:bodyPr>
          <a:lstStyle/>
          <a:p>
            <a:r>
              <a:rPr lang="en-US" sz="1600" b="1" kern="0" dirty="0">
                <a:solidFill>
                  <a:srgbClr val="7030A0"/>
                </a:solidFill>
                <a:latin typeface="Courier New" panose="02070309020205020404" pitchFamily="49" charset="0"/>
                <a:cs typeface="Courier New" panose="02070309020205020404" pitchFamily="49" charset="0"/>
              </a:rPr>
              <a:t>public</a:t>
            </a:r>
            <a:r>
              <a:rPr lang="en-US" sz="1600" b="1" kern="0" dirty="0">
                <a:solidFill>
                  <a:schemeClr val="tx1"/>
                </a:solidFill>
                <a:latin typeface="Courier New" panose="02070309020205020404" pitchFamily="49" charset="0"/>
                <a:cs typeface="Courier New" panose="02070309020205020404" pitchFamily="49" charset="0"/>
              </a:rPr>
              <a:t> String </a:t>
            </a:r>
            <a:r>
              <a:rPr lang="en-US" sz="1600" b="1" kern="0" dirty="0" err="1">
                <a:solidFill>
                  <a:schemeClr val="tx1"/>
                </a:solidFill>
                <a:latin typeface="Courier New" panose="02070309020205020404" pitchFamily="49" charset="0"/>
                <a:cs typeface="Courier New" panose="02070309020205020404" pitchFamily="49" charset="0"/>
              </a:rPr>
              <a:t>toString</a:t>
            </a:r>
            <a:r>
              <a:rPr lang="en-US" sz="1600" b="1" kern="0" dirty="0">
                <a:solidFill>
                  <a:schemeClr val="tx1"/>
                </a:solidFill>
                <a:latin typeface="Courier New" panose="02070309020205020404" pitchFamily="49" charset="0"/>
                <a:cs typeface="Courier New" panose="02070309020205020404" pitchFamily="49" charset="0"/>
              </a:rPr>
              <a:t>() {</a:t>
            </a:r>
          </a:p>
          <a:p>
            <a:pPr>
              <a:spcBef>
                <a:spcPts val="600"/>
              </a:spcBef>
            </a:pPr>
            <a:r>
              <a:rPr lang="en-US" sz="1600" b="1" kern="0" dirty="0">
                <a:solidFill>
                  <a:schemeClr val="tx1"/>
                </a:solidFill>
                <a:latin typeface="Courier New" panose="02070309020205020404" pitchFamily="49" charset="0"/>
                <a:cs typeface="Courier New" panose="02070309020205020404" pitchFamily="49" charset="0"/>
              </a:rPr>
              <a:t>  StringBuilder sb = </a:t>
            </a:r>
            <a:r>
              <a:rPr lang="en-US" sz="1600" b="1" kern="0" dirty="0">
                <a:solidFill>
                  <a:srgbClr val="7030A0"/>
                </a:solidFill>
                <a:latin typeface="Courier New" panose="02070309020205020404" pitchFamily="49" charset="0"/>
                <a:cs typeface="Courier New" panose="02070309020205020404" pitchFamily="49" charset="0"/>
              </a:rPr>
              <a:t>new</a:t>
            </a:r>
            <a:r>
              <a:rPr lang="en-US" sz="1600" b="1" kern="0" dirty="0">
                <a:solidFill>
                  <a:schemeClr val="tx1"/>
                </a:solidFill>
                <a:latin typeface="Courier New" panose="02070309020205020404" pitchFamily="49" charset="0"/>
                <a:cs typeface="Courier New" panose="02070309020205020404" pitchFamily="49" charset="0"/>
              </a:rPr>
              <a:t> StringBuilder(); </a:t>
            </a:r>
          </a:p>
          <a:p>
            <a:pPr>
              <a:spcBef>
                <a:spcPts val="600"/>
              </a:spcBef>
            </a:pPr>
            <a:r>
              <a:rPr lang="en-US" sz="1600" b="1" kern="0" dirty="0">
                <a:solidFill>
                  <a:schemeClr val="tx1"/>
                </a:solidFill>
                <a:latin typeface="Courier New" panose="02070309020205020404" pitchFamily="49" charset="0"/>
                <a:cs typeface="Courier New" panose="02070309020205020404" pitchFamily="49" charset="0"/>
              </a:rPr>
              <a:t>  </a:t>
            </a:r>
            <a:r>
              <a:rPr lang="en-US" sz="1600" b="1" kern="0" dirty="0" err="1">
                <a:solidFill>
                  <a:srgbClr val="0000FF"/>
                </a:solidFill>
                <a:latin typeface="Courier New" panose="02070309020205020404" pitchFamily="49" charset="0"/>
                <a:cs typeface="Courier New" panose="02070309020205020404" pitchFamily="49" charset="0"/>
              </a:rPr>
              <a:t>sb.append</a:t>
            </a:r>
            <a:r>
              <a:rPr lang="en-US" sz="1600" b="1" kern="0" dirty="0">
                <a:solidFill>
                  <a:schemeClr val="tx1"/>
                </a:solidFill>
                <a:latin typeface="Courier New" panose="02070309020205020404" pitchFamily="49" charset="0"/>
                <a:cs typeface="Courier New" panose="02070309020205020404" pitchFamily="49" charset="0"/>
              </a:rPr>
              <a:t>(username + '\n');</a:t>
            </a:r>
          </a:p>
          <a:p>
            <a:pPr>
              <a:spcBef>
                <a:spcPts val="600"/>
              </a:spcBef>
            </a:pPr>
            <a:r>
              <a:rPr lang="en-US" sz="1600" b="1" kern="0" dirty="0">
                <a:solidFill>
                  <a:schemeClr val="tx1"/>
                </a:solidFill>
                <a:latin typeface="Courier New" panose="02070309020205020404" pitchFamily="49" charset="0"/>
                <a:cs typeface="Courier New" panose="02070309020205020404" pitchFamily="49" charset="0"/>
              </a:rPr>
              <a:t>  </a:t>
            </a:r>
            <a:r>
              <a:rPr lang="en-US" sz="1600" b="1" kern="0" dirty="0" err="1">
                <a:solidFill>
                  <a:srgbClr val="0000FF"/>
                </a:solidFill>
                <a:latin typeface="Courier New" panose="02070309020205020404" pitchFamily="49" charset="0"/>
                <a:cs typeface="Courier New" panose="02070309020205020404" pitchFamily="49" charset="0"/>
              </a:rPr>
              <a:t>sb.append</a:t>
            </a:r>
            <a:r>
              <a:rPr lang="en-US" sz="1600" b="1" kern="0" dirty="0">
                <a:solidFill>
                  <a:schemeClr val="tx1"/>
                </a:solidFill>
                <a:latin typeface="Courier New" panose="02070309020205020404" pitchFamily="49" charset="0"/>
                <a:cs typeface="Courier New" panose="02070309020205020404" pitchFamily="49" charset="0"/>
              </a:rPr>
              <a:t>(</a:t>
            </a:r>
            <a:r>
              <a:rPr lang="en-US" sz="1600" b="1" kern="0" dirty="0" err="1">
                <a:solidFill>
                  <a:schemeClr val="tx1"/>
                </a:solidFill>
                <a:latin typeface="Courier New" panose="02070309020205020404" pitchFamily="49" charset="0"/>
                <a:cs typeface="Courier New" panose="02070309020205020404" pitchFamily="49" charset="0"/>
              </a:rPr>
              <a:t>timeString</a:t>
            </a:r>
            <a:r>
              <a:rPr lang="en-US" sz="1600" b="1" kern="0" dirty="0">
                <a:solidFill>
                  <a:schemeClr val="tx1"/>
                </a:solidFill>
                <a:latin typeface="Courier New" panose="02070309020205020404" pitchFamily="49" charset="0"/>
                <a:cs typeface="Courier New" panose="02070309020205020404" pitchFamily="49" charset="0"/>
              </a:rPr>
              <a:t>(</a:t>
            </a:r>
            <a:r>
              <a:rPr lang="en-US" sz="700" b="1" kern="0" dirty="0">
                <a:solidFill>
                  <a:schemeClr val="tx1"/>
                </a:solidFill>
                <a:latin typeface="Courier New" panose="02070309020205020404" pitchFamily="49" charset="0"/>
                <a:cs typeface="Courier New" panose="02070309020205020404" pitchFamily="49" charset="0"/>
              </a:rPr>
              <a:t> </a:t>
            </a:r>
            <a:r>
              <a:rPr lang="en-US" sz="1600" b="1" kern="0" dirty="0">
                <a:solidFill>
                  <a:schemeClr val="tx1"/>
                </a:solidFill>
                <a:latin typeface="Courier New" panose="02070309020205020404" pitchFamily="49" charset="0"/>
                <a:cs typeface="Courier New" panose="02070309020205020404" pitchFamily="49" charset="0"/>
              </a:rPr>
              <a:t>timestamp) + '\n');</a:t>
            </a:r>
          </a:p>
          <a:p>
            <a:r>
              <a:rPr lang="en-US" sz="1600" b="1" kern="0" dirty="0">
                <a:solidFill>
                  <a:schemeClr val="tx1"/>
                </a:solidFill>
                <a:latin typeface="Courier New" panose="02070309020205020404" pitchFamily="49" charset="0"/>
                <a:cs typeface="Courier New" panose="02070309020205020404" pitchFamily="49" charset="0"/>
              </a:rPr>
              <a:t>  </a:t>
            </a:r>
            <a:r>
              <a:rPr lang="en-US" sz="1600" b="1" kern="0" dirty="0">
                <a:solidFill>
                  <a:srgbClr val="7030A0"/>
                </a:solidFill>
                <a:latin typeface="Courier New" panose="02070309020205020404" pitchFamily="49" charset="0"/>
                <a:cs typeface="Courier New" panose="02070309020205020404" pitchFamily="49" charset="0"/>
              </a:rPr>
              <a:t>if</a:t>
            </a:r>
            <a:r>
              <a:rPr lang="en-US" sz="1600" b="1" kern="0" dirty="0">
                <a:solidFill>
                  <a:schemeClr val="tx1"/>
                </a:solidFill>
                <a:latin typeface="Courier New" panose="02070309020205020404" pitchFamily="49" charset="0"/>
                <a:cs typeface="Courier New" panose="02070309020205020404" pitchFamily="49" charset="0"/>
              </a:rPr>
              <a:t>(</a:t>
            </a:r>
            <a:r>
              <a:rPr lang="en-US" sz="700" b="1" kern="0" dirty="0">
                <a:solidFill>
                  <a:schemeClr val="tx1"/>
                </a:solidFill>
                <a:latin typeface="Courier New" panose="02070309020205020404" pitchFamily="49" charset="0"/>
                <a:cs typeface="Courier New" panose="02070309020205020404" pitchFamily="49" charset="0"/>
              </a:rPr>
              <a:t> </a:t>
            </a:r>
            <a:r>
              <a:rPr lang="en-US" sz="1600" b="1" kern="0" dirty="0">
                <a:solidFill>
                  <a:schemeClr val="tx1"/>
                </a:solidFill>
                <a:latin typeface="Courier New" panose="02070309020205020404" pitchFamily="49" charset="0"/>
                <a:cs typeface="Courier New" panose="02070309020205020404" pitchFamily="49" charset="0"/>
              </a:rPr>
              <a:t>likes &gt; 0) {</a:t>
            </a:r>
          </a:p>
          <a:p>
            <a:r>
              <a:rPr lang="en-US" sz="1600" b="1" kern="0" dirty="0">
                <a:solidFill>
                  <a:schemeClr val="tx1"/>
                </a:solidFill>
                <a:latin typeface="Courier New" panose="02070309020205020404" pitchFamily="49" charset="0"/>
                <a:cs typeface="Courier New" panose="02070309020205020404" pitchFamily="49" charset="0"/>
              </a:rPr>
              <a:t>    </a:t>
            </a:r>
            <a:r>
              <a:rPr lang="en-US" sz="1600" b="1" kern="0" dirty="0" err="1">
                <a:solidFill>
                  <a:srgbClr val="0000FF"/>
                </a:solidFill>
                <a:latin typeface="Courier New" panose="02070309020205020404" pitchFamily="49" charset="0"/>
                <a:cs typeface="Courier New" panose="02070309020205020404" pitchFamily="49" charset="0"/>
              </a:rPr>
              <a:t>sb.append</a:t>
            </a:r>
            <a:r>
              <a:rPr lang="en-US" sz="1600" b="1" kern="0" dirty="0">
                <a:solidFill>
                  <a:schemeClr val="tx1"/>
                </a:solidFill>
                <a:latin typeface="Courier New" panose="02070309020205020404" pitchFamily="49" charset="0"/>
                <a:cs typeface="Courier New" panose="02070309020205020404" pitchFamily="49" charset="0"/>
              </a:rPr>
              <a:t>(likes + </a:t>
            </a:r>
            <a:r>
              <a:rPr lang="en-US" sz="1600" b="1" kern="0" dirty="0">
                <a:solidFill>
                  <a:srgbClr val="008000"/>
                </a:solidFill>
                <a:latin typeface="Courier New" panose="02070309020205020404" pitchFamily="49" charset="0"/>
                <a:cs typeface="Courier New" panose="02070309020205020404" pitchFamily="49" charset="0"/>
              </a:rPr>
              <a:t>" people like this.\n"</a:t>
            </a:r>
            <a:r>
              <a:rPr lang="en-US" sz="1600" b="1" kern="0" dirty="0">
                <a:solidFill>
                  <a:schemeClr val="tx1"/>
                </a:solidFill>
                <a:latin typeface="Courier New" panose="02070309020205020404" pitchFamily="49" charset="0"/>
                <a:cs typeface="Courier New" panose="02070309020205020404" pitchFamily="49" charset="0"/>
              </a:rPr>
              <a:t>);</a:t>
            </a:r>
          </a:p>
          <a:p>
            <a:r>
              <a:rPr lang="en-US" sz="1600" b="1" kern="0" dirty="0">
                <a:solidFill>
                  <a:schemeClr val="tx1"/>
                </a:solidFill>
                <a:latin typeface="Courier New" panose="02070309020205020404" pitchFamily="49" charset="0"/>
                <a:cs typeface="Courier New" panose="02070309020205020404" pitchFamily="49" charset="0"/>
              </a:rPr>
              <a:t>  }</a:t>
            </a:r>
          </a:p>
          <a:p>
            <a:r>
              <a:rPr lang="en-US" sz="1600" b="1" kern="0" dirty="0">
                <a:solidFill>
                  <a:srgbClr val="7030A0"/>
                </a:solidFill>
                <a:latin typeface="Courier New" panose="02070309020205020404" pitchFamily="49" charset="0"/>
                <a:cs typeface="Courier New" panose="02070309020205020404" pitchFamily="49" charset="0"/>
              </a:rPr>
              <a:t>  if</a:t>
            </a:r>
            <a:r>
              <a:rPr lang="en-US" sz="1600" b="1" kern="0" dirty="0">
                <a:solidFill>
                  <a:schemeClr val="tx1"/>
                </a:solidFill>
                <a:latin typeface="Courier New" panose="02070309020205020404" pitchFamily="49" charset="0"/>
                <a:cs typeface="Courier New" panose="02070309020205020404" pitchFamily="49" charset="0"/>
              </a:rPr>
              <a:t>(</a:t>
            </a:r>
            <a:r>
              <a:rPr lang="en-US" sz="700" b="1" kern="0" dirty="0">
                <a:solidFill>
                  <a:schemeClr val="tx1"/>
                </a:solidFill>
                <a:latin typeface="Courier New" panose="02070309020205020404" pitchFamily="49" charset="0"/>
                <a:cs typeface="Courier New" panose="02070309020205020404" pitchFamily="49" charset="0"/>
              </a:rPr>
              <a:t> </a:t>
            </a:r>
            <a:r>
              <a:rPr lang="en-US" sz="1600" b="1" kern="0" dirty="0" err="1">
                <a:solidFill>
                  <a:schemeClr val="tx1"/>
                </a:solidFill>
                <a:latin typeface="Courier New" panose="02070309020205020404" pitchFamily="49" charset="0"/>
                <a:cs typeface="Courier New" panose="02070309020205020404" pitchFamily="49" charset="0"/>
              </a:rPr>
              <a:t>comments.isEmpty</a:t>
            </a:r>
            <a:r>
              <a:rPr lang="en-US" sz="1600" b="1" kern="0" dirty="0">
                <a:solidFill>
                  <a:schemeClr val="tx1"/>
                </a:solidFill>
                <a:latin typeface="Courier New" panose="02070309020205020404" pitchFamily="49" charset="0"/>
                <a:cs typeface="Courier New" panose="02070309020205020404" pitchFamily="49" charset="0"/>
              </a:rPr>
              <a:t>()) {</a:t>
            </a:r>
          </a:p>
          <a:p>
            <a:r>
              <a:rPr lang="en-US" sz="1600" b="1" kern="0" dirty="0">
                <a:solidFill>
                  <a:schemeClr val="tx1"/>
                </a:solidFill>
                <a:latin typeface="Courier New" panose="02070309020205020404" pitchFamily="49" charset="0"/>
                <a:cs typeface="Courier New" panose="02070309020205020404" pitchFamily="49" charset="0"/>
              </a:rPr>
              <a:t>    </a:t>
            </a:r>
            <a:r>
              <a:rPr lang="en-US" sz="1600" b="1" kern="0" dirty="0" err="1">
                <a:solidFill>
                  <a:srgbClr val="0000FF"/>
                </a:solidFill>
                <a:latin typeface="Courier New" panose="02070309020205020404" pitchFamily="49" charset="0"/>
                <a:cs typeface="Courier New" panose="02070309020205020404" pitchFamily="49" charset="0"/>
              </a:rPr>
              <a:t>sb.append</a:t>
            </a:r>
            <a:r>
              <a:rPr lang="en-US" sz="1600" b="1" kern="0" dirty="0">
                <a:solidFill>
                  <a:schemeClr val="tx1"/>
                </a:solidFill>
                <a:latin typeface="Courier New" panose="02070309020205020404" pitchFamily="49" charset="0"/>
                <a:cs typeface="Courier New" panose="02070309020205020404" pitchFamily="49" charset="0"/>
              </a:rPr>
              <a:t>(</a:t>
            </a:r>
            <a:r>
              <a:rPr lang="en-US" sz="1600" b="1" kern="0" dirty="0">
                <a:solidFill>
                  <a:srgbClr val="008000"/>
                </a:solidFill>
                <a:latin typeface="Courier New" panose="02070309020205020404" pitchFamily="49" charset="0"/>
                <a:cs typeface="Courier New" panose="02070309020205020404" pitchFamily="49" charset="0"/>
              </a:rPr>
              <a:t>"No comments.\n"</a:t>
            </a:r>
            <a:r>
              <a:rPr lang="en-US" sz="1600" b="1" kern="0" dirty="0">
                <a:solidFill>
                  <a:schemeClr val="tx1"/>
                </a:solidFill>
                <a:latin typeface="Courier New" panose="02070309020205020404" pitchFamily="49" charset="0"/>
                <a:cs typeface="Courier New" panose="02070309020205020404" pitchFamily="49" charset="0"/>
              </a:rPr>
              <a:t>);</a:t>
            </a:r>
          </a:p>
          <a:p>
            <a:r>
              <a:rPr lang="en-US" sz="1600" b="1" kern="0" dirty="0">
                <a:solidFill>
                  <a:schemeClr val="tx1"/>
                </a:solidFill>
                <a:latin typeface="Courier New" panose="02070309020205020404" pitchFamily="49" charset="0"/>
                <a:cs typeface="Courier New" panose="02070309020205020404" pitchFamily="49" charset="0"/>
              </a:rPr>
              <a:t>  }</a:t>
            </a:r>
          </a:p>
          <a:p>
            <a:r>
              <a:rPr lang="en-US" sz="1600" b="1" kern="0" dirty="0">
                <a:solidFill>
                  <a:schemeClr val="tx1"/>
                </a:solidFill>
                <a:latin typeface="Courier New" panose="02070309020205020404" pitchFamily="49" charset="0"/>
                <a:cs typeface="Courier New" panose="02070309020205020404" pitchFamily="49" charset="0"/>
              </a:rPr>
              <a:t>  </a:t>
            </a:r>
            <a:r>
              <a:rPr lang="en-US" sz="1600" b="1" kern="0" dirty="0">
                <a:solidFill>
                  <a:srgbClr val="7030A0"/>
                </a:solidFill>
                <a:latin typeface="Courier New" panose="02070309020205020404" pitchFamily="49" charset="0"/>
                <a:cs typeface="Courier New" panose="02070309020205020404" pitchFamily="49" charset="0"/>
              </a:rPr>
              <a:t>else</a:t>
            </a:r>
            <a:r>
              <a:rPr lang="en-US" sz="1600" b="1" kern="0" dirty="0">
                <a:solidFill>
                  <a:schemeClr val="tx1"/>
                </a:solidFill>
                <a:latin typeface="Courier New" panose="02070309020205020404" pitchFamily="49" charset="0"/>
                <a:cs typeface="Courier New" panose="02070309020205020404" pitchFamily="49" charset="0"/>
              </a:rPr>
              <a:t> {</a:t>
            </a:r>
          </a:p>
          <a:p>
            <a:r>
              <a:rPr lang="en-US" sz="1600" b="1" kern="0" dirty="0">
                <a:solidFill>
                  <a:schemeClr val="tx1"/>
                </a:solidFill>
                <a:latin typeface="Courier New" panose="02070309020205020404" pitchFamily="49" charset="0"/>
                <a:cs typeface="Courier New" panose="02070309020205020404" pitchFamily="49" charset="0"/>
              </a:rPr>
              <a:t>    </a:t>
            </a:r>
            <a:r>
              <a:rPr lang="en-US" sz="1600" b="1" kern="0" dirty="0" err="1">
                <a:solidFill>
                  <a:srgbClr val="0000FF"/>
                </a:solidFill>
                <a:latin typeface="Courier New" panose="02070309020205020404" pitchFamily="49" charset="0"/>
                <a:cs typeface="Courier New" panose="02070309020205020404" pitchFamily="49" charset="0"/>
              </a:rPr>
              <a:t>sb.append</a:t>
            </a:r>
            <a:r>
              <a:rPr lang="en-US" sz="1600" b="1" kern="0" dirty="0">
                <a:solidFill>
                  <a:schemeClr val="tx1"/>
                </a:solidFill>
                <a:latin typeface="Courier New" panose="02070309020205020404" pitchFamily="49" charset="0"/>
                <a:cs typeface="Courier New" panose="02070309020205020404" pitchFamily="49" charset="0"/>
              </a:rPr>
              <a:t>(</a:t>
            </a:r>
            <a:r>
              <a:rPr lang="en-US" sz="1600" b="1" kern="0" dirty="0" err="1">
                <a:solidFill>
                  <a:schemeClr val="tx1"/>
                </a:solidFill>
                <a:latin typeface="Courier New" panose="02070309020205020404" pitchFamily="49" charset="0"/>
                <a:cs typeface="Courier New" panose="02070309020205020404" pitchFamily="49" charset="0"/>
              </a:rPr>
              <a:t>comments.size</a:t>
            </a:r>
            <a:r>
              <a:rPr lang="en-US" sz="1600" b="1" kern="0" dirty="0">
                <a:solidFill>
                  <a:schemeClr val="tx1"/>
                </a:solidFill>
                <a:latin typeface="Courier New" panose="02070309020205020404" pitchFamily="49" charset="0"/>
                <a:cs typeface="Courier New" panose="02070309020205020404" pitchFamily="49" charset="0"/>
              </a:rPr>
              <a:t>() + </a:t>
            </a:r>
            <a:r>
              <a:rPr lang="en-US" sz="1600" b="1" kern="0" dirty="0">
                <a:solidFill>
                  <a:srgbClr val="008000"/>
                </a:solidFill>
                <a:latin typeface="Courier New" panose="02070309020205020404" pitchFamily="49" charset="0"/>
                <a:cs typeface="Courier New" panose="02070309020205020404" pitchFamily="49" charset="0"/>
              </a:rPr>
              <a:t>" comment(s).\n"</a:t>
            </a:r>
            <a:r>
              <a:rPr lang="en-US" sz="1600" b="1" kern="0" dirty="0">
                <a:solidFill>
                  <a:schemeClr val="tx1"/>
                </a:solidFill>
                <a:latin typeface="Courier New" panose="02070309020205020404" pitchFamily="49" charset="0"/>
                <a:cs typeface="Courier New" panose="02070309020205020404" pitchFamily="49" charset="0"/>
              </a:rPr>
              <a:t>);</a:t>
            </a:r>
          </a:p>
          <a:p>
            <a:pPr>
              <a:lnSpc>
                <a:spcPct val="60000"/>
              </a:lnSpc>
            </a:pPr>
            <a:r>
              <a:rPr lang="en-US" sz="1600" b="1" kern="0" dirty="0">
                <a:solidFill>
                  <a:schemeClr val="tx1"/>
                </a:solidFill>
                <a:latin typeface="Courier New" panose="02070309020205020404" pitchFamily="49" charset="0"/>
                <a:cs typeface="Courier New" panose="02070309020205020404" pitchFamily="49" charset="0"/>
              </a:rPr>
              <a:t>  }</a:t>
            </a:r>
          </a:p>
          <a:p>
            <a:r>
              <a:rPr lang="en-US" sz="1600" b="1" kern="0" dirty="0">
                <a:solidFill>
                  <a:schemeClr val="tx1"/>
                </a:solidFill>
                <a:latin typeface="Courier New" panose="02070309020205020404" pitchFamily="49" charset="0"/>
                <a:cs typeface="Courier New" panose="02070309020205020404" pitchFamily="49" charset="0"/>
              </a:rPr>
              <a:t>  </a:t>
            </a:r>
            <a:r>
              <a:rPr lang="en-US" sz="1600" b="1" kern="0" dirty="0">
                <a:solidFill>
                  <a:srgbClr val="7030A0"/>
                </a:solidFill>
                <a:latin typeface="Courier New" panose="02070309020205020404" pitchFamily="49" charset="0"/>
                <a:cs typeface="Courier New" panose="02070309020205020404" pitchFamily="49" charset="0"/>
              </a:rPr>
              <a:t>return</a:t>
            </a:r>
            <a:r>
              <a:rPr lang="en-US" sz="1600" b="1" kern="0" dirty="0">
                <a:solidFill>
                  <a:schemeClr val="tx1"/>
                </a:solidFill>
                <a:latin typeface="Courier New" panose="02070309020205020404" pitchFamily="49" charset="0"/>
                <a:cs typeface="Courier New" panose="02070309020205020404" pitchFamily="49" charset="0"/>
              </a:rPr>
              <a:t> </a:t>
            </a:r>
            <a:r>
              <a:rPr lang="en-US" sz="1600" b="1" kern="0" dirty="0" err="1">
                <a:solidFill>
                  <a:schemeClr val="tx1"/>
                </a:solidFill>
                <a:latin typeface="Courier New" panose="02070309020205020404" pitchFamily="49" charset="0"/>
                <a:cs typeface="Courier New" panose="02070309020205020404" pitchFamily="49" charset="0"/>
              </a:rPr>
              <a:t>sb.toString</a:t>
            </a:r>
            <a:r>
              <a:rPr lang="en-US" sz="1600" b="1" kern="0" dirty="0">
                <a:solidFill>
                  <a:schemeClr val="tx1"/>
                </a:solidFill>
                <a:latin typeface="Courier New" panose="02070309020205020404" pitchFamily="49" charset="0"/>
                <a:cs typeface="Courier New" panose="02070309020205020404" pitchFamily="49" charset="0"/>
              </a:rPr>
              <a:t>();</a:t>
            </a:r>
          </a:p>
          <a:p>
            <a:pPr>
              <a:lnSpc>
                <a:spcPct val="60000"/>
              </a:lnSpc>
            </a:pPr>
            <a:r>
              <a:rPr lang="en-US" sz="1600" b="1" kern="0" dirty="0">
                <a:solidFill>
                  <a:schemeClr val="tx1"/>
                </a:solidFill>
                <a:latin typeface="Courier New" panose="02070309020205020404" pitchFamily="49" charset="0"/>
                <a:cs typeface="Courier New" panose="02070309020205020404" pitchFamily="49" charset="0"/>
              </a:rPr>
              <a:t>}</a:t>
            </a:r>
            <a:endParaRPr lang="en-US" sz="1600" b="1" kern="0" dirty="0">
              <a:solidFill>
                <a:srgbClr val="FF0000"/>
              </a:solidFill>
              <a:latin typeface="Courier New" panose="02070309020205020404" pitchFamily="49" charset="0"/>
              <a:cs typeface="Courier New" panose="02070309020205020404" pitchFamily="49" charset="0"/>
            </a:endParaRPr>
          </a:p>
        </p:txBody>
      </p:sp>
      <p:sp>
        <p:nvSpPr>
          <p:cNvPr id="29" name="Rectangle 28"/>
          <p:cNvSpPr>
            <a:spLocks noChangeArrowheads="1"/>
          </p:cNvSpPr>
          <p:nvPr/>
        </p:nvSpPr>
        <p:spPr bwMode="auto">
          <a:xfrm>
            <a:off x="2739431" y="2764192"/>
            <a:ext cx="4875731" cy="262238"/>
          </a:xfrm>
          <a:prstGeom prst="rect">
            <a:avLst/>
          </a:prstGeom>
          <a:noFill/>
          <a:ln w="25400">
            <a:solidFill>
              <a:srgbClr val="FF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30" name="Line 22"/>
          <p:cNvSpPr>
            <a:spLocks noChangeShapeType="1"/>
          </p:cNvSpPr>
          <p:nvPr/>
        </p:nvSpPr>
        <p:spPr bwMode="auto">
          <a:xfrm>
            <a:off x="2224933" y="2886074"/>
            <a:ext cx="516032" cy="0"/>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31" name="Text Box 21"/>
          <p:cNvSpPr txBox="1">
            <a:spLocks noChangeArrowheads="1"/>
          </p:cNvSpPr>
          <p:nvPr/>
        </p:nvSpPr>
        <p:spPr bwMode="auto">
          <a:xfrm>
            <a:off x="474392" y="2732588"/>
            <a:ext cx="1793352"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ct val="50000"/>
              </a:spcBef>
              <a:buFontTx/>
              <a:buNone/>
            </a:pPr>
            <a:r>
              <a:rPr lang="da-DK" altLang="da-DK" sz="1400" b="1" dirty="0">
                <a:solidFill>
                  <a:srgbClr val="FF0000"/>
                </a:solidFill>
              </a:rPr>
              <a:t>Lokal variabel af type StringBuilder</a:t>
            </a:r>
          </a:p>
        </p:txBody>
      </p:sp>
      <p:sp>
        <p:nvSpPr>
          <p:cNvPr id="32" name="Rectangle 31"/>
          <p:cNvSpPr>
            <a:spLocks noChangeArrowheads="1"/>
          </p:cNvSpPr>
          <p:nvPr/>
        </p:nvSpPr>
        <p:spPr bwMode="auto">
          <a:xfrm>
            <a:off x="6994053" y="3405582"/>
            <a:ext cx="476098" cy="265177"/>
          </a:xfrm>
          <a:prstGeom prst="rect">
            <a:avLst/>
          </a:prstGeom>
          <a:noFill/>
          <a:ln w="25400">
            <a:solidFill>
              <a:srgbClr val="0000FF"/>
            </a:solidFill>
            <a:prstDash val="solid"/>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33" name="Line 22"/>
          <p:cNvSpPr>
            <a:spLocks noChangeShapeType="1"/>
          </p:cNvSpPr>
          <p:nvPr/>
        </p:nvSpPr>
        <p:spPr bwMode="auto">
          <a:xfrm flipV="1">
            <a:off x="4427984" y="6010662"/>
            <a:ext cx="0" cy="301453"/>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34" name="Text Box 21"/>
          <p:cNvSpPr txBox="1">
            <a:spLocks noChangeArrowheads="1"/>
          </p:cNvSpPr>
          <p:nvPr/>
        </p:nvSpPr>
        <p:spPr bwMode="auto">
          <a:xfrm>
            <a:off x="1187624" y="6261237"/>
            <a:ext cx="4479979"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ct val="50000"/>
              </a:spcBef>
              <a:buFontTx/>
              <a:buNone/>
            </a:pPr>
            <a:r>
              <a:rPr lang="da-DK" altLang="da-DK" sz="1400" b="1" dirty="0">
                <a:solidFill>
                  <a:srgbClr val="FF0000"/>
                </a:solidFill>
              </a:rPr>
              <a:t>Den opbyggede tekststreng returneres ved hjælp af </a:t>
            </a:r>
            <a:r>
              <a:rPr lang="da-DK" altLang="da-DK" sz="1400" b="1" dirty="0" err="1">
                <a:solidFill>
                  <a:srgbClr val="008000"/>
                </a:solidFill>
              </a:rPr>
              <a:t>toString</a:t>
            </a:r>
            <a:r>
              <a:rPr lang="da-DK" altLang="da-DK" sz="1400" b="1" dirty="0">
                <a:solidFill>
                  <a:srgbClr val="FF0000"/>
                </a:solidFill>
              </a:rPr>
              <a:t> metoden i </a:t>
            </a:r>
            <a:r>
              <a:rPr lang="da-DK" altLang="da-DK" sz="1400" b="1" dirty="0" err="1">
                <a:solidFill>
                  <a:srgbClr val="008000"/>
                </a:solidFill>
              </a:rPr>
              <a:t>StringBuilder</a:t>
            </a:r>
            <a:r>
              <a:rPr lang="da-DK" altLang="da-DK" sz="1400" b="1" dirty="0">
                <a:solidFill>
                  <a:srgbClr val="FF0000"/>
                </a:solidFill>
              </a:rPr>
              <a:t> klassen</a:t>
            </a:r>
          </a:p>
        </p:txBody>
      </p:sp>
      <p:sp>
        <p:nvSpPr>
          <p:cNvPr id="36" name="Line 22"/>
          <p:cNvSpPr>
            <a:spLocks noChangeShapeType="1"/>
          </p:cNvSpPr>
          <p:nvPr/>
        </p:nvSpPr>
        <p:spPr bwMode="auto">
          <a:xfrm flipH="1">
            <a:off x="7470399" y="3276872"/>
            <a:ext cx="193713" cy="154580"/>
          </a:xfrm>
          <a:prstGeom prst="line">
            <a:avLst/>
          </a:prstGeom>
          <a:noFill/>
          <a:ln w="28575">
            <a:solidFill>
              <a:srgbClr val="0000FF"/>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37" name="Text Box 21"/>
          <p:cNvSpPr txBox="1">
            <a:spLocks noChangeArrowheads="1"/>
          </p:cNvSpPr>
          <p:nvPr/>
        </p:nvSpPr>
        <p:spPr bwMode="auto">
          <a:xfrm>
            <a:off x="7576100" y="3014634"/>
            <a:ext cx="105045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da-DK" altLang="da-DK" sz="1400" b="1" dirty="0">
                <a:solidFill>
                  <a:srgbClr val="0000FF"/>
                </a:solidFill>
              </a:rPr>
              <a:t>Linjeskift</a:t>
            </a:r>
          </a:p>
        </p:txBody>
      </p:sp>
      <p:sp>
        <p:nvSpPr>
          <p:cNvPr id="38" name="Rectangle 37"/>
          <p:cNvSpPr>
            <a:spLocks noChangeArrowheads="1"/>
          </p:cNvSpPr>
          <p:nvPr/>
        </p:nvSpPr>
        <p:spPr bwMode="auto">
          <a:xfrm>
            <a:off x="3578506" y="5740811"/>
            <a:ext cx="1819929" cy="259081"/>
          </a:xfrm>
          <a:prstGeom prst="rect">
            <a:avLst/>
          </a:prstGeom>
          <a:noFill/>
          <a:ln w="25400">
            <a:solidFill>
              <a:srgbClr val="FF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39" name="Text Box 21"/>
          <p:cNvSpPr txBox="1">
            <a:spLocks noChangeArrowheads="1"/>
          </p:cNvSpPr>
          <p:nvPr/>
        </p:nvSpPr>
        <p:spPr bwMode="auto">
          <a:xfrm>
            <a:off x="496932" y="3990680"/>
            <a:ext cx="1847886" cy="867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lnSpc>
                <a:spcPct val="90000"/>
              </a:lnSpc>
              <a:spcBef>
                <a:spcPct val="50000"/>
              </a:spcBef>
              <a:buFontTx/>
              <a:buNone/>
            </a:pPr>
            <a:r>
              <a:rPr lang="da-DK" altLang="da-DK" sz="1400" b="1" dirty="0">
                <a:solidFill>
                  <a:srgbClr val="0000FF"/>
                </a:solidFill>
              </a:rPr>
              <a:t>De ønskede tekststrenge tilføjes ved hjælp</a:t>
            </a:r>
            <a:br>
              <a:rPr lang="da-DK" altLang="da-DK" sz="1400" b="1" dirty="0">
                <a:solidFill>
                  <a:srgbClr val="0000FF"/>
                </a:solidFill>
              </a:rPr>
            </a:br>
            <a:r>
              <a:rPr lang="da-DK" altLang="da-DK" sz="1400" b="1" dirty="0">
                <a:solidFill>
                  <a:srgbClr val="0000FF"/>
                </a:solidFill>
              </a:rPr>
              <a:t>af </a:t>
            </a:r>
            <a:r>
              <a:rPr lang="da-DK" altLang="da-DK" sz="1400" b="1" dirty="0" err="1">
                <a:solidFill>
                  <a:srgbClr val="008000"/>
                </a:solidFill>
              </a:rPr>
              <a:t>append</a:t>
            </a:r>
            <a:r>
              <a:rPr lang="da-DK" altLang="da-DK" sz="1400" b="1" dirty="0">
                <a:solidFill>
                  <a:srgbClr val="0000FF"/>
                </a:solidFill>
              </a:rPr>
              <a:t> metoden</a:t>
            </a:r>
          </a:p>
        </p:txBody>
      </p:sp>
      <p:sp>
        <p:nvSpPr>
          <p:cNvPr id="14" name="Slide Number Placeholder 1"/>
          <p:cNvSpPr>
            <a:spLocks noGrp="1"/>
          </p:cNvSpPr>
          <p:nvPr>
            <p:ph type="sldNum" sz="quarter" idx="4294967295"/>
          </p:nvPr>
        </p:nvSpPr>
        <p:spPr>
          <a:xfrm>
            <a:off x="8496696" y="6395842"/>
            <a:ext cx="647304" cy="457200"/>
          </a:xfrm>
          <a:prstGeom prst="rect">
            <a:avLst/>
          </a:prstGeom>
        </p:spPr>
        <p:txBody>
          <a:bodyPr/>
          <a:lstStyle/>
          <a:p>
            <a:fld id="{D5F120ED-4883-459A-AC97-4FAD8D591FCC}" type="slidenum">
              <a:rPr lang="da-DK" altLang="da-DK" smtClean="0"/>
              <a:pPr/>
              <a:t>34</a:t>
            </a:fld>
            <a:endParaRPr lang="da-DK" altLang="da-DK" dirty="0"/>
          </a:p>
        </p:txBody>
      </p:sp>
      <p:sp>
        <p:nvSpPr>
          <p:cNvPr id="17" name="Text Box 21"/>
          <p:cNvSpPr txBox="1">
            <a:spLocks noChangeArrowheads="1"/>
          </p:cNvSpPr>
          <p:nvPr/>
        </p:nvSpPr>
        <p:spPr bwMode="auto">
          <a:xfrm>
            <a:off x="5726026" y="5889041"/>
            <a:ext cx="2785958" cy="738664"/>
          </a:xfrm>
          <a:prstGeom prst="rect">
            <a:avLst/>
          </a:prstGeom>
          <a:solidFill>
            <a:srgbClr val="CCECFF"/>
          </a:solidFill>
          <a:ln w="28575">
            <a:solidFill>
              <a:srgbClr val="0000FF"/>
            </a:solidFill>
          </a:ln>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pPr>
            <a:r>
              <a:rPr lang="da-DK" altLang="da-DK" sz="1400" b="1" dirty="0">
                <a:solidFill>
                  <a:srgbClr val="0000FF"/>
                </a:solidFill>
              </a:rPr>
              <a:t>For komplekse strenge giver StringBuilder mere læselig kode end brug af + operatoren</a:t>
            </a:r>
            <a:endParaRPr lang="da-DK" altLang="da-DK" sz="1400" b="1" dirty="0">
              <a:solidFill>
                <a:srgbClr val="008000"/>
              </a:solidFill>
            </a:endParaRPr>
          </a:p>
        </p:txBody>
      </p:sp>
      <p:sp>
        <p:nvSpPr>
          <p:cNvPr id="19" name="Rectangle 18"/>
          <p:cNvSpPr>
            <a:spLocks noChangeArrowheads="1"/>
          </p:cNvSpPr>
          <p:nvPr/>
        </p:nvSpPr>
        <p:spPr bwMode="auto">
          <a:xfrm>
            <a:off x="7534806" y="3890491"/>
            <a:ext cx="249381" cy="265177"/>
          </a:xfrm>
          <a:prstGeom prst="rect">
            <a:avLst/>
          </a:prstGeom>
          <a:noFill/>
          <a:ln w="25400">
            <a:solidFill>
              <a:srgbClr val="0000FF"/>
            </a:solidFill>
            <a:prstDash val="solid"/>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20" name="Line 22"/>
          <p:cNvSpPr>
            <a:spLocks noChangeShapeType="1"/>
          </p:cNvSpPr>
          <p:nvPr/>
        </p:nvSpPr>
        <p:spPr bwMode="auto">
          <a:xfrm flipH="1">
            <a:off x="7728767" y="3322411"/>
            <a:ext cx="268753" cy="562044"/>
          </a:xfrm>
          <a:prstGeom prst="line">
            <a:avLst/>
          </a:prstGeom>
          <a:noFill/>
          <a:ln w="28575">
            <a:solidFill>
              <a:srgbClr val="0000FF"/>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21" name="Line 22"/>
          <p:cNvSpPr>
            <a:spLocks noChangeShapeType="1"/>
          </p:cNvSpPr>
          <p:nvPr/>
        </p:nvSpPr>
        <p:spPr bwMode="auto">
          <a:xfrm flipH="1">
            <a:off x="6231058" y="3166275"/>
            <a:ext cx="1303748" cy="50384"/>
          </a:xfrm>
          <a:prstGeom prst="line">
            <a:avLst/>
          </a:prstGeom>
          <a:noFill/>
          <a:ln w="28575">
            <a:solidFill>
              <a:srgbClr val="0000FF"/>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22" name="Rectangle 21"/>
          <p:cNvSpPr>
            <a:spLocks noChangeArrowheads="1"/>
          </p:cNvSpPr>
          <p:nvPr/>
        </p:nvSpPr>
        <p:spPr bwMode="auto">
          <a:xfrm>
            <a:off x="5345362" y="3096164"/>
            <a:ext cx="476098" cy="265177"/>
          </a:xfrm>
          <a:prstGeom prst="rect">
            <a:avLst/>
          </a:prstGeom>
          <a:noFill/>
          <a:ln w="25400">
            <a:solidFill>
              <a:srgbClr val="0000FF"/>
            </a:solidFill>
            <a:prstDash val="solid"/>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defRPr sz="2000">
                <a:solidFill>
                  <a:srgbClr val="A50021"/>
                </a:solidFill>
                <a:latin typeface="Arial" pitchFamily="34" charset="0"/>
                <a:ea typeface="ＭＳ Ｐゴシック" pitchFamily="34" charset="-128"/>
              </a:defRPr>
            </a:lvl1pPr>
            <a:lvl2pPr marL="742950" indent="-285750" eaLnBrk="0" hangingPunct="0">
              <a:defRPr sz="2000">
                <a:solidFill>
                  <a:srgbClr val="A50021"/>
                </a:solidFill>
                <a:latin typeface="Arial" pitchFamily="34" charset="0"/>
                <a:ea typeface="ＭＳ Ｐゴシック" pitchFamily="34" charset="-128"/>
              </a:defRPr>
            </a:lvl2pPr>
            <a:lvl3pPr marL="1143000" indent="-228600" eaLnBrk="0" hangingPunct="0">
              <a:defRPr sz="2000">
                <a:solidFill>
                  <a:srgbClr val="A50021"/>
                </a:solidFill>
                <a:latin typeface="Arial" pitchFamily="34" charset="0"/>
                <a:ea typeface="ＭＳ Ｐゴシック" pitchFamily="34" charset="-128"/>
              </a:defRPr>
            </a:lvl3pPr>
            <a:lvl4pPr marL="1600200" indent="-228600" eaLnBrk="0" hangingPunct="0">
              <a:defRPr sz="2000">
                <a:solidFill>
                  <a:srgbClr val="A50021"/>
                </a:solidFill>
                <a:latin typeface="Arial" pitchFamily="34" charset="0"/>
                <a:ea typeface="ＭＳ Ｐゴシック" pitchFamily="34" charset="-128"/>
              </a:defRPr>
            </a:lvl4pPr>
            <a:lvl5pPr marL="2057400" indent="-228600" eaLnBrk="0" hangingPunct="0">
              <a:defRPr sz="2000">
                <a:solidFill>
                  <a:srgbClr val="A50021"/>
                </a:solidFill>
                <a:latin typeface="Arial" pitchFamily="34" charset="0"/>
                <a:ea typeface="ＭＳ Ｐゴシック" pitchFamily="34" charset="-128"/>
              </a:defRPr>
            </a:lvl5pPr>
            <a:lvl6pPr marL="25146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6pPr>
            <a:lvl7pPr marL="29718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7pPr>
            <a:lvl8pPr marL="34290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8pPr>
            <a:lvl9pPr marL="3886200" indent="-228600" eaLnBrk="0" fontAlgn="base" hangingPunct="0">
              <a:spcBef>
                <a:spcPct val="0"/>
              </a:spcBef>
              <a:spcAft>
                <a:spcPct val="0"/>
              </a:spcAft>
              <a:defRPr sz="2000">
                <a:solidFill>
                  <a:srgbClr val="A50021"/>
                </a:solidFill>
                <a:latin typeface="Arial" pitchFamily="34" charset="0"/>
                <a:ea typeface="ＭＳ Ｐゴシック" pitchFamily="34" charset="-128"/>
              </a:defRPr>
            </a:lvl9pPr>
          </a:lstStyle>
          <a:p>
            <a:pPr algn="ctr" eaLnBrk="1" hangingPunct="1"/>
            <a:endParaRPr lang="en-US" altLang="da-DK" dirty="0"/>
          </a:p>
        </p:txBody>
      </p:sp>
      <p:sp>
        <p:nvSpPr>
          <p:cNvPr id="23" name="Line 22"/>
          <p:cNvSpPr>
            <a:spLocks noChangeShapeType="1"/>
          </p:cNvSpPr>
          <p:nvPr/>
        </p:nvSpPr>
        <p:spPr bwMode="auto">
          <a:xfrm>
            <a:off x="2154950" y="4523513"/>
            <a:ext cx="516032" cy="0"/>
          </a:xfrm>
          <a:prstGeom prst="line">
            <a:avLst/>
          </a:prstGeom>
          <a:noFill/>
          <a:ln w="28575">
            <a:solidFill>
              <a:srgbClr val="0000FF"/>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24" name="Line 22"/>
          <p:cNvSpPr>
            <a:spLocks noChangeShapeType="1"/>
          </p:cNvSpPr>
          <p:nvPr/>
        </p:nvSpPr>
        <p:spPr bwMode="auto">
          <a:xfrm flipV="1">
            <a:off x="1907705" y="3643130"/>
            <a:ext cx="720079" cy="672028"/>
          </a:xfrm>
          <a:prstGeom prst="line">
            <a:avLst/>
          </a:prstGeom>
          <a:noFill/>
          <a:ln w="28575">
            <a:solidFill>
              <a:srgbClr val="0000FF"/>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
        <p:nvSpPr>
          <p:cNvPr id="25" name="Line 22"/>
          <p:cNvSpPr>
            <a:spLocks noChangeShapeType="1"/>
          </p:cNvSpPr>
          <p:nvPr/>
        </p:nvSpPr>
        <p:spPr bwMode="auto">
          <a:xfrm>
            <a:off x="1979711" y="4904206"/>
            <a:ext cx="691271" cy="499690"/>
          </a:xfrm>
          <a:prstGeom prst="line">
            <a:avLst/>
          </a:prstGeom>
          <a:noFill/>
          <a:ln w="28575">
            <a:solidFill>
              <a:srgbClr val="0000FF"/>
            </a:solidFill>
            <a:round/>
            <a:headEnd/>
            <a:tailEnd type="triangle" w="lg" len="lg"/>
          </a:ln>
          <a:extLst>
            <a:ext uri="{909E8E84-426E-40DD-AFC4-6F175D3DCCD1}">
              <a14:hiddenFill xmlns:a14="http://schemas.microsoft.com/office/drawing/2010/main">
                <a:noFill/>
              </a14:hiddenFill>
            </a:ext>
          </a:extLst>
        </p:spPr>
        <p:txBody>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endParaRPr lang="da-DK"/>
          </a:p>
        </p:txBody>
      </p:sp>
    </p:spTree>
    <p:extLst>
      <p:ext uri="{BB962C8B-B14F-4D97-AF65-F5344CB8AC3E}">
        <p14:creationId xmlns:p14="http://schemas.microsoft.com/office/powerpoint/2010/main" val="34309684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Title 1"/>
          <p:cNvSpPr>
            <a:spLocks noGrp="1"/>
          </p:cNvSpPr>
          <p:nvPr>
            <p:ph type="title"/>
          </p:nvPr>
        </p:nvSpPr>
        <p:spPr>
          <a:xfrm>
            <a:off x="467544" y="260648"/>
            <a:ext cx="8568952" cy="682625"/>
          </a:xfrm>
        </p:spPr>
        <p:txBody>
          <a:bodyPr/>
          <a:lstStyle/>
          <a:p>
            <a:r>
              <a:rPr lang="da-DK" altLang="da-DK" sz="3200" dirty="0">
                <a:solidFill>
                  <a:srgbClr val="A50021"/>
                </a:solidFill>
                <a:ea typeface="ＭＳ Ｐゴシック" pitchFamily="34" charset="-128"/>
                <a:cs typeface="Arial"/>
              </a:rPr>
              <a:t>●</a:t>
            </a:r>
            <a:r>
              <a:rPr lang="da-DK" altLang="da-DK" sz="3200" dirty="0">
                <a:ea typeface="ＭＳ Ｐゴシック" pitchFamily="34" charset="-128"/>
                <a:cs typeface="Arial"/>
              </a:rPr>
              <a:t> </a:t>
            </a:r>
            <a:r>
              <a:rPr lang="da-DK" altLang="da-DK" sz="3200" dirty="0">
                <a:ea typeface="ＭＳ Ｐゴシック" pitchFamily="34" charset="-128"/>
              </a:rPr>
              <a:t>Opsummering</a:t>
            </a:r>
          </a:p>
        </p:txBody>
      </p:sp>
      <p:sp>
        <p:nvSpPr>
          <p:cNvPr id="2" name="Slide Number Placeholder 1"/>
          <p:cNvSpPr>
            <a:spLocks noGrp="1"/>
          </p:cNvSpPr>
          <p:nvPr>
            <p:ph type="sldNum" sz="quarter" idx="12"/>
          </p:nvPr>
        </p:nvSpPr>
        <p:spPr>
          <a:xfrm>
            <a:off x="8532440" y="6400800"/>
            <a:ext cx="611560" cy="457200"/>
          </a:xfrm>
          <a:prstGeom prst="rect">
            <a:avLst/>
          </a:prstGeom>
        </p:spPr>
        <p:txBody>
          <a:bodyPr/>
          <a:lstStyle/>
          <a:p>
            <a:pPr>
              <a:defRPr/>
            </a:pPr>
            <a:fld id="{2CA5836E-6711-417F-AF48-31ACC3CF4030}" type="slidenum">
              <a:rPr lang="da-DK" altLang="da-DK" smtClean="0"/>
              <a:pPr>
                <a:defRPr/>
              </a:pPr>
              <a:t>35</a:t>
            </a:fld>
            <a:endParaRPr lang="da-DK" altLang="da-DK" dirty="0"/>
          </a:p>
        </p:txBody>
      </p:sp>
      <p:sp>
        <p:nvSpPr>
          <p:cNvPr id="5" name="Rectangle 3"/>
          <p:cNvSpPr txBox="1">
            <a:spLocks noChangeArrowheads="1"/>
          </p:cNvSpPr>
          <p:nvPr/>
        </p:nvSpPr>
        <p:spPr bwMode="auto">
          <a:xfrm>
            <a:off x="504489" y="1063855"/>
            <a:ext cx="8280920" cy="5533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b="1">
                <a:solidFill>
                  <a:srgbClr val="A5002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sz="2000">
                <a:solidFill>
                  <a:srgbClr val="000066"/>
                </a:solidFill>
                <a:latin typeface="+mn-lt"/>
                <a:ea typeface="ＭＳ Ｐゴシック" charset="-128"/>
              </a:defRPr>
            </a:lvl2pPr>
            <a:lvl3pPr marL="1143000" indent="-228600" algn="l" rtl="0" eaLnBrk="0" fontAlgn="base" hangingPunct="0">
              <a:spcBef>
                <a:spcPct val="20000"/>
              </a:spcBef>
              <a:spcAft>
                <a:spcPct val="0"/>
              </a:spcAft>
              <a:buChar char="•"/>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1600">
                <a:solidFill>
                  <a:schemeClr val="tx1"/>
                </a:solidFill>
                <a:latin typeface="Times New Roman" charset="0"/>
                <a:ea typeface="ＭＳ Ｐゴシック" charset="-128"/>
              </a:defRPr>
            </a:lvl4pPr>
            <a:lvl5pPr marL="2057400" indent="-228600" algn="l" rtl="0" eaLnBrk="0" fontAlgn="base" hangingPunct="0">
              <a:spcBef>
                <a:spcPct val="20000"/>
              </a:spcBef>
              <a:spcAft>
                <a:spcPct val="0"/>
              </a:spcAft>
              <a:buChar char="»"/>
              <a:defRPr sz="1200">
                <a:solidFill>
                  <a:schemeClr val="tx1"/>
                </a:solidFill>
                <a:latin typeface="Times New Roman" charset="0"/>
                <a:ea typeface="ＭＳ Ｐゴシック" charset="-128"/>
              </a:defRPr>
            </a:lvl5pPr>
            <a:lvl6pPr marL="2514600" indent="-228600" algn="l" rtl="0" fontAlgn="base">
              <a:spcBef>
                <a:spcPct val="20000"/>
              </a:spcBef>
              <a:spcAft>
                <a:spcPct val="0"/>
              </a:spcAft>
              <a:buChar char="»"/>
              <a:defRPr sz="1200">
                <a:solidFill>
                  <a:schemeClr val="tx1"/>
                </a:solidFill>
                <a:latin typeface="Times New Roman" charset="0"/>
                <a:ea typeface="ＭＳ Ｐゴシック" charset="-128"/>
              </a:defRPr>
            </a:lvl6pPr>
            <a:lvl7pPr marL="2971800" indent="-228600" algn="l" rtl="0" fontAlgn="base">
              <a:spcBef>
                <a:spcPct val="20000"/>
              </a:spcBef>
              <a:spcAft>
                <a:spcPct val="0"/>
              </a:spcAft>
              <a:buChar char="»"/>
              <a:defRPr sz="1200">
                <a:solidFill>
                  <a:schemeClr val="tx1"/>
                </a:solidFill>
                <a:latin typeface="Times New Roman" charset="0"/>
                <a:ea typeface="ＭＳ Ｐゴシック" charset="-128"/>
              </a:defRPr>
            </a:lvl7pPr>
            <a:lvl8pPr marL="3429000" indent="-228600" algn="l" rtl="0" fontAlgn="base">
              <a:spcBef>
                <a:spcPct val="20000"/>
              </a:spcBef>
              <a:spcAft>
                <a:spcPct val="0"/>
              </a:spcAft>
              <a:buChar char="»"/>
              <a:defRPr sz="1200">
                <a:solidFill>
                  <a:schemeClr val="tx1"/>
                </a:solidFill>
                <a:latin typeface="Times New Roman" charset="0"/>
                <a:ea typeface="ＭＳ Ｐゴシック" charset="-128"/>
              </a:defRPr>
            </a:lvl8pPr>
            <a:lvl9pPr marL="3886200" indent="-228600" algn="l" rtl="0" fontAlgn="base">
              <a:spcBef>
                <a:spcPct val="20000"/>
              </a:spcBef>
              <a:spcAft>
                <a:spcPct val="0"/>
              </a:spcAft>
              <a:buChar char="»"/>
              <a:defRPr sz="1200">
                <a:solidFill>
                  <a:schemeClr val="tx1"/>
                </a:solidFill>
                <a:latin typeface="Times New Roman" charset="0"/>
                <a:ea typeface="ＭＳ Ｐゴシック" charset="-128"/>
              </a:defRPr>
            </a:lvl9pPr>
          </a:lstStyle>
          <a:p>
            <a:pPr>
              <a:spcBef>
                <a:spcPts val="1200"/>
              </a:spcBef>
            </a:pPr>
            <a:r>
              <a:rPr lang="da-DK" altLang="da-DK" sz="1800" kern="0" dirty="0">
                <a:ea typeface="ＭＳ Ｐゴシック" pitchFamily="34" charset="-128"/>
              </a:rPr>
              <a:t>Defensiv programmering</a:t>
            </a:r>
          </a:p>
          <a:p>
            <a:pPr lvl="1">
              <a:spcBef>
                <a:spcPts val="300"/>
              </a:spcBef>
            </a:pPr>
            <a:r>
              <a:rPr lang="da-DK" altLang="da-DK" sz="1600" kern="1200" dirty="0">
                <a:ea typeface="ＭＳ Ｐゴシック" pitchFamily="34" charset="-128"/>
                <a:cs typeface="+mn-cs"/>
              </a:rPr>
              <a:t>Metoder og konstruktører bør tjekke de modtagne parameterværdier, således at de kan undgå at udføre ulovlige handlinger</a:t>
            </a:r>
            <a:endParaRPr lang="da-DK" altLang="da-DK" sz="1600" kern="0" spc="-50" dirty="0">
              <a:ea typeface="ＭＳ Ｐゴシック" pitchFamily="34" charset="-128"/>
            </a:endParaRPr>
          </a:p>
          <a:p>
            <a:pPr marL="342900" lvl="1" indent="-342900">
              <a:spcBef>
                <a:spcPts val="900"/>
              </a:spcBef>
              <a:buFontTx/>
              <a:buChar char="•"/>
            </a:pPr>
            <a:r>
              <a:rPr lang="da-DK" altLang="da-DK" sz="1800" b="1" kern="0" dirty="0">
                <a:solidFill>
                  <a:srgbClr val="A50021"/>
                </a:solidFill>
                <a:ea typeface="ＭＳ Ｐゴシック" pitchFamily="34" charset="-128"/>
                <a:cs typeface="ＭＳ Ｐゴシック" pitchFamily="-106" charset="-128"/>
              </a:rPr>
              <a:t>Exceptions</a:t>
            </a:r>
          </a:p>
          <a:p>
            <a:pPr lvl="1">
              <a:spcBef>
                <a:spcPts val="300"/>
              </a:spcBef>
            </a:pPr>
            <a:r>
              <a:rPr lang="da-DK" altLang="da-DK" sz="1600" kern="1200" dirty="0">
                <a:ea typeface="ＭＳ Ｐゴシック" pitchFamily="34" charset="-128"/>
                <a:cs typeface="+mn-cs"/>
              </a:rPr>
              <a:t>Sprogkonstruktion til rapportering af fejl</a:t>
            </a:r>
          </a:p>
          <a:p>
            <a:pPr lvl="1">
              <a:spcBef>
                <a:spcPts val="300"/>
              </a:spcBef>
            </a:pPr>
            <a:r>
              <a:rPr lang="da-DK" altLang="da-DK" sz="1600" kern="1200" dirty="0">
                <a:ea typeface="ＭＳ Ｐゴシック" pitchFamily="34" charset="-128"/>
                <a:cs typeface="+mn-cs"/>
              </a:rPr>
              <a:t>En kaldt metode kan kaste en exception, som så efterfølgende kan gribes på det sted hvor metoden blev kaldt</a:t>
            </a:r>
          </a:p>
          <a:p>
            <a:pPr marL="342900" lvl="1" indent="-342900">
              <a:spcBef>
                <a:spcPts val="900"/>
              </a:spcBef>
              <a:buFontTx/>
              <a:buChar char="•"/>
            </a:pPr>
            <a:r>
              <a:rPr lang="da-DK" altLang="da-DK" sz="1800" b="1" kern="0" dirty="0">
                <a:solidFill>
                  <a:srgbClr val="A50021"/>
                </a:solidFill>
                <a:ea typeface="ＭＳ Ｐゴシック" pitchFamily="34" charset="-128"/>
                <a:cs typeface="ＭＳ Ｐゴシック" pitchFamily="-106" charset="-128"/>
              </a:rPr>
              <a:t>Assertions</a:t>
            </a:r>
          </a:p>
          <a:p>
            <a:pPr lvl="1">
              <a:spcBef>
                <a:spcPts val="300"/>
              </a:spcBef>
            </a:pPr>
            <a:r>
              <a:rPr lang="da-DK" altLang="da-DK" sz="1600" kern="1200" dirty="0">
                <a:ea typeface="ＭＳ Ｐゴシック" pitchFamily="34" charset="-128"/>
                <a:cs typeface="+mn-cs"/>
              </a:rPr>
              <a:t>Sprogkonstruktion til beskrivelse af betingelser, som man forventer vil være opfyldt på bestemte steder i programmet (invarianter)</a:t>
            </a:r>
          </a:p>
          <a:p>
            <a:pPr lvl="1">
              <a:spcBef>
                <a:spcPts val="300"/>
              </a:spcBef>
            </a:pPr>
            <a:r>
              <a:rPr lang="da-DK" altLang="da-DK" sz="1600" kern="1200" dirty="0">
                <a:ea typeface="ＭＳ Ｐゴシック" pitchFamily="34" charset="-128"/>
                <a:cs typeface="+mn-cs"/>
              </a:rPr>
              <a:t>Betingelserne kan testes under programudførelsen</a:t>
            </a:r>
          </a:p>
          <a:p>
            <a:pPr marL="342900" lvl="1" indent="-342900">
              <a:spcBef>
                <a:spcPts val="900"/>
              </a:spcBef>
              <a:buFontTx/>
              <a:buChar char="•"/>
            </a:pPr>
            <a:r>
              <a:rPr lang="da-DK" altLang="da-DK" sz="1800" b="1" kern="0" dirty="0">
                <a:solidFill>
                  <a:srgbClr val="A50021"/>
                </a:solidFill>
                <a:ea typeface="ＭＳ Ｐゴシック" pitchFamily="34" charset="-128"/>
                <a:cs typeface="ＭＳ Ｐゴシック" pitchFamily="-106" charset="-128"/>
              </a:rPr>
              <a:t>Fil-baseret input/output</a:t>
            </a:r>
          </a:p>
          <a:p>
            <a:pPr lvl="1">
              <a:spcBef>
                <a:spcPts val="300"/>
              </a:spcBef>
            </a:pPr>
            <a:r>
              <a:rPr lang="da-DK" altLang="da-DK" sz="1600" kern="1200" dirty="0">
                <a:ea typeface="ＭＳ Ｐゴシック" pitchFamily="34" charset="-128"/>
                <a:cs typeface="+mn-cs"/>
              </a:rPr>
              <a:t>Område, hvor der let kan ske fejl</a:t>
            </a:r>
            <a:r>
              <a:rPr lang="da-DK" altLang="da-DK" sz="1600" dirty="0">
                <a:ea typeface="ＭＳ Ｐゴシック" pitchFamily="34" charset="-128"/>
              </a:rPr>
              <a:t> (forkert filnavn, disk </a:t>
            </a:r>
            <a:r>
              <a:rPr lang="da-DK" altLang="da-DK" sz="1600" dirty="0" err="1">
                <a:ea typeface="ＭＳ Ｐゴシック" pitchFamily="34" charset="-128"/>
              </a:rPr>
              <a:t>full</a:t>
            </a:r>
            <a:r>
              <a:rPr lang="da-DK" altLang="da-DK" sz="1600" dirty="0">
                <a:ea typeface="ＭＳ Ｐゴシック" pitchFamily="34" charset="-128"/>
              </a:rPr>
              <a:t>, </a:t>
            </a:r>
            <a:r>
              <a:rPr lang="da-DK" altLang="da-DK" sz="1600" dirty="0" err="1">
                <a:ea typeface="ＭＳ Ｐゴシック" pitchFamily="34" charset="-128"/>
              </a:rPr>
              <a:t>no</a:t>
            </a:r>
            <a:r>
              <a:rPr lang="da-DK" altLang="da-DK" sz="1600" dirty="0">
                <a:ea typeface="ＭＳ Ｐゴシック" pitchFamily="34" charset="-128"/>
              </a:rPr>
              <a:t> permission , osv.)</a:t>
            </a:r>
          </a:p>
          <a:p>
            <a:pPr lvl="1">
              <a:spcBef>
                <a:spcPts val="300"/>
              </a:spcBef>
            </a:pPr>
            <a:r>
              <a:rPr lang="da-DK" altLang="da-DK" sz="1600" kern="1200" dirty="0">
                <a:ea typeface="ＭＳ Ｐゴシック" pitchFamily="34" charset="-128"/>
                <a:cs typeface="+mn-cs"/>
              </a:rPr>
              <a:t>Sådanne fejl håndteres elegant ved hjælp af exceptions</a:t>
            </a:r>
          </a:p>
          <a:p>
            <a:pPr marL="342900" lvl="1" indent="-342900">
              <a:spcBef>
                <a:spcPts val="900"/>
              </a:spcBef>
              <a:buFontTx/>
              <a:buChar char="•"/>
            </a:pPr>
            <a:r>
              <a:rPr lang="da-DK" altLang="da-DK" sz="1800" b="1" spc="-70" dirty="0">
                <a:solidFill>
                  <a:srgbClr val="A50021"/>
                </a:solidFill>
                <a:ea typeface="ＭＳ Ｐゴシック" pitchFamily="34" charset="-128"/>
                <a:cs typeface="ＭＳ Ｐゴシック" pitchFamily="-106" charset="-128"/>
              </a:rPr>
              <a:t>Afleveringsopgave: Computerspil 4</a:t>
            </a:r>
          </a:p>
          <a:p>
            <a:pPr lvl="1">
              <a:spcBef>
                <a:spcPts val="300"/>
              </a:spcBef>
              <a:buFontTx/>
              <a:buChar char="–"/>
            </a:pPr>
            <a:r>
              <a:rPr lang="da-DK" altLang="da-DK" sz="1600" dirty="0">
                <a:ea typeface="ＭＳ Ｐゴシック" pitchFamily="34" charset="-128"/>
              </a:rPr>
              <a:t>Modifikation af den</a:t>
            </a:r>
            <a:br>
              <a:rPr lang="da-DK" altLang="da-DK" sz="1600" dirty="0">
                <a:ea typeface="ＭＳ Ｐゴシック" pitchFamily="34" charset="-128"/>
              </a:rPr>
            </a:br>
            <a:r>
              <a:rPr lang="da-DK" altLang="da-DK" sz="1600" dirty="0">
                <a:ea typeface="ＭＳ Ｐゴシック" pitchFamily="34" charset="-128"/>
              </a:rPr>
              <a:t>grafiske brugergrænseflade</a:t>
            </a:r>
          </a:p>
          <a:p>
            <a:pPr marL="342900" lvl="1" indent="-342900">
              <a:spcBef>
                <a:spcPts val="900"/>
              </a:spcBef>
              <a:buFontTx/>
              <a:buChar char="•"/>
            </a:pPr>
            <a:endParaRPr lang="da-DK" altLang="da-DK" sz="1600" kern="1200" dirty="0">
              <a:ea typeface="ＭＳ Ｐゴシック" pitchFamily="34" charset="-128"/>
              <a:cs typeface="+mn-cs"/>
            </a:endParaRPr>
          </a:p>
          <a:p>
            <a:pPr lvl="1">
              <a:spcBef>
                <a:spcPts val="100"/>
              </a:spcBef>
            </a:pPr>
            <a:endParaRPr lang="da-DK" altLang="da-DK" sz="1600" kern="1200" spc="-50" dirty="0">
              <a:ea typeface="ＭＳ Ｐゴシック" pitchFamily="34" charset="-128"/>
              <a:cs typeface="+mn-cs"/>
            </a:endParaRPr>
          </a:p>
          <a:p>
            <a:pPr>
              <a:spcBef>
                <a:spcPts val="1200"/>
              </a:spcBef>
            </a:pPr>
            <a:endParaRPr lang="da-DK" altLang="da-DK" sz="1800" kern="0" dirty="0">
              <a:ea typeface="ＭＳ Ｐゴシック" pitchFamily="34" charset="-128"/>
            </a:endParaRPr>
          </a:p>
        </p:txBody>
      </p:sp>
      <p:sp>
        <p:nvSpPr>
          <p:cNvPr id="6" name="Text Box 21"/>
          <p:cNvSpPr txBox="1">
            <a:spLocks noChangeArrowheads="1"/>
          </p:cNvSpPr>
          <p:nvPr/>
        </p:nvSpPr>
        <p:spPr bwMode="auto">
          <a:xfrm>
            <a:off x="4850753" y="5511145"/>
            <a:ext cx="3681687" cy="1118255"/>
          </a:xfrm>
          <a:prstGeom prst="rect">
            <a:avLst/>
          </a:prstGeom>
          <a:solidFill>
            <a:srgbClr val="CCECFF"/>
          </a:solidFill>
          <a:ln w="28575">
            <a:solidFill>
              <a:srgbClr val="0000FF"/>
            </a:solidFill>
          </a:ln>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da-DK" altLang="da-DK" sz="1200" b="1" dirty="0">
                <a:solidFill>
                  <a:srgbClr val="0000FF"/>
                </a:solidFill>
              </a:rPr>
              <a:t>Husk træningen i mundtlig præsentation</a:t>
            </a:r>
          </a:p>
          <a:p>
            <a:pPr marL="182563" indent="-182563" eaLnBrk="1" hangingPunct="1">
              <a:spcBef>
                <a:spcPts val="400"/>
              </a:spcBef>
              <a:buFont typeface="Arial" panose="020B0604020202020204" pitchFamily="34" charset="0"/>
              <a:buChar char="•"/>
            </a:pPr>
            <a:r>
              <a:rPr lang="da-DK" altLang="da-DK" sz="1200" b="1" dirty="0">
                <a:solidFill>
                  <a:srgbClr val="0000FF"/>
                </a:solidFill>
              </a:rPr>
              <a:t>Den er uhyre vigtig for jeres succes ved mundtlig eksamen</a:t>
            </a:r>
          </a:p>
          <a:p>
            <a:pPr marL="182563" indent="-182563" eaLnBrk="1" hangingPunct="1">
              <a:spcBef>
                <a:spcPts val="400"/>
              </a:spcBef>
              <a:buFont typeface="Arial" panose="020B0604020202020204" pitchFamily="34" charset="0"/>
              <a:buChar char="•"/>
            </a:pPr>
            <a:r>
              <a:rPr lang="da-DK" altLang="da-DK" sz="1200" b="1" dirty="0">
                <a:solidFill>
                  <a:srgbClr val="0000FF"/>
                </a:solidFill>
              </a:rPr>
              <a:t>Nu kan I med stor fordel se den sidste video, der handler om grafiske brugergrænseflader</a:t>
            </a:r>
          </a:p>
        </p:txBody>
      </p:sp>
      <p:sp>
        <p:nvSpPr>
          <p:cNvPr id="7" name="Text Box 21"/>
          <p:cNvSpPr txBox="1">
            <a:spLocks noChangeArrowheads="1"/>
          </p:cNvSpPr>
          <p:nvPr/>
        </p:nvSpPr>
        <p:spPr bwMode="auto">
          <a:xfrm>
            <a:off x="5363969" y="1839299"/>
            <a:ext cx="3600736" cy="574516"/>
          </a:xfrm>
          <a:prstGeom prst="rect">
            <a:avLst/>
          </a:prstGeom>
          <a:solidFill>
            <a:srgbClr val="CCECFF"/>
          </a:solidFill>
          <a:ln w="28575">
            <a:solidFill>
              <a:srgbClr val="0000FF"/>
            </a:solidFill>
          </a:ln>
        </p:spPr>
        <p:txBody>
          <a:bodyPr wrap="square">
            <a:spAutoFit/>
          </a:bodyPr>
          <a:lstStyle>
            <a:defPPr>
              <a:defRPr lang="da-DK"/>
            </a:defPPr>
            <a:lvl1pPr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1pPr>
            <a:lvl2pPr marL="4572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2pPr>
            <a:lvl3pPr marL="9144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3pPr>
            <a:lvl4pPr marL="13716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4pPr>
            <a:lvl5pPr marL="1828800" algn="l" rtl="0" fontAlgn="base">
              <a:spcBef>
                <a:spcPct val="0"/>
              </a:spcBef>
              <a:spcAft>
                <a:spcPct val="0"/>
              </a:spcAft>
              <a:defRPr sz="2000" kern="1200">
                <a:solidFill>
                  <a:srgbClr val="A50021"/>
                </a:solidFill>
                <a:latin typeface="Arial" pitchFamily="34" charset="0"/>
                <a:ea typeface="ＭＳ Ｐゴシック" pitchFamily="34" charset="-128"/>
                <a:cs typeface="+mn-cs"/>
              </a:defRPr>
            </a:lvl5pPr>
            <a:lvl6pPr marL="2286000" algn="l" defTabSz="914400" rtl="0" eaLnBrk="1" latinLnBrk="0" hangingPunct="1">
              <a:defRPr sz="2000" kern="1200">
                <a:solidFill>
                  <a:srgbClr val="A50021"/>
                </a:solidFill>
                <a:latin typeface="Arial" pitchFamily="34" charset="0"/>
                <a:ea typeface="ＭＳ Ｐゴシック" pitchFamily="34" charset="-128"/>
                <a:cs typeface="+mn-cs"/>
              </a:defRPr>
            </a:lvl6pPr>
            <a:lvl7pPr marL="2743200" algn="l" defTabSz="914400" rtl="0" eaLnBrk="1" latinLnBrk="0" hangingPunct="1">
              <a:defRPr sz="2000" kern="1200">
                <a:solidFill>
                  <a:srgbClr val="A50021"/>
                </a:solidFill>
                <a:latin typeface="Arial" pitchFamily="34" charset="0"/>
                <a:ea typeface="ＭＳ Ｐゴシック" pitchFamily="34" charset="-128"/>
                <a:cs typeface="+mn-cs"/>
              </a:defRPr>
            </a:lvl7pPr>
            <a:lvl8pPr marL="3200400" algn="l" defTabSz="914400" rtl="0" eaLnBrk="1" latinLnBrk="0" hangingPunct="1">
              <a:defRPr sz="2000" kern="1200">
                <a:solidFill>
                  <a:srgbClr val="A50021"/>
                </a:solidFill>
                <a:latin typeface="Arial" pitchFamily="34" charset="0"/>
                <a:ea typeface="ＭＳ Ｐゴシック" pitchFamily="34" charset="-128"/>
                <a:cs typeface="+mn-cs"/>
              </a:defRPr>
            </a:lvl8pPr>
            <a:lvl9pPr marL="3657600" algn="l" defTabSz="914400" rtl="0" eaLnBrk="1" latinLnBrk="0" hangingPunct="1">
              <a:defRPr sz="2000" kern="1200">
                <a:solidFill>
                  <a:srgbClr val="A50021"/>
                </a:solidFill>
                <a:latin typeface="Arial" pitchFamily="34" charset="0"/>
                <a:ea typeface="ＭＳ Ｐゴシック" pitchFamily="34" charset="-128"/>
                <a:cs typeface="+mn-cs"/>
              </a:defRPr>
            </a:lvl9pPr>
          </a:lstStyle>
          <a:p>
            <a:pPr eaLnBrk="1" hangingPunct="1">
              <a:spcBef>
                <a:spcPct val="50000"/>
              </a:spcBef>
              <a:buFontTx/>
              <a:buNone/>
            </a:pPr>
            <a:r>
              <a:rPr lang="da-DK" altLang="da-DK" sz="1400" b="1" dirty="0">
                <a:solidFill>
                  <a:srgbClr val="0000FF"/>
                </a:solidFill>
              </a:rPr>
              <a:t>Husk at deltage i kursusevalueringen</a:t>
            </a:r>
          </a:p>
          <a:p>
            <a:pPr>
              <a:spcBef>
                <a:spcPts val="300"/>
              </a:spcBef>
            </a:pPr>
            <a:r>
              <a:rPr lang="da-DK" altLang="da-DK" sz="1400" b="1" dirty="0">
                <a:solidFill>
                  <a:srgbClr val="0000FF"/>
                </a:solidFill>
              </a:rPr>
              <a:t>Sidste dag er onsdag </a:t>
            </a:r>
            <a:r>
              <a:rPr lang="da-DK" altLang="da-DK" sz="1400" b="1">
                <a:solidFill>
                  <a:srgbClr val="0000FF"/>
                </a:solidFill>
              </a:rPr>
              <a:t>den 26. </a:t>
            </a:r>
            <a:r>
              <a:rPr lang="da-DK" altLang="da-DK" sz="1400" b="1" dirty="0">
                <a:solidFill>
                  <a:srgbClr val="0000FF"/>
                </a:solidFill>
              </a:rPr>
              <a:t>november</a:t>
            </a:r>
          </a:p>
        </p:txBody>
      </p:sp>
    </p:spTree>
    <p:extLst>
      <p:ext uri="{BB962C8B-B14F-4D97-AF65-F5344CB8AC3E}">
        <p14:creationId xmlns:p14="http://schemas.microsoft.com/office/powerpoint/2010/main" val="3888658645"/>
      </p:ext>
    </p:extLst>
  </p:cSld>
  <p:clrMapOvr>
    <a:overrideClrMapping bg1="lt1" tx1="dk1" bg2="lt2" tx2="dk2" accent1="accent1" accent2="accent2" accent3="accent3" accent4="accent4" accent5="accent5" accent6="accent6" hlink="hlink" folHlink="folHlink"/>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p:txBody>
          <a:bodyPr/>
          <a:lstStyle/>
          <a:p>
            <a:pPr eaLnBrk="1" hangingPunct="1"/>
            <a:r>
              <a:rPr lang="da-DK" altLang="da-DK" sz="3200" noProof="0" dirty="0">
                <a:ea typeface="ＭＳ Ｐゴシック" pitchFamily="34" charset="-128"/>
              </a:rPr>
              <a:t>Det var alt for nu…..              … spørgsmål</a:t>
            </a:r>
          </a:p>
        </p:txBody>
      </p:sp>
      <p:pic>
        <p:nvPicPr>
          <p:cNvPr id="16" name="Picture 2" descr="j0404263[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760" y="1916831"/>
            <a:ext cx="4213225" cy="3589337"/>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4294967295"/>
          </p:nvPr>
        </p:nvSpPr>
        <p:spPr>
          <a:xfrm>
            <a:off x="8532440" y="6400800"/>
            <a:ext cx="611560" cy="457200"/>
          </a:xfrm>
          <a:prstGeom prst="rect">
            <a:avLst/>
          </a:prstGeom>
        </p:spPr>
        <p:txBody>
          <a:bodyPr/>
          <a:lstStyle/>
          <a:p>
            <a:pPr algn="ctr"/>
            <a:fld id="{075E60B5-46BA-4D08-962C-193FD827B169}" type="slidenum">
              <a:rPr lang="da-DK" altLang="da-DK" smtClean="0"/>
              <a:pPr algn="ctr"/>
              <a:t>36</a:t>
            </a:fld>
            <a:endParaRPr lang="da-DK" altLang="da-DK" dirty="0"/>
          </a:p>
        </p:txBody>
      </p:sp>
    </p:spTree>
    <p:extLst>
      <p:ext uri="{BB962C8B-B14F-4D97-AF65-F5344CB8AC3E}">
        <p14:creationId xmlns:p14="http://schemas.microsoft.com/office/powerpoint/2010/main" val="15205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80">
                                          <p:stCondLst>
                                            <p:cond delay="0"/>
                                          </p:stCondLst>
                                        </p:cTn>
                                        <p:tgtEl>
                                          <p:spTgt spid="16"/>
                                        </p:tgtEl>
                                      </p:cBhvr>
                                    </p:animEffect>
                                    <p:anim calcmode="lin" valueType="num">
                                      <p:cBhvr>
                                        <p:cTn id="8"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13" dur="26">
                                          <p:stCondLst>
                                            <p:cond delay="650"/>
                                          </p:stCondLst>
                                        </p:cTn>
                                        <p:tgtEl>
                                          <p:spTgt spid="16"/>
                                        </p:tgtEl>
                                      </p:cBhvr>
                                      <p:to x="100000" y="60000"/>
                                    </p:animScale>
                                    <p:animScale>
                                      <p:cBhvr>
                                        <p:cTn id="14" dur="166" decel="50000">
                                          <p:stCondLst>
                                            <p:cond delay="676"/>
                                          </p:stCondLst>
                                        </p:cTn>
                                        <p:tgtEl>
                                          <p:spTgt spid="16"/>
                                        </p:tgtEl>
                                      </p:cBhvr>
                                      <p:to x="100000" y="100000"/>
                                    </p:animScale>
                                    <p:animScale>
                                      <p:cBhvr>
                                        <p:cTn id="15" dur="26">
                                          <p:stCondLst>
                                            <p:cond delay="1312"/>
                                          </p:stCondLst>
                                        </p:cTn>
                                        <p:tgtEl>
                                          <p:spTgt spid="16"/>
                                        </p:tgtEl>
                                      </p:cBhvr>
                                      <p:to x="100000" y="80000"/>
                                    </p:animScale>
                                    <p:animScale>
                                      <p:cBhvr>
                                        <p:cTn id="16" dur="166" decel="50000">
                                          <p:stCondLst>
                                            <p:cond delay="1338"/>
                                          </p:stCondLst>
                                        </p:cTn>
                                        <p:tgtEl>
                                          <p:spTgt spid="16"/>
                                        </p:tgtEl>
                                      </p:cBhvr>
                                      <p:to x="100000" y="100000"/>
                                    </p:animScale>
                                    <p:animScale>
                                      <p:cBhvr>
                                        <p:cTn id="17" dur="26">
                                          <p:stCondLst>
                                            <p:cond delay="1642"/>
                                          </p:stCondLst>
                                        </p:cTn>
                                        <p:tgtEl>
                                          <p:spTgt spid="16"/>
                                        </p:tgtEl>
                                      </p:cBhvr>
                                      <p:to x="100000" y="90000"/>
                                    </p:animScale>
                                    <p:animScale>
                                      <p:cBhvr>
                                        <p:cTn id="18" dur="166" decel="50000">
                                          <p:stCondLst>
                                            <p:cond delay="1668"/>
                                          </p:stCondLst>
                                        </p:cTn>
                                        <p:tgtEl>
                                          <p:spTgt spid="16"/>
                                        </p:tgtEl>
                                      </p:cBhvr>
                                      <p:to x="100000" y="100000"/>
                                    </p:animScale>
                                    <p:animScale>
                                      <p:cBhvr>
                                        <p:cTn id="19" dur="26">
                                          <p:stCondLst>
                                            <p:cond delay="1808"/>
                                          </p:stCondLst>
                                        </p:cTn>
                                        <p:tgtEl>
                                          <p:spTgt spid="16"/>
                                        </p:tgtEl>
                                      </p:cBhvr>
                                      <p:to x="100000" y="95000"/>
                                    </p:animScale>
                                    <p:animScale>
                                      <p:cBhvr>
                                        <p:cTn id="20" dur="166" decel="50000">
                                          <p:stCondLst>
                                            <p:cond delay="1834"/>
                                          </p:stCondLst>
                                        </p:cTn>
                                        <p:tgtEl>
                                          <p:spTgt spid="1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tandarddesign">
  <a:themeElements>
    <a:clrScheme name="Standard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Standard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rgbClr val="000066"/>
          </a:solidFill>
          <a:prstDash val="solid"/>
          <a:round/>
          <a:headEnd type="none" w="med" len="med"/>
          <a:tailEnd type="triangle" w="med" len="med"/>
        </a:ln>
        <a:effectLst/>
      </a:spPr>
      <a:bodyPr vert="horz" wrap="squar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da-DK" sz="2000" b="0" i="0" u="none" strike="noStrike" cap="none" normalizeH="0" baseline="0">
            <a:ln>
              <a:noFill/>
            </a:ln>
            <a:solidFill>
              <a:srgbClr val="A50021"/>
            </a:solidFill>
            <a:effectLst/>
            <a:latin typeface="Arial" charset="0"/>
          </a:defRPr>
        </a:defPPr>
      </a:lstStyle>
    </a:spDef>
    <a:lnDef>
      <a:spPr bwMode="auto">
        <a:xfrm>
          <a:off x="0" y="0"/>
          <a:ext cx="1" cy="1"/>
        </a:xfrm>
        <a:custGeom>
          <a:avLst/>
          <a:gdLst/>
          <a:ahLst/>
          <a:cxnLst/>
          <a:rect l="0" t="0" r="0" b="0"/>
          <a:pathLst/>
        </a:custGeom>
        <a:noFill/>
        <a:ln w="9525" cap="flat" cmpd="sng" algn="ctr">
          <a:solidFill>
            <a:srgbClr val="000066"/>
          </a:solidFill>
          <a:prstDash val="solid"/>
          <a:round/>
          <a:headEnd type="none" w="med" len="med"/>
          <a:tailEnd type="triangle" w="med" len="med"/>
        </a:ln>
        <a:effectLst/>
      </a:spPr>
      <a:bodyPr vert="horz" wrap="squar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da-DK" sz="2000" b="0" i="0" u="none" strike="noStrike" cap="none" normalizeH="0" baseline="0">
            <a:ln>
              <a:noFill/>
            </a:ln>
            <a:solidFill>
              <a:srgbClr val="A50021"/>
            </a:solidFill>
            <a:effectLst/>
            <a:latin typeface="Arial" charset="0"/>
          </a:defRPr>
        </a:defPPr>
      </a:lstStyle>
    </a:lnDef>
  </a:objectDefaults>
  <a:extraClrSchemeLst>
    <a:extraClrScheme>
      <a:clrScheme name="Standard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tandard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tandard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tandard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tandard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tandard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tandard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Standard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56836BC33D1E5846BD77C269C61838DB" ma:contentTypeVersion="16" ma:contentTypeDescription="Opret et nyt dokument." ma:contentTypeScope="" ma:versionID="ef3cc48880d2d4424b772cc9d47831bb">
  <xsd:schema xmlns:xsd="http://www.w3.org/2001/XMLSchema" xmlns:xs="http://www.w3.org/2001/XMLSchema" xmlns:p="http://schemas.microsoft.com/office/2006/metadata/properties" xmlns:ns3="f659a008-7c21-4ee3-a745-e38581e13101" xmlns:ns4="e064323b-8959-406a-a3e9-bb6e93638192" targetNamespace="http://schemas.microsoft.com/office/2006/metadata/properties" ma:root="true" ma:fieldsID="f385e854457ff68500d83ba1a633310b" ns3:_="" ns4:_="">
    <xsd:import namespace="f659a008-7c21-4ee3-a745-e38581e13101"/>
    <xsd:import namespace="e064323b-8959-406a-a3e9-bb6e93638192"/>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LengthInSeconds" minOccurs="0"/>
                <xsd:element ref="ns4:SharedWithUsers" minOccurs="0"/>
                <xsd:element ref="ns4:SharedWithDetails" minOccurs="0"/>
                <xsd:element ref="ns4:SharingHintHash" minOccurs="0"/>
                <xsd:element ref="ns3:MediaServiceAutoTags" minOccurs="0"/>
                <xsd:element ref="ns3:_activity" minOccurs="0"/>
                <xsd:element ref="ns3:MediaServiceObjectDetectorVersions" minOccurs="0"/>
                <xsd:element ref="ns3:MediaServiceGenerationTime" minOccurs="0"/>
                <xsd:element ref="ns3:MediaServiceEventHashCode" minOccurs="0"/>
                <xsd:element ref="ns3:MediaServiceSystemTags" minOccurs="0"/>
                <xsd:element ref="ns3:MediaServiceLocation" minOccurs="0"/>
                <xsd:element ref="ns3:MediaServiceOCR"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59a008-7c21-4ee3-a745-e38581e1310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Tags" ma:index="15" nillable="true" ma:displayName="Tags" ma:internalName="MediaServiceAutoTags" ma:readOnly="true">
      <xsd:simpleType>
        <xsd:restriction base="dms:Text"/>
      </xsd:simpleType>
    </xsd:element>
    <xsd:element name="_activity" ma:index="16" nillable="true" ma:displayName="_activity" ma:hidden="true" ma:internalName="_activity">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SystemTags" ma:index="20" nillable="true" ma:displayName="MediaServiceSystemTags" ma:hidden="true" ma:internalName="MediaServiceSystemTags" ma:readOnly="true">
      <xsd:simpleType>
        <xsd:restriction base="dms:Note"/>
      </xsd:simpleType>
    </xsd:element>
    <xsd:element name="MediaServiceLocation" ma:index="21" nillable="true" ma:displayName="Location" ma:indexed="true" ma:internalName="MediaServiceLocation" ma:readOnly="true">
      <xsd:simpleType>
        <xsd:restriction base="dms:Text"/>
      </xsd:simpleType>
    </xsd:element>
    <xsd:element name="MediaServiceOCR" ma:index="22" nillable="true" ma:displayName="Extracted Text" ma:internalName="MediaServiceOCR" ma:readOnly="true">
      <xsd:simpleType>
        <xsd:restriction base="dms:Note">
          <xsd:maxLength value="255"/>
        </xsd:restriction>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064323b-8959-406a-a3e9-bb6e93638192" elementFormDefault="qualified">
    <xsd:import namespace="http://schemas.microsoft.com/office/2006/documentManagement/types"/>
    <xsd:import namespace="http://schemas.microsoft.com/office/infopath/2007/PartnerControls"/>
    <xsd:element name="SharedWithUsers" ma:index="12"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Delt med detaljer" ma:internalName="SharedWithDetails" ma:readOnly="true">
      <xsd:simpleType>
        <xsd:restriction base="dms:Note">
          <xsd:maxLength value="255"/>
        </xsd:restriction>
      </xsd:simpleType>
    </xsd:element>
    <xsd:element name="SharingHintHash" ma:index="14" nillable="true" ma:displayName="Hashværdi for deling"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f659a008-7c21-4ee3-a745-e38581e13101" xsi:nil="true"/>
  </documentManagement>
</p:properties>
</file>

<file path=customXml/itemProps1.xml><?xml version="1.0" encoding="utf-8"?>
<ds:datastoreItem xmlns:ds="http://schemas.openxmlformats.org/officeDocument/2006/customXml" ds:itemID="{2FA2200A-55BA-48CD-948F-CD0E5A77DB52}">
  <ds:schemaRefs>
    <ds:schemaRef ds:uri="http://schemas.microsoft.com/sharepoint/v3/contenttype/forms"/>
  </ds:schemaRefs>
</ds:datastoreItem>
</file>

<file path=customXml/itemProps2.xml><?xml version="1.0" encoding="utf-8"?>
<ds:datastoreItem xmlns:ds="http://schemas.openxmlformats.org/officeDocument/2006/customXml" ds:itemID="{5730CE2E-1DAF-412A-A0C2-5FAB0731104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659a008-7c21-4ee3-a745-e38581e13101"/>
    <ds:schemaRef ds:uri="e064323b-8959-406a-a3e9-bb6e9363819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E615458-6BCE-4F87-9794-1BFCCE649C18}">
  <ds:schemaRefs>
    <ds:schemaRef ds:uri="http://schemas.microsoft.com/office/2006/documentManagement/types"/>
    <ds:schemaRef ds:uri="e064323b-8959-406a-a3e9-bb6e93638192"/>
    <ds:schemaRef ds:uri="http://schemas.microsoft.com/office/infopath/2007/PartnerControls"/>
    <ds:schemaRef ds:uri="http://schemas.openxmlformats.org/package/2006/metadata/core-properties"/>
    <ds:schemaRef ds:uri="http://purl.org/dc/dcmitype/"/>
    <ds:schemaRef ds:uri="http://purl.org/dc/elements/1.1/"/>
    <ds:schemaRef ds:uri="http://www.w3.org/XML/1998/namespace"/>
    <ds:schemaRef ds:uri="f659a008-7c21-4ee3-a745-e38581e13101"/>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10124</TotalTime>
  <Words>5832</Words>
  <Application>Microsoft Office PowerPoint</Application>
  <PresentationFormat>On-screen Show (4:3)</PresentationFormat>
  <Paragraphs>724</Paragraphs>
  <Slides>36</Slides>
  <Notes>36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ＭＳ Ｐゴシック</vt:lpstr>
      <vt:lpstr>Arial</vt:lpstr>
      <vt:lpstr>Courier New</vt:lpstr>
      <vt:lpstr>Times New Roman</vt:lpstr>
      <vt:lpstr>Standarddesign</vt:lpstr>
      <vt:lpstr>Forelæsning Uge 14</vt:lpstr>
      <vt:lpstr>● Defensiv programmering</vt:lpstr>
      <vt:lpstr>AddressBook projektet</vt:lpstr>
      <vt:lpstr>removeDetails metoden i AddressBook</vt:lpstr>
      <vt:lpstr>Kontrol af parameterværdier</vt:lpstr>
      <vt:lpstr>Rapportering af fejl</vt:lpstr>
      <vt:lpstr>Forskellige strategier til at rapportere fejl</vt:lpstr>
      <vt:lpstr>● Exceptions</vt:lpstr>
      <vt:lpstr>Throwable</vt:lpstr>
      <vt:lpstr>Unchecked versus checked exceptions</vt:lpstr>
      <vt:lpstr>Når en exception kastes</vt:lpstr>
      <vt:lpstr>Kontrol af parameterværdier</vt:lpstr>
      <vt:lpstr>Check af parameterværdier i konstruktør</vt:lpstr>
      <vt:lpstr>Checked exceptions</vt:lpstr>
      <vt:lpstr>Try-catch sætning</vt:lpstr>
      <vt:lpstr>Eksempel på dårlig kode</vt:lpstr>
      <vt:lpstr>Eksempel på nyttig try sætning</vt:lpstr>
      <vt:lpstr>Erklæring af nye exception klasser</vt:lpstr>
      <vt:lpstr>Videresendelse af exceptions (propagering)</vt:lpstr>
      <vt:lpstr>Checked exceptions</vt:lpstr>
      <vt:lpstr>● Assertions</vt:lpstr>
      <vt:lpstr>Metoderne keyInUse and consistentSize</vt:lpstr>
      <vt:lpstr>Brug af assertions</vt:lpstr>
      <vt:lpstr>● Kursusevaluering</vt:lpstr>
      <vt:lpstr>● Fil-baseret input/output</vt:lpstr>
      <vt:lpstr>Files og streams</vt:lpstr>
      <vt:lpstr>File klassen og Path interfacet</vt:lpstr>
      <vt:lpstr>File output består af tre skridt</vt:lpstr>
      <vt:lpstr>File input består af de samme tre skridt</vt:lpstr>
      <vt:lpstr>Files klassen (java.nio) og Scanner klassen (java.util)</vt:lpstr>
      <vt:lpstr>System klassen</vt:lpstr>
      <vt:lpstr>● Afleveringsopgave: Computerspil 4</vt:lpstr>
      <vt:lpstr>Computerspil 4 (fortsat)</vt:lpstr>
      <vt:lpstr>PowerPoint Presentation</vt:lpstr>
      <vt:lpstr>● Opsummering</vt:lpstr>
      <vt:lpstr>Det var alt for nu…..              … spørgsmål</vt:lpstr>
    </vt:vector>
  </TitlesOfParts>
  <Company>DAIMI</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Programmering  – fra instruktion til modellering</dc:title>
  <dc:creator>Michael E. Caspersen</dc:creator>
  <cp:lastModifiedBy>Kurt Jensen</cp:lastModifiedBy>
  <cp:revision>992</cp:revision>
  <cp:lastPrinted>2015-09-29T11:26:29Z</cp:lastPrinted>
  <dcterms:created xsi:type="dcterms:W3CDTF">2009-09-02T10:07:09Z</dcterms:created>
  <dcterms:modified xsi:type="dcterms:W3CDTF">2025-11-18T17:25:28Z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0x01010056836BC33D1E5846BD77C269C61838DB</vt:lpwstr>
  </property>
</Properties>
</file>